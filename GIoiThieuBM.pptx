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383" r:id="rId4"/>
    <p:sldId id="260" r:id="rId5"/>
    <p:sldId id="261" r:id="rId6"/>
    <p:sldId id="262" r:id="rId7"/>
    <p:sldId id="263" r:id="rId8"/>
    <p:sldId id="259" r:id="rId9"/>
    <p:sldId id="264" r:id="rId10"/>
    <p:sldId id="265" r:id="rId11"/>
    <p:sldId id="266" r:id="rId12"/>
    <p:sldId id="267" r:id="rId13"/>
    <p:sldId id="268" r:id="rId14"/>
    <p:sldId id="269" r:id="rId15"/>
    <p:sldId id="273" r:id="rId16"/>
    <p:sldId id="271" r:id="rId17"/>
    <p:sldId id="270" r:id="rId18"/>
    <p:sldId id="272"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7010400" cy="9296400"/>
  <p:embeddedFontLst>
    <p:embeddedFont>
      <p:font typeface="Arial Narrow" panose="020B0604020202020204" pitchFamily="34" charset="0"/>
      <p:regular r:id="rId31"/>
      <p:bold r:id="rId32"/>
      <p:italic r:id="rId33"/>
      <p:boldItalic r:id="rId34"/>
    </p:embeddedFont>
    <p:embeddedFont>
      <p:font typeface="Calibri" panose="020F0502020204030204" pitchFamily="34" charset="0"/>
      <p:regular r:id="rId35"/>
      <p:bold r:id="rId36"/>
      <p:italic r:id="rId37"/>
      <p:boldItalic r:id="rId38"/>
    </p:embeddedFont>
    <p:embeddedFont>
      <p:font typeface="Cambria" panose="02040503050406030204" pitchFamily="18" charset="0"/>
      <p:regular r:id="rId39"/>
      <p:bold r:id="rId40"/>
      <p:italic r:id="rId41"/>
      <p:boldItalic r:id="rId42"/>
    </p:embeddedFont>
    <p:embeddedFont>
      <p:font typeface="Cambria Math" panose="02040503050406030204" pitchFamily="18" charset="0"/>
      <p:regular r:id="rId43"/>
    </p:embeddedFont>
    <p:embeddedFont>
      <p:font typeface="Lustria" panose="02000603060000020004" pitchFamily="2" charset="0"/>
      <p:regular r:id="rId44"/>
    </p:embeddedFont>
    <p:embeddedFont>
      <p:font typeface="Roboto" panose="020000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gr9kamAsiFdeiuPuw6UiXDR+nR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68A60D-BE08-4469-9EE7-8C9F9E070989}">
  <a:tblStyle styleId="{C768A60D-BE08-4469-9EE7-8C9F9E07098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440" autoAdjust="0"/>
    <p:restoredTop sz="94643"/>
  </p:normalViewPr>
  <p:slideViewPr>
    <p:cSldViewPr snapToGrid="0">
      <p:cViewPr varScale="1">
        <p:scale>
          <a:sx n="90" d="100"/>
          <a:sy n="90" d="100"/>
        </p:scale>
        <p:origin x="800"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840" cy="464820"/>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967"/>
            <a:ext cx="3037840" cy="464820"/>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6" name="Google Shape;86;p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7" name="Google Shape;107;p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Nội dung báo cáo hôm nay gồm có những mục chính như sau</a:t>
            </a:r>
            <a:endParaRPr/>
          </a:p>
        </p:txBody>
      </p:sp>
      <p:sp>
        <p:nvSpPr>
          <p:cNvPr id="108" name="Google Shape;108;p2: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Về</a:t>
            </a:r>
            <a:r>
              <a:rPr lang="en-US" dirty="0"/>
              <a:t> </a:t>
            </a:r>
            <a:r>
              <a:rPr lang="en-US" dirty="0" err="1"/>
              <a:t>mặt</a:t>
            </a:r>
            <a:r>
              <a:rPr lang="en-US" dirty="0"/>
              <a:t> </a:t>
            </a:r>
            <a:r>
              <a:rPr lang="en-US" dirty="0" err="1"/>
              <a:t>nhân</a:t>
            </a:r>
            <a:r>
              <a:rPr lang="en-US" dirty="0"/>
              <a:t> </a:t>
            </a:r>
            <a:r>
              <a:rPr lang="en-US" dirty="0" err="1"/>
              <a:t>sự</a:t>
            </a:r>
            <a:endParaRPr lang="en-US" dirty="0"/>
          </a:p>
        </p:txBody>
      </p:sp>
      <p:sp>
        <p:nvSpPr>
          <p:cNvPr id="4" name="Slide Number Placeholder 3"/>
          <p:cNvSpPr>
            <a:spLocks noGrp="1"/>
          </p:cNvSpPr>
          <p:nvPr>
            <p:ph type="sldNum" sz="quarter" idx="10"/>
          </p:nvPr>
        </p:nvSpPr>
        <p:spPr/>
        <p:txBody>
          <a:bodyPr/>
          <a:lstStyle/>
          <a:p>
            <a:fld id="{1DAE6DC3-BA67-4898-9E78-4FD1E23B935A}" type="slidenum">
              <a:rPr lang="en-US" smtClean="0"/>
              <a:t>3</a:t>
            </a:fld>
            <a:endParaRPr lang="en-US"/>
          </a:p>
        </p:txBody>
      </p:sp>
    </p:spTree>
    <p:extLst>
      <p:ext uri="{BB962C8B-B14F-4D97-AF65-F5344CB8AC3E}">
        <p14:creationId xmlns:p14="http://schemas.microsoft.com/office/powerpoint/2010/main" val="351515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5: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6" name="Google Shape;206;p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6: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21" name="Google Shape;221;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36" name="Google Shape;236;p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Từ</a:t>
            </a:r>
            <a:r>
              <a:rPr lang="en-US" dirty="0"/>
              <a:t> </a:t>
            </a:r>
            <a:r>
              <a:rPr lang="en-US" dirty="0" err="1"/>
              <a:t>năm</a:t>
            </a:r>
            <a:r>
              <a:rPr lang="en-US" dirty="0"/>
              <a:t> 2021 </a:t>
            </a:r>
            <a:r>
              <a:rPr lang="en-US" dirty="0" err="1"/>
              <a:t>đến</a:t>
            </a:r>
            <a:r>
              <a:rPr lang="en-US" dirty="0"/>
              <a:t> nay </a:t>
            </a:r>
            <a:r>
              <a:rPr lang="en-US" dirty="0" err="1"/>
              <a:t>tại</a:t>
            </a:r>
            <a:r>
              <a:rPr lang="en-US" dirty="0"/>
              <a:t> </a:t>
            </a:r>
            <a:r>
              <a:rPr lang="en-US" dirty="0" err="1"/>
              <a:t>bộ</a:t>
            </a:r>
            <a:r>
              <a:rPr lang="en-US" dirty="0"/>
              <a:t> </a:t>
            </a:r>
            <a:r>
              <a:rPr lang="en-US" dirty="0" err="1"/>
              <a:t>môn</a:t>
            </a:r>
            <a:r>
              <a:rPr lang="en-US" dirty="0"/>
              <a:t> </a:t>
            </a:r>
            <a:r>
              <a:rPr lang="en-US" dirty="0" err="1"/>
              <a:t>đã</a:t>
            </a:r>
            <a:r>
              <a:rPr lang="en-US" dirty="0"/>
              <a:t> </a:t>
            </a:r>
            <a:r>
              <a:rPr lang="en-US" dirty="0" err="1"/>
              <a:t>có</a:t>
            </a:r>
            <a:r>
              <a:rPr lang="en-US" dirty="0"/>
              <a:t> 10 </a:t>
            </a:r>
            <a:r>
              <a:rPr lang="en-US" dirty="0" err="1"/>
              <a:t>thạc</a:t>
            </a:r>
            <a:r>
              <a:rPr lang="en-US" dirty="0"/>
              <a:t> </a:t>
            </a:r>
            <a:r>
              <a:rPr lang="en-US" dirty="0" err="1"/>
              <a:t>sĩ</a:t>
            </a:r>
            <a:r>
              <a:rPr lang="en-US" dirty="0"/>
              <a:t> </a:t>
            </a:r>
            <a:r>
              <a:rPr lang="en-US" dirty="0" err="1"/>
              <a:t>và</a:t>
            </a:r>
            <a:r>
              <a:rPr lang="en-US" dirty="0"/>
              <a:t> 3 </a:t>
            </a:r>
            <a:r>
              <a:rPr lang="en-US" dirty="0" err="1"/>
              <a:t>nghiên</a:t>
            </a:r>
            <a:r>
              <a:rPr lang="en-US" dirty="0"/>
              <a:t> </a:t>
            </a:r>
            <a:r>
              <a:rPr lang="en-US" dirty="0" err="1"/>
              <a:t>cứu</a:t>
            </a:r>
            <a:r>
              <a:rPr lang="en-US" dirty="0"/>
              <a:t> </a:t>
            </a:r>
            <a:r>
              <a:rPr lang="en-US" dirty="0" err="1"/>
              <a:t>sinh</a:t>
            </a:r>
            <a:r>
              <a:rPr lang="en-US" dirty="0"/>
              <a:t> </a:t>
            </a:r>
            <a:r>
              <a:rPr lang="en-US" dirty="0" err="1"/>
              <a:t>tốt</a:t>
            </a:r>
            <a:r>
              <a:rPr lang="en-US" dirty="0"/>
              <a:t> </a:t>
            </a:r>
            <a:r>
              <a:rPr lang="en-US" dirty="0" err="1"/>
              <a:t>nghiệp</a:t>
            </a:r>
            <a:endParaRPr dirty="0"/>
          </a:p>
        </p:txBody>
      </p:sp>
      <p:sp>
        <p:nvSpPr>
          <p:cNvPr id="237" name="Google Shape;237;p7: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260" name="Google Shape;260;p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Về mặt hợp tác quốc tế bộ môn vlcr có liên kết đào tạo với các viện nghiên cứu và trường đại học ở Canada, nhật, hàn, sing….</a:t>
            </a:r>
            <a:endParaRPr/>
          </a:p>
        </p:txBody>
      </p:sp>
      <p:sp>
        <p:nvSpPr>
          <p:cNvPr id="261" name="Google Shape;261;p8: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4" name="Google Shape;174;p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Định </a:t>
            </a:r>
            <a:r>
              <a:rPr lang="en-US" dirty="0" err="1"/>
              <a:t>hướng</a:t>
            </a:r>
            <a:r>
              <a:rPr lang="en-US" dirty="0"/>
              <a:t> </a:t>
            </a:r>
            <a:r>
              <a:rPr lang="en-US" dirty="0" err="1"/>
              <a:t>đào</a:t>
            </a:r>
            <a:r>
              <a:rPr lang="en-US" dirty="0"/>
              <a:t> </a:t>
            </a:r>
            <a:r>
              <a:rPr lang="en-US" dirty="0" err="1"/>
              <a:t>tạo</a:t>
            </a:r>
            <a:r>
              <a:rPr lang="en-US" dirty="0"/>
              <a:t> </a:t>
            </a:r>
            <a:r>
              <a:rPr lang="en-US" dirty="0" err="1"/>
              <a:t>và</a:t>
            </a:r>
            <a:r>
              <a:rPr lang="en-US" dirty="0"/>
              <a:t> </a:t>
            </a:r>
            <a:r>
              <a:rPr lang="en-US" dirty="0" err="1"/>
              <a:t>nghiên</a:t>
            </a:r>
            <a:r>
              <a:rPr lang="en-US" dirty="0"/>
              <a:t> </a:t>
            </a:r>
            <a:r>
              <a:rPr lang="en-US" dirty="0" err="1"/>
              <a:t>cứu</a:t>
            </a:r>
            <a:r>
              <a:rPr lang="en-US" dirty="0"/>
              <a:t> </a:t>
            </a:r>
            <a:r>
              <a:rPr lang="en-US" dirty="0" err="1"/>
              <a:t>tại</a:t>
            </a:r>
            <a:r>
              <a:rPr lang="en-US" dirty="0"/>
              <a:t> </a:t>
            </a:r>
            <a:r>
              <a:rPr lang="en-US" dirty="0" err="1"/>
              <a:t>bộ</a:t>
            </a:r>
            <a:r>
              <a:rPr lang="en-US" dirty="0"/>
              <a:t> </a:t>
            </a:r>
            <a:r>
              <a:rPr lang="en-US" dirty="0" err="1"/>
              <a:t>môn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err="1"/>
              <a:t>Bộ</a:t>
            </a:r>
            <a:r>
              <a:rPr lang="en-US" dirty="0"/>
              <a:t> </a:t>
            </a:r>
            <a:r>
              <a:rPr lang="en-US" dirty="0" err="1"/>
              <a:t>môn</a:t>
            </a:r>
            <a:r>
              <a:rPr lang="en-US" dirty="0"/>
              <a:t> </a:t>
            </a:r>
            <a:r>
              <a:rPr lang="en-US" dirty="0" err="1"/>
              <a:t>vlcr</a:t>
            </a:r>
            <a:r>
              <a:rPr lang="en-US" dirty="0"/>
              <a:t> </a:t>
            </a:r>
            <a:r>
              <a:rPr lang="en-US" dirty="0" err="1"/>
              <a:t>có</a:t>
            </a:r>
            <a:r>
              <a:rPr lang="en-US" dirty="0"/>
              <a:t> 3 </a:t>
            </a:r>
            <a:r>
              <a:rPr lang="en-US" dirty="0" err="1"/>
              <a:t>định</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chính</a:t>
            </a:r>
            <a:r>
              <a:rPr lang="en-US" dirty="0"/>
              <a:t> </a:t>
            </a:r>
            <a:r>
              <a:rPr lang="en-US" dirty="0" err="1"/>
              <a:t>thứ</a:t>
            </a:r>
            <a:r>
              <a:rPr lang="en-US" dirty="0"/>
              <a:t> </a:t>
            </a:r>
            <a:r>
              <a:rPr lang="en-US" dirty="0" err="1"/>
              <a:t>nhất</a:t>
            </a:r>
            <a:r>
              <a:rPr lang="en-US" dirty="0"/>
              <a:t> </a:t>
            </a:r>
            <a:r>
              <a:rPr lang="en-US" dirty="0" err="1"/>
              <a:t>là</a:t>
            </a:r>
            <a:r>
              <a:rPr lang="en-US" dirty="0"/>
              <a:t> </a:t>
            </a:r>
            <a:r>
              <a:rPr lang="en-US" dirty="0" err="1"/>
              <a:t>nghiên</a:t>
            </a:r>
            <a:r>
              <a:rPr lang="en-US" dirty="0"/>
              <a:t> </a:t>
            </a:r>
            <a:r>
              <a:rPr lang="en-US" dirty="0" err="1"/>
              <a:t>cứu</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vật</a:t>
            </a:r>
            <a:r>
              <a:rPr lang="en-US" dirty="0"/>
              <a:t> </a:t>
            </a:r>
            <a:r>
              <a:rPr lang="en-US" dirty="0" err="1"/>
              <a:t>liệu</a:t>
            </a:r>
            <a:r>
              <a:rPr lang="en-US" dirty="0"/>
              <a:t> </a:t>
            </a:r>
            <a:r>
              <a:rPr lang="en-US" dirty="0" err="1"/>
              <a:t>cấu</a:t>
            </a:r>
            <a:r>
              <a:rPr lang="en-US" dirty="0"/>
              <a:t> </a:t>
            </a:r>
            <a:r>
              <a:rPr lang="en-US" dirty="0" err="1"/>
              <a:t>trúc</a:t>
            </a:r>
            <a:r>
              <a:rPr lang="en-US" dirty="0"/>
              <a:t> nano bao </a:t>
            </a:r>
            <a:r>
              <a:rPr lang="en-US" dirty="0" err="1"/>
              <a:t>gồm</a:t>
            </a:r>
            <a:r>
              <a:rPr lang="en-US" dirty="0"/>
              <a:t> </a:t>
            </a:r>
            <a:r>
              <a:rPr lang="en-US" dirty="0" err="1"/>
              <a:t>các</a:t>
            </a:r>
            <a:r>
              <a:rPr lang="en-US" dirty="0"/>
              <a:t> </a:t>
            </a:r>
            <a:r>
              <a:rPr lang="en-US" dirty="0" err="1"/>
              <a:t>vật</a:t>
            </a:r>
            <a:r>
              <a:rPr lang="en-US" dirty="0"/>
              <a:t> </a:t>
            </a:r>
            <a:r>
              <a:rPr lang="en-US" dirty="0" err="1"/>
              <a:t>liệu</a:t>
            </a:r>
            <a:r>
              <a:rPr lang="en-US" dirty="0"/>
              <a:t> od 1d 2d, </a:t>
            </a:r>
            <a:r>
              <a:rPr lang="en-US" dirty="0" err="1"/>
              <a:t>hướng</a:t>
            </a:r>
            <a:r>
              <a:rPr lang="en-US" dirty="0"/>
              <a:t> </a:t>
            </a:r>
            <a:r>
              <a:rPr lang="en-US" dirty="0" err="1"/>
              <a:t>thứ</a:t>
            </a:r>
            <a:r>
              <a:rPr lang="en-US" dirty="0"/>
              <a:t> </a:t>
            </a:r>
            <a:r>
              <a:rPr lang="en-US" dirty="0" err="1"/>
              <a:t>hai</a:t>
            </a:r>
            <a:r>
              <a:rPr lang="en-US" dirty="0"/>
              <a:t> </a:t>
            </a:r>
            <a:r>
              <a:rPr lang="en-US" dirty="0" err="1"/>
              <a:t>là</a:t>
            </a:r>
            <a:r>
              <a:rPr lang="en-US" dirty="0"/>
              <a:t> </a:t>
            </a:r>
            <a:r>
              <a:rPr lang="en-US" dirty="0" err="1"/>
              <a:t>ứng</a:t>
            </a:r>
            <a:r>
              <a:rPr lang="en-US" dirty="0"/>
              <a:t> </a:t>
            </a:r>
            <a:r>
              <a:rPr lang="en-US" dirty="0" err="1"/>
              <a:t>dụng</a:t>
            </a:r>
            <a:r>
              <a:rPr lang="en-US" dirty="0"/>
              <a:t> </a:t>
            </a:r>
            <a:r>
              <a:rPr lang="en-US" dirty="0" err="1"/>
              <a:t>các</a:t>
            </a:r>
            <a:r>
              <a:rPr lang="en-US" dirty="0"/>
              <a:t> </a:t>
            </a:r>
            <a:r>
              <a:rPr lang="en-US" dirty="0" err="1"/>
              <a:t>loại</a:t>
            </a:r>
            <a:r>
              <a:rPr lang="en-US" dirty="0"/>
              <a:t> </a:t>
            </a:r>
            <a:r>
              <a:rPr lang="en-US" dirty="0" err="1"/>
              <a:t>vật</a:t>
            </a:r>
            <a:r>
              <a:rPr lang="en-US" dirty="0"/>
              <a:t> </a:t>
            </a:r>
            <a:r>
              <a:rPr lang="en-US" dirty="0" err="1"/>
              <a:t>liệu</a:t>
            </a:r>
            <a:r>
              <a:rPr lang="en-US" dirty="0"/>
              <a:t> </a:t>
            </a:r>
            <a:r>
              <a:rPr lang="en-US" dirty="0" err="1"/>
              <a:t>cấu</a:t>
            </a:r>
            <a:r>
              <a:rPr lang="en-US" dirty="0"/>
              <a:t> </a:t>
            </a:r>
            <a:r>
              <a:rPr lang="en-US" dirty="0" err="1"/>
              <a:t>trúc</a:t>
            </a:r>
            <a:r>
              <a:rPr lang="en-US" dirty="0"/>
              <a:t> nano </a:t>
            </a:r>
            <a:r>
              <a:rPr lang="en-US" dirty="0" err="1"/>
              <a:t>vào</a:t>
            </a:r>
            <a:r>
              <a:rPr lang="en-US" dirty="0"/>
              <a:t> </a:t>
            </a:r>
            <a:r>
              <a:rPr lang="en-US" dirty="0" err="1"/>
              <a:t>chế</a:t>
            </a:r>
            <a:r>
              <a:rPr lang="en-US" dirty="0"/>
              <a:t> </a:t>
            </a:r>
            <a:r>
              <a:rPr lang="en-US" dirty="0" err="1"/>
              <a:t>tạo</a:t>
            </a:r>
            <a:r>
              <a:rPr lang="en-US" dirty="0"/>
              <a:t> </a:t>
            </a:r>
            <a:r>
              <a:rPr lang="en-US" dirty="0" err="1"/>
              <a:t>linh</a:t>
            </a:r>
            <a:r>
              <a:rPr lang="en-US" dirty="0"/>
              <a:t> </a:t>
            </a:r>
            <a:r>
              <a:rPr lang="en-US" dirty="0" err="1"/>
              <a:t>kiên</a:t>
            </a:r>
            <a:r>
              <a:rPr lang="en-US" dirty="0"/>
              <a:t> </a:t>
            </a:r>
            <a:r>
              <a:rPr lang="en-US" dirty="0" err="1"/>
              <a:t>bán</a:t>
            </a:r>
            <a:r>
              <a:rPr lang="en-US" dirty="0"/>
              <a:t> </a:t>
            </a:r>
            <a:r>
              <a:rPr lang="en-US" dirty="0" err="1"/>
              <a:t>dẫn</a:t>
            </a:r>
            <a:r>
              <a:rPr lang="en-US" dirty="0"/>
              <a:t> </a:t>
            </a:r>
            <a:r>
              <a:rPr lang="en-US" dirty="0" err="1"/>
              <a:t>như</a:t>
            </a:r>
            <a:r>
              <a:rPr lang="en-US" dirty="0"/>
              <a:t> </a:t>
            </a:r>
            <a:r>
              <a:rPr lang="en-US" dirty="0" err="1"/>
              <a:t>là</a:t>
            </a:r>
            <a:r>
              <a:rPr lang="en-US" dirty="0"/>
              <a:t> </a:t>
            </a:r>
            <a:r>
              <a:rPr lang="en-US" dirty="0" err="1"/>
              <a:t>thiết</a:t>
            </a:r>
            <a:r>
              <a:rPr lang="en-US" dirty="0"/>
              <a:t> </a:t>
            </a:r>
            <a:r>
              <a:rPr lang="en-US" dirty="0" err="1"/>
              <a:t>bị</a:t>
            </a:r>
            <a:r>
              <a:rPr lang="en-US" dirty="0"/>
              <a:t> </a:t>
            </a:r>
            <a:r>
              <a:rPr lang="en-US" dirty="0" err="1"/>
              <a:t>quang</a:t>
            </a:r>
            <a:r>
              <a:rPr lang="en-US" dirty="0"/>
              <a:t> </a:t>
            </a:r>
            <a:r>
              <a:rPr lang="en-US" dirty="0" err="1"/>
              <a:t>điện</a:t>
            </a:r>
            <a:r>
              <a:rPr lang="en-US" dirty="0"/>
              <a:t> </a:t>
            </a:r>
            <a:r>
              <a:rPr lang="en-US" dirty="0" err="1"/>
              <a:t>và</a:t>
            </a:r>
            <a:r>
              <a:rPr lang="en-US" dirty="0"/>
              <a:t> </a:t>
            </a:r>
            <a:r>
              <a:rPr lang="en-US" dirty="0" err="1"/>
              <a:t>cảm</a:t>
            </a:r>
            <a:r>
              <a:rPr lang="en-US" dirty="0"/>
              <a:t> </a:t>
            </a:r>
            <a:r>
              <a:rPr lang="en-US" dirty="0" err="1"/>
              <a:t>biến</a:t>
            </a:r>
            <a:r>
              <a:rPr lang="en-US" dirty="0"/>
              <a:t>. Song </a:t>
            </a:r>
            <a:r>
              <a:rPr lang="en-US" dirty="0" err="1"/>
              <a:t>song</a:t>
            </a:r>
            <a:r>
              <a:rPr lang="en-US" dirty="0"/>
              <a:t> </a:t>
            </a:r>
            <a:r>
              <a:rPr lang="en-US" dirty="0" err="1"/>
              <a:t>với</a:t>
            </a:r>
            <a:r>
              <a:rPr lang="en-US" dirty="0"/>
              <a:t> </a:t>
            </a:r>
            <a:r>
              <a:rPr lang="en-US" dirty="0" err="1"/>
              <a:t>hai</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trên</a:t>
            </a:r>
            <a:r>
              <a:rPr lang="en-US" dirty="0"/>
              <a:t> </a:t>
            </a:r>
            <a:r>
              <a:rPr lang="en-US" dirty="0" err="1"/>
              <a:t>là</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lập</a:t>
            </a:r>
            <a:r>
              <a:rPr lang="en-US" dirty="0"/>
              <a:t> </a:t>
            </a:r>
            <a:r>
              <a:rPr lang="en-US" dirty="0" err="1"/>
              <a:t>trình</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nhằm</a:t>
            </a:r>
            <a:r>
              <a:rPr lang="en-US" dirty="0"/>
              <a:t> </a:t>
            </a:r>
            <a:r>
              <a:rPr lang="en-US" dirty="0" err="1"/>
              <a:t>phục</a:t>
            </a:r>
            <a:r>
              <a:rPr lang="en-US" dirty="0"/>
              <a:t> </a:t>
            </a:r>
            <a:r>
              <a:rPr lang="en-US" dirty="0" err="1"/>
              <a:t>vụ</a:t>
            </a:r>
            <a:r>
              <a:rPr lang="en-US" dirty="0"/>
              <a:t> </a:t>
            </a:r>
            <a:r>
              <a:rPr lang="en-US" dirty="0" err="1"/>
              <a:t>quy</a:t>
            </a:r>
            <a:r>
              <a:rPr lang="en-US" dirty="0"/>
              <a:t> </a:t>
            </a:r>
            <a:r>
              <a:rPr lang="en-US" dirty="0" err="1"/>
              <a:t>trình</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chế</a:t>
            </a:r>
            <a:r>
              <a:rPr lang="en-US" dirty="0"/>
              <a:t> </a:t>
            </a:r>
            <a:r>
              <a:rPr lang="en-US" dirty="0" err="1"/>
              <a:t>tạo</a:t>
            </a:r>
            <a:r>
              <a:rPr lang="en-US" dirty="0"/>
              <a:t> </a:t>
            </a:r>
            <a:r>
              <a:rPr lang="en-US" dirty="0" err="1"/>
              <a:t>linh</a:t>
            </a:r>
            <a:r>
              <a:rPr lang="en-US" dirty="0"/>
              <a:t> </a:t>
            </a:r>
            <a:r>
              <a:rPr lang="en-US" dirty="0" err="1"/>
              <a:t>kiện</a:t>
            </a:r>
            <a:r>
              <a:rPr lang="en-US" dirty="0"/>
              <a:t> </a:t>
            </a:r>
            <a:r>
              <a:rPr lang="en-US" dirty="0" err="1"/>
              <a:t>và</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đo</a:t>
            </a:r>
            <a:r>
              <a:rPr lang="en-US" dirty="0"/>
              <a:t> </a:t>
            </a:r>
            <a:r>
              <a:rPr lang="en-US" dirty="0" err="1"/>
              <a:t>đạt</a:t>
            </a:r>
            <a:r>
              <a:rPr lang="en-US" dirty="0"/>
              <a:t> </a:t>
            </a:r>
            <a:r>
              <a:rPr lang="en-US" dirty="0" err="1"/>
              <a:t>các</a:t>
            </a:r>
            <a:r>
              <a:rPr lang="en-US" dirty="0"/>
              <a:t> </a:t>
            </a:r>
            <a:r>
              <a:rPr lang="en-US" dirty="0" err="1"/>
              <a:t>đặc</a:t>
            </a:r>
            <a:r>
              <a:rPr lang="en-US" dirty="0"/>
              <a:t> </a:t>
            </a:r>
            <a:r>
              <a:rPr lang="en-US" dirty="0" err="1"/>
              <a:t>trưng</a:t>
            </a:r>
            <a:r>
              <a:rPr lang="en-US" dirty="0"/>
              <a:t> </a:t>
            </a:r>
            <a:r>
              <a:rPr lang="en-US" dirty="0" err="1"/>
              <a:t>vật</a:t>
            </a:r>
            <a:r>
              <a:rPr lang="en-US" dirty="0"/>
              <a:t> </a:t>
            </a:r>
            <a:r>
              <a:rPr lang="en-US" dirty="0" err="1"/>
              <a:t>lý</a:t>
            </a:r>
            <a:r>
              <a:rPr lang="en-US" dirty="0"/>
              <a:t>. </a:t>
            </a:r>
            <a:endParaRPr dirty="0"/>
          </a:p>
          <a:p>
            <a:pPr marL="0" lvl="0" indent="0" algn="l" rtl="0">
              <a:spcBef>
                <a:spcPts val="0"/>
              </a:spcBef>
              <a:spcAft>
                <a:spcPts val="0"/>
              </a:spcAft>
              <a:buNone/>
            </a:pPr>
            <a:endParaRPr dirty="0"/>
          </a:p>
        </p:txBody>
      </p:sp>
      <p:sp>
        <p:nvSpPr>
          <p:cNvPr id="175" name="Google Shape;175;p4: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66" name="Google Shape;666;p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Trên</a:t>
            </a:r>
            <a:r>
              <a:rPr lang="en-US" dirty="0"/>
              <a:t> </a:t>
            </a:r>
            <a:r>
              <a:rPr lang="en-US" dirty="0" err="1"/>
              <a:t>là</a:t>
            </a:r>
            <a:r>
              <a:rPr lang="en-US" dirty="0"/>
              <a:t> </a:t>
            </a:r>
            <a:r>
              <a:rPr lang="en-US" dirty="0" err="1"/>
              <a:t>tổng</a:t>
            </a:r>
            <a:r>
              <a:rPr lang="en-US" dirty="0"/>
              <a:t> </a:t>
            </a:r>
            <a:r>
              <a:rPr lang="en-US" dirty="0" err="1"/>
              <a:t>quan</a:t>
            </a:r>
            <a:r>
              <a:rPr lang="en-US" dirty="0"/>
              <a:t> </a:t>
            </a:r>
            <a:r>
              <a:rPr lang="en-US" dirty="0" err="1"/>
              <a:t>về</a:t>
            </a:r>
            <a:r>
              <a:rPr lang="en-US" dirty="0"/>
              <a:t> </a:t>
            </a:r>
            <a:r>
              <a:rPr lang="en-US" dirty="0" err="1"/>
              <a:t>bộ</a:t>
            </a:r>
            <a:r>
              <a:rPr lang="en-US" dirty="0"/>
              <a:t> </a:t>
            </a:r>
            <a:r>
              <a:rPr lang="en-US" dirty="0" err="1"/>
              <a:t>môn</a:t>
            </a:r>
            <a:r>
              <a:rPr lang="en-US" dirty="0"/>
              <a:t> </a:t>
            </a:r>
            <a:r>
              <a:rPr lang="en-US" dirty="0" err="1"/>
              <a:t>vlcr</a:t>
            </a:r>
            <a:r>
              <a:rPr lang="en-US" dirty="0"/>
              <a:t> .</a:t>
            </a:r>
            <a:endParaRPr dirty="0"/>
          </a:p>
          <a:p>
            <a:pPr marL="0" lvl="0" indent="0" algn="l" rtl="0">
              <a:spcBef>
                <a:spcPts val="0"/>
              </a:spcBef>
              <a:spcAft>
                <a:spcPts val="0"/>
              </a:spcAft>
              <a:buNone/>
            </a:pPr>
            <a:r>
              <a:rPr lang="en-US" dirty="0"/>
              <a:t>Chi </a:t>
            </a:r>
            <a:r>
              <a:rPr lang="en-US" dirty="0" err="1"/>
              <a:t>tiết</a:t>
            </a:r>
            <a:r>
              <a:rPr lang="en-US" dirty="0"/>
              <a:t> </a:t>
            </a:r>
            <a:r>
              <a:rPr lang="en-US" dirty="0" err="1"/>
              <a:t>hơn</a:t>
            </a:r>
            <a:r>
              <a:rPr lang="en-US" dirty="0"/>
              <a:t> </a:t>
            </a:r>
            <a:r>
              <a:rPr lang="en-US" dirty="0" err="1"/>
              <a:t>về</a:t>
            </a:r>
            <a:r>
              <a:rPr lang="en-US" dirty="0"/>
              <a:t> </a:t>
            </a:r>
            <a:r>
              <a:rPr lang="en-US" dirty="0" err="1"/>
              <a:t>các</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đào</a:t>
            </a:r>
            <a:r>
              <a:rPr lang="en-US" dirty="0"/>
              <a:t> </a:t>
            </a:r>
            <a:r>
              <a:rPr lang="en-US" dirty="0" err="1"/>
              <a:t>tạo</a:t>
            </a:r>
            <a:r>
              <a:rPr lang="en-US" dirty="0"/>
              <a:t> </a:t>
            </a:r>
            <a:r>
              <a:rPr lang="en-US" dirty="0" err="1"/>
              <a:t>là</a:t>
            </a:r>
            <a:r>
              <a:rPr lang="en-US" dirty="0"/>
              <a:t> </a:t>
            </a:r>
            <a:r>
              <a:rPr lang="en-US" dirty="0" err="1"/>
              <a:t>như</a:t>
            </a:r>
            <a:r>
              <a:rPr lang="en-US" dirty="0"/>
              <a:t> </a:t>
            </a:r>
            <a:r>
              <a:rPr lang="en-US" dirty="0" err="1"/>
              <a:t>sau</a:t>
            </a:r>
            <a:r>
              <a:rPr lang="en-US" dirty="0"/>
              <a:t>.</a:t>
            </a:r>
            <a:endParaRPr dirty="0"/>
          </a:p>
          <a:p>
            <a:pPr marL="0" lvl="0" indent="0" algn="l" rtl="0">
              <a:spcBef>
                <a:spcPts val="0"/>
              </a:spcBef>
              <a:spcAft>
                <a:spcPts val="0"/>
              </a:spcAft>
              <a:buNone/>
            </a:pPr>
            <a:r>
              <a:rPr lang="en-US" dirty="0"/>
              <a:t>Các </a:t>
            </a:r>
            <a:r>
              <a:rPr lang="en-US" dirty="0" err="1"/>
              <a:t>vật</a:t>
            </a:r>
            <a:r>
              <a:rPr lang="en-US" dirty="0"/>
              <a:t> </a:t>
            </a:r>
            <a:r>
              <a:rPr lang="en-US" dirty="0" err="1"/>
              <a:t>liệu</a:t>
            </a:r>
            <a:r>
              <a:rPr lang="en-US" dirty="0"/>
              <a:t> nano </a:t>
            </a:r>
            <a:r>
              <a:rPr lang="en-US" dirty="0" err="1"/>
              <a:t>được</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chế</a:t>
            </a:r>
            <a:r>
              <a:rPr lang="en-US" dirty="0"/>
              <a:t> </a:t>
            </a:r>
            <a:r>
              <a:rPr lang="en-US" dirty="0" err="1"/>
              <a:t>tạo</a:t>
            </a:r>
            <a:r>
              <a:rPr lang="en-US" dirty="0"/>
              <a:t> </a:t>
            </a:r>
            <a:r>
              <a:rPr lang="en-US" dirty="0" err="1"/>
              <a:t>gồm</a:t>
            </a:r>
            <a:r>
              <a:rPr lang="en-US" dirty="0"/>
              <a:t> </a:t>
            </a:r>
            <a:r>
              <a:rPr lang="en-US" dirty="0" err="1"/>
              <a:t>có</a:t>
            </a:r>
            <a:r>
              <a:rPr lang="en-US" dirty="0"/>
              <a:t>:….. </a:t>
            </a:r>
            <a:endParaRPr dirty="0"/>
          </a:p>
          <a:p>
            <a:pPr marL="0" lvl="0" indent="0" algn="l" rtl="0">
              <a:spcBef>
                <a:spcPts val="0"/>
              </a:spcBef>
              <a:spcAft>
                <a:spcPts val="0"/>
              </a:spcAft>
              <a:buNone/>
            </a:pPr>
            <a:r>
              <a:rPr lang="en-US" dirty="0"/>
              <a:t>Các </a:t>
            </a:r>
            <a:r>
              <a:rPr lang="en-US" dirty="0" err="1"/>
              <a:t>thiết</a:t>
            </a:r>
            <a:r>
              <a:rPr lang="en-US" dirty="0"/>
              <a:t> </a:t>
            </a:r>
            <a:r>
              <a:rPr lang="en-US" dirty="0" err="1"/>
              <a:t>bị</a:t>
            </a:r>
            <a:r>
              <a:rPr lang="en-US" dirty="0"/>
              <a:t> </a:t>
            </a:r>
            <a:r>
              <a:rPr lang="en-US" dirty="0" err="1"/>
              <a:t>bán</a:t>
            </a:r>
            <a:r>
              <a:rPr lang="en-US" dirty="0"/>
              <a:t> </a:t>
            </a:r>
            <a:r>
              <a:rPr lang="en-US" dirty="0" err="1"/>
              <a:t>dẫn</a:t>
            </a:r>
            <a:r>
              <a:rPr lang="en-US" dirty="0"/>
              <a:t> </a:t>
            </a:r>
            <a:r>
              <a:rPr lang="en-US" dirty="0" err="1"/>
              <a:t>gồm</a:t>
            </a:r>
            <a:r>
              <a:rPr lang="en-US" dirty="0"/>
              <a:t> </a:t>
            </a:r>
            <a:r>
              <a:rPr lang="en-US" dirty="0" err="1"/>
              <a:t>có</a:t>
            </a:r>
            <a:endParaRPr dirty="0"/>
          </a:p>
          <a:p>
            <a:pPr marL="0" lvl="0" indent="0" algn="l" rtl="0">
              <a:spcBef>
                <a:spcPts val="0"/>
              </a:spcBef>
              <a:spcAft>
                <a:spcPts val="0"/>
              </a:spcAft>
              <a:buNone/>
            </a:pPr>
            <a:r>
              <a:rPr lang="en-US" dirty="0" err="1"/>
              <a:t>Và</a:t>
            </a:r>
            <a:r>
              <a:rPr lang="en-US" dirty="0"/>
              <a:t> </a:t>
            </a:r>
            <a:r>
              <a:rPr lang="en-US" dirty="0" err="1"/>
              <a:t>các</a:t>
            </a:r>
            <a:r>
              <a:rPr lang="en-US" dirty="0"/>
              <a:t> </a:t>
            </a:r>
            <a:r>
              <a:rPr lang="en-US" dirty="0" err="1"/>
              <a:t>nghiên</a:t>
            </a:r>
            <a:r>
              <a:rPr lang="en-US" dirty="0"/>
              <a:t> </a:t>
            </a:r>
            <a:r>
              <a:rPr lang="en-US" dirty="0" err="1"/>
              <a:t>cứu</a:t>
            </a:r>
            <a:r>
              <a:rPr lang="en-US" dirty="0"/>
              <a:t> </a:t>
            </a:r>
            <a:r>
              <a:rPr lang="en-US" dirty="0" err="1"/>
              <a:t>về</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nhằm</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các</a:t>
            </a:r>
            <a:r>
              <a:rPr lang="en-US" dirty="0"/>
              <a:t> </a:t>
            </a:r>
            <a:r>
              <a:rPr lang="en-US" dirty="0" err="1"/>
              <a:t>quá</a:t>
            </a:r>
            <a:r>
              <a:rPr lang="en-US" dirty="0"/>
              <a:t> </a:t>
            </a:r>
            <a:r>
              <a:rPr lang="en-US" dirty="0" err="1"/>
              <a:t>trình</a:t>
            </a:r>
            <a:r>
              <a:rPr lang="en-US" dirty="0"/>
              <a:t> </a:t>
            </a:r>
            <a:r>
              <a:rPr lang="en-US" dirty="0" err="1"/>
              <a:t>sản</a:t>
            </a:r>
            <a:r>
              <a:rPr lang="en-US" dirty="0"/>
              <a:t> </a:t>
            </a:r>
            <a:r>
              <a:rPr lang="en-US" dirty="0" err="1"/>
              <a:t>xuất</a:t>
            </a:r>
            <a:r>
              <a:rPr lang="en-US" dirty="0"/>
              <a:t> </a:t>
            </a:r>
            <a:r>
              <a:rPr lang="en-US" dirty="0" err="1"/>
              <a:t>trên</a:t>
            </a:r>
            <a:endParaRPr dirty="0"/>
          </a:p>
          <a:p>
            <a:pPr marL="0" lvl="0" indent="0" algn="l" rtl="0">
              <a:spcBef>
                <a:spcPts val="0"/>
              </a:spcBef>
              <a:spcAft>
                <a:spcPts val="0"/>
              </a:spcAft>
              <a:buNone/>
            </a:pPr>
            <a:endParaRPr dirty="0"/>
          </a:p>
        </p:txBody>
      </p:sp>
      <p:sp>
        <p:nvSpPr>
          <p:cNvPr id="667" name="Google Shape;667;p9: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p1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704" name="Google Shape;704;p1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Ví dụ, ứng dụng của các vật liệu nano và tầm quan trọng của nó trong đời sống.</a:t>
            </a:r>
            <a:endParaRPr/>
          </a:p>
          <a:p>
            <a:pPr marL="0" lvl="0" indent="0" algn="l" rtl="0">
              <a:spcBef>
                <a:spcPts val="0"/>
              </a:spcBef>
              <a:spcAft>
                <a:spcPts val="0"/>
              </a:spcAft>
              <a:buNone/>
            </a:pPr>
            <a:r>
              <a:rPr lang="en-US"/>
              <a:t>Điện cực trong suốt, cảm biến khí, tế bào sáng, pin mặt trời…</a:t>
            </a:r>
            <a:endParaRPr/>
          </a:p>
        </p:txBody>
      </p:sp>
      <p:sp>
        <p:nvSpPr>
          <p:cNvPr id="705" name="Google Shape;705;p10: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1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726" name="Google Shape;726;p11: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Ví dụ về cảm biến khí nh3</a:t>
            </a:r>
            <a:endParaRPr/>
          </a:p>
        </p:txBody>
      </p:sp>
      <p:sp>
        <p:nvSpPr>
          <p:cNvPr id="727" name="Google Shape;727;p11: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12: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834" name="Google Shape;834;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1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61" name="Google Shape;861;p1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Trên</a:t>
            </a:r>
            <a:r>
              <a:rPr lang="en-US" dirty="0"/>
              <a:t> </a:t>
            </a:r>
            <a:r>
              <a:rPr lang="en-US" dirty="0" err="1"/>
              <a:t>là</a:t>
            </a:r>
            <a:r>
              <a:rPr lang="en-US" dirty="0"/>
              <a:t> </a:t>
            </a:r>
            <a:r>
              <a:rPr lang="en-US" dirty="0" err="1"/>
              <a:t>tổng</a:t>
            </a:r>
            <a:r>
              <a:rPr lang="en-US" dirty="0"/>
              <a:t> </a:t>
            </a:r>
            <a:r>
              <a:rPr lang="en-US" dirty="0" err="1"/>
              <a:t>quan</a:t>
            </a:r>
            <a:r>
              <a:rPr lang="en-US" dirty="0"/>
              <a:t> </a:t>
            </a:r>
            <a:r>
              <a:rPr lang="en-US" dirty="0" err="1"/>
              <a:t>về</a:t>
            </a:r>
            <a:r>
              <a:rPr lang="en-US" dirty="0"/>
              <a:t> </a:t>
            </a:r>
            <a:r>
              <a:rPr lang="en-US" dirty="0" err="1"/>
              <a:t>bộ</a:t>
            </a:r>
            <a:r>
              <a:rPr lang="en-US" dirty="0"/>
              <a:t> </a:t>
            </a:r>
            <a:r>
              <a:rPr lang="en-US" dirty="0" err="1"/>
              <a:t>môn</a:t>
            </a:r>
            <a:r>
              <a:rPr lang="en-US" dirty="0"/>
              <a:t> </a:t>
            </a:r>
            <a:r>
              <a:rPr lang="en-US" dirty="0" err="1"/>
              <a:t>vlcr</a:t>
            </a:r>
            <a:r>
              <a:rPr lang="en-US" dirty="0"/>
              <a:t> .</a:t>
            </a:r>
            <a:endParaRPr dirty="0"/>
          </a:p>
          <a:p>
            <a:pPr marL="0" lvl="0" indent="0" algn="l" rtl="0">
              <a:spcBef>
                <a:spcPts val="0"/>
              </a:spcBef>
              <a:spcAft>
                <a:spcPts val="0"/>
              </a:spcAft>
              <a:buNone/>
            </a:pPr>
            <a:r>
              <a:rPr lang="en-US" dirty="0"/>
              <a:t>Chi </a:t>
            </a:r>
            <a:r>
              <a:rPr lang="en-US" dirty="0" err="1"/>
              <a:t>tiết</a:t>
            </a:r>
            <a:r>
              <a:rPr lang="en-US" dirty="0"/>
              <a:t> </a:t>
            </a:r>
            <a:r>
              <a:rPr lang="en-US" dirty="0" err="1"/>
              <a:t>hơn</a:t>
            </a:r>
            <a:r>
              <a:rPr lang="en-US" dirty="0"/>
              <a:t> </a:t>
            </a:r>
            <a:r>
              <a:rPr lang="en-US" dirty="0" err="1"/>
              <a:t>về</a:t>
            </a:r>
            <a:r>
              <a:rPr lang="en-US" dirty="0"/>
              <a:t> </a:t>
            </a:r>
            <a:r>
              <a:rPr lang="en-US" dirty="0" err="1"/>
              <a:t>các</a:t>
            </a:r>
            <a:r>
              <a:rPr lang="en-US" dirty="0"/>
              <a:t> </a:t>
            </a:r>
            <a:r>
              <a:rPr lang="en-US" dirty="0" err="1"/>
              <a:t>hướng</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đào</a:t>
            </a:r>
            <a:r>
              <a:rPr lang="en-US" dirty="0"/>
              <a:t> </a:t>
            </a:r>
            <a:r>
              <a:rPr lang="en-US" dirty="0" err="1"/>
              <a:t>tạo</a:t>
            </a:r>
            <a:r>
              <a:rPr lang="en-US" dirty="0"/>
              <a:t> </a:t>
            </a:r>
            <a:r>
              <a:rPr lang="en-US" dirty="0" err="1"/>
              <a:t>là</a:t>
            </a:r>
            <a:r>
              <a:rPr lang="en-US" dirty="0"/>
              <a:t> </a:t>
            </a:r>
            <a:r>
              <a:rPr lang="en-US" dirty="0" err="1"/>
              <a:t>như</a:t>
            </a:r>
            <a:r>
              <a:rPr lang="en-US" dirty="0"/>
              <a:t> </a:t>
            </a:r>
            <a:r>
              <a:rPr lang="en-US" dirty="0" err="1"/>
              <a:t>sau</a:t>
            </a:r>
            <a:r>
              <a:rPr lang="en-US" dirty="0"/>
              <a:t>.</a:t>
            </a:r>
            <a:endParaRPr dirty="0"/>
          </a:p>
          <a:p>
            <a:pPr marL="0" lvl="0" indent="0" algn="l" rtl="0">
              <a:spcBef>
                <a:spcPts val="0"/>
              </a:spcBef>
              <a:spcAft>
                <a:spcPts val="0"/>
              </a:spcAft>
              <a:buNone/>
            </a:pPr>
            <a:r>
              <a:rPr lang="en-US" dirty="0"/>
              <a:t>Các </a:t>
            </a:r>
            <a:r>
              <a:rPr lang="en-US" dirty="0" err="1"/>
              <a:t>vật</a:t>
            </a:r>
            <a:r>
              <a:rPr lang="en-US" dirty="0"/>
              <a:t> </a:t>
            </a:r>
            <a:r>
              <a:rPr lang="en-US" dirty="0" err="1"/>
              <a:t>liệu</a:t>
            </a:r>
            <a:r>
              <a:rPr lang="en-US" dirty="0"/>
              <a:t> nano </a:t>
            </a:r>
            <a:r>
              <a:rPr lang="en-US" dirty="0" err="1"/>
              <a:t>được</a:t>
            </a:r>
            <a:r>
              <a:rPr lang="en-US" dirty="0"/>
              <a:t> </a:t>
            </a:r>
            <a:r>
              <a:rPr lang="en-US" dirty="0" err="1"/>
              <a:t>nghiên</a:t>
            </a:r>
            <a:r>
              <a:rPr lang="en-US" dirty="0"/>
              <a:t> </a:t>
            </a:r>
            <a:r>
              <a:rPr lang="en-US" dirty="0" err="1"/>
              <a:t>cứu</a:t>
            </a:r>
            <a:r>
              <a:rPr lang="en-US" dirty="0"/>
              <a:t> </a:t>
            </a:r>
            <a:r>
              <a:rPr lang="en-US" dirty="0" err="1"/>
              <a:t>và</a:t>
            </a:r>
            <a:r>
              <a:rPr lang="en-US" dirty="0"/>
              <a:t> </a:t>
            </a:r>
            <a:r>
              <a:rPr lang="en-US" dirty="0" err="1"/>
              <a:t>chế</a:t>
            </a:r>
            <a:r>
              <a:rPr lang="en-US" dirty="0"/>
              <a:t> </a:t>
            </a:r>
            <a:r>
              <a:rPr lang="en-US" dirty="0" err="1"/>
              <a:t>tạo</a:t>
            </a:r>
            <a:r>
              <a:rPr lang="en-US" dirty="0"/>
              <a:t> </a:t>
            </a:r>
            <a:r>
              <a:rPr lang="en-US" dirty="0" err="1"/>
              <a:t>gồm</a:t>
            </a:r>
            <a:r>
              <a:rPr lang="en-US" dirty="0"/>
              <a:t> </a:t>
            </a:r>
            <a:r>
              <a:rPr lang="en-US" dirty="0" err="1"/>
              <a:t>có</a:t>
            </a:r>
            <a:r>
              <a:rPr lang="en-US" dirty="0"/>
              <a:t>:….. </a:t>
            </a:r>
            <a:endParaRPr dirty="0"/>
          </a:p>
          <a:p>
            <a:pPr marL="0" lvl="0" indent="0" algn="l" rtl="0">
              <a:spcBef>
                <a:spcPts val="0"/>
              </a:spcBef>
              <a:spcAft>
                <a:spcPts val="0"/>
              </a:spcAft>
              <a:buNone/>
            </a:pPr>
            <a:r>
              <a:rPr lang="en-US" dirty="0"/>
              <a:t>Các </a:t>
            </a:r>
            <a:r>
              <a:rPr lang="en-US" dirty="0" err="1"/>
              <a:t>thiết</a:t>
            </a:r>
            <a:r>
              <a:rPr lang="en-US" dirty="0"/>
              <a:t> </a:t>
            </a:r>
            <a:r>
              <a:rPr lang="en-US" dirty="0" err="1"/>
              <a:t>bị</a:t>
            </a:r>
            <a:r>
              <a:rPr lang="en-US" dirty="0"/>
              <a:t> </a:t>
            </a:r>
            <a:r>
              <a:rPr lang="en-US" dirty="0" err="1"/>
              <a:t>bán</a:t>
            </a:r>
            <a:r>
              <a:rPr lang="en-US" dirty="0"/>
              <a:t> </a:t>
            </a:r>
            <a:r>
              <a:rPr lang="en-US" dirty="0" err="1"/>
              <a:t>dẫn</a:t>
            </a:r>
            <a:r>
              <a:rPr lang="en-US" dirty="0"/>
              <a:t> </a:t>
            </a:r>
            <a:r>
              <a:rPr lang="en-US" dirty="0" err="1"/>
              <a:t>gồm</a:t>
            </a:r>
            <a:r>
              <a:rPr lang="en-US" dirty="0"/>
              <a:t> </a:t>
            </a:r>
            <a:r>
              <a:rPr lang="en-US" dirty="0" err="1"/>
              <a:t>có</a:t>
            </a:r>
            <a:endParaRPr dirty="0"/>
          </a:p>
          <a:p>
            <a:pPr marL="0" lvl="0" indent="0" algn="l" rtl="0">
              <a:spcBef>
                <a:spcPts val="0"/>
              </a:spcBef>
              <a:spcAft>
                <a:spcPts val="0"/>
              </a:spcAft>
              <a:buNone/>
            </a:pPr>
            <a:r>
              <a:rPr lang="en-US" dirty="0" err="1"/>
              <a:t>Và</a:t>
            </a:r>
            <a:r>
              <a:rPr lang="en-US" dirty="0"/>
              <a:t> </a:t>
            </a:r>
            <a:r>
              <a:rPr lang="en-US" dirty="0" err="1"/>
              <a:t>các</a:t>
            </a:r>
            <a:r>
              <a:rPr lang="en-US" dirty="0"/>
              <a:t> </a:t>
            </a:r>
            <a:r>
              <a:rPr lang="en-US" dirty="0" err="1"/>
              <a:t>nghiên</a:t>
            </a:r>
            <a:r>
              <a:rPr lang="en-US" dirty="0"/>
              <a:t> </a:t>
            </a:r>
            <a:r>
              <a:rPr lang="en-US" dirty="0" err="1"/>
              <a:t>cứu</a:t>
            </a:r>
            <a:r>
              <a:rPr lang="en-US" dirty="0"/>
              <a:t> </a:t>
            </a:r>
            <a:r>
              <a:rPr lang="en-US" dirty="0" err="1"/>
              <a:t>về</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nhằm</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các</a:t>
            </a:r>
            <a:r>
              <a:rPr lang="en-US" dirty="0"/>
              <a:t> </a:t>
            </a:r>
            <a:r>
              <a:rPr lang="en-US" dirty="0" err="1"/>
              <a:t>quá</a:t>
            </a:r>
            <a:r>
              <a:rPr lang="en-US" dirty="0"/>
              <a:t> </a:t>
            </a:r>
            <a:r>
              <a:rPr lang="en-US" dirty="0" err="1"/>
              <a:t>trình</a:t>
            </a:r>
            <a:r>
              <a:rPr lang="en-US" dirty="0"/>
              <a:t> </a:t>
            </a:r>
            <a:r>
              <a:rPr lang="en-US" dirty="0" err="1"/>
              <a:t>sản</a:t>
            </a:r>
            <a:r>
              <a:rPr lang="en-US" dirty="0"/>
              <a:t> </a:t>
            </a:r>
            <a:r>
              <a:rPr lang="en-US" dirty="0" err="1"/>
              <a:t>xuất</a:t>
            </a:r>
            <a:r>
              <a:rPr lang="en-US" dirty="0"/>
              <a:t> </a:t>
            </a:r>
            <a:r>
              <a:rPr lang="en-US" dirty="0" err="1"/>
              <a:t>trên</a:t>
            </a:r>
            <a:endParaRPr dirty="0"/>
          </a:p>
          <a:p>
            <a:pPr marL="0" lvl="0" indent="0" algn="l" rtl="0">
              <a:spcBef>
                <a:spcPts val="0"/>
              </a:spcBef>
              <a:spcAft>
                <a:spcPts val="0"/>
              </a:spcAft>
              <a:buNone/>
            </a:pPr>
            <a:endParaRPr dirty="0"/>
          </a:p>
        </p:txBody>
      </p:sp>
      <p:sp>
        <p:nvSpPr>
          <p:cNvPr id="862" name="Google Shape;862;p13: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896" name="Google Shape;896;p1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Để</a:t>
            </a:r>
            <a:r>
              <a:rPr lang="en-US" dirty="0"/>
              <a:t> </a:t>
            </a:r>
            <a:r>
              <a:rPr lang="en-US" dirty="0" err="1"/>
              <a:t>chế</a:t>
            </a:r>
            <a:r>
              <a:rPr lang="en-US" dirty="0"/>
              <a:t> </a:t>
            </a:r>
            <a:r>
              <a:rPr lang="en-US" dirty="0" err="1"/>
              <a:t>tạo</a:t>
            </a:r>
            <a:r>
              <a:rPr lang="en-US" dirty="0"/>
              <a:t> </a:t>
            </a:r>
            <a:r>
              <a:rPr lang="en-US" dirty="0" err="1"/>
              <a:t>các</a:t>
            </a:r>
            <a:r>
              <a:rPr lang="en-US" dirty="0"/>
              <a:t> </a:t>
            </a:r>
            <a:r>
              <a:rPr lang="en-US" dirty="0" err="1"/>
              <a:t>vật</a:t>
            </a:r>
            <a:r>
              <a:rPr lang="en-US" dirty="0"/>
              <a:t> </a:t>
            </a:r>
            <a:r>
              <a:rPr lang="en-US" dirty="0" err="1"/>
              <a:t>liệu</a:t>
            </a:r>
            <a:r>
              <a:rPr lang="en-US" dirty="0"/>
              <a:t> </a:t>
            </a:r>
            <a:r>
              <a:rPr lang="en-US" dirty="0" err="1"/>
              <a:t>và</a:t>
            </a:r>
            <a:r>
              <a:rPr lang="en-US" dirty="0"/>
              <a:t> </a:t>
            </a:r>
            <a:r>
              <a:rPr lang="en-US" dirty="0" err="1"/>
              <a:t>đo</a:t>
            </a:r>
            <a:r>
              <a:rPr lang="en-US" dirty="0"/>
              <a:t> </a:t>
            </a:r>
            <a:r>
              <a:rPr lang="en-US" dirty="0" err="1"/>
              <a:t>lường</a:t>
            </a:r>
            <a:r>
              <a:rPr lang="en-US" dirty="0"/>
              <a:t> </a:t>
            </a:r>
            <a:r>
              <a:rPr lang="en-US" dirty="0" err="1"/>
              <a:t>các</a:t>
            </a:r>
            <a:r>
              <a:rPr lang="en-US" dirty="0"/>
              <a:t> </a:t>
            </a:r>
            <a:r>
              <a:rPr lang="en-US" dirty="0" err="1"/>
              <a:t>tính</a:t>
            </a:r>
            <a:r>
              <a:rPr lang="en-US" dirty="0"/>
              <a:t> </a:t>
            </a:r>
            <a:r>
              <a:rPr lang="en-US" dirty="0" err="1"/>
              <a:t>chất</a:t>
            </a:r>
            <a:r>
              <a:rPr lang="en-US" dirty="0"/>
              <a:t> </a:t>
            </a:r>
            <a:r>
              <a:rPr lang="en-US" dirty="0" err="1"/>
              <a:t>của</a:t>
            </a:r>
            <a:r>
              <a:rPr lang="en-US" dirty="0"/>
              <a:t> </a:t>
            </a:r>
            <a:r>
              <a:rPr lang="en-US" dirty="0" err="1"/>
              <a:t>vật</a:t>
            </a:r>
            <a:r>
              <a:rPr lang="en-US" dirty="0"/>
              <a:t> </a:t>
            </a:r>
            <a:r>
              <a:rPr lang="en-US" dirty="0" err="1"/>
              <a:t>liệu</a:t>
            </a:r>
            <a:r>
              <a:rPr lang="en-US" dirty="0"/>
              <a:t> </a:t>
            </a:r>
            <a:r>
              <a:rPr lang="en-US" dirty="0" err="1"/>
              <a:t>chúng</a:t>
            </a:r>
            <a:r>
              <a:rPr lang="en-US" dirty="0"/>
              <a:t> ta </a:t>
            </a:r>
            <a:r>
              <a:rPr lang="en-US" dirty="0" err="1"/>
              <a:t>cần</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và</a:t>
            </a:r>
            <a:r>
              <a:rPr lang="en-US" dirty="0"/>
              <a:t> </a:t>
            </a:r>
            <a:r>
              <a:rPr lang="en-US" dirty="0" err="1"/>
              <a:t>phương</a:t>
            </a:r>
            <a:r>
              <a:rPr lang="en-US" dirty="0"/>
              <a:t> </a:t>
            </a:r>
            <a:r>
              <a:rPr lang="en-US" dirty="0" err="1"/>
              <a:t>pháp</a:t>
            </a:r>
            <a:r>
              <a:rPr lang="en-US" dirty="0"/>
              <a:t> </a:t>
            </a:r>
            <a:r>
              <a:rPr lang="en-US" dirty="0" err="1"/>
              <a:t>riêng</a:t>
            </a:r>
            <a:r>
              <a:rPr lang="en-US" dirty="0"/>
              <a:t>.</a:t>
            </a:r>
            <a:endParaRPr dirty="0"/>
          </a:p>
          <a:p>
            <a:pPr marL="0" lvl="0" indent="0" algn="l" rtl="0">
              <a:spcBef>
                <a:spcPts val="0"/>
              </a:spcBef>
              <a:spcAft>
                <a:spcPts val="0"/>
              </a:spcAft>
              <a:buNone/>
            </a:pPr>
            <a:r>
              <a:rPr lang="en-US" dirty="0" err="1"/>
              <a:t>Tại</a:t>
            </a:r>
            <a:r>
              <a:rPr lang="en-US" dirty="0"/>
              <a:t> bm </a:t>
            </a:r>
            <a:r>
              <a:rPr lang="en-US" dirty="0" err="1"/>
              <a:t>vlcr</a:t>
            </a:r>
            <a:r>
              <a:rPr lang="en-US" dirty="0"/>
              <a:t> </a:t>
            </a:r>
            <a:r>
              <a:rPr lang="en-US" dirty="0" err="1"/>
              <a:t>các</a:t>
            </a:r>
            <a:r>
              <a:rPr lang="en-US" dirty="0"/>
              <a:t> </a:t>
            </a:r>
            <a:r>
              <a:rPr lang="en-US" dirty="0" err="1"/>
              <a:t>bạn</a:t>
            </a:r>
            <a:r>
              <a:rPr lang="en-US" dirty="0"/>
              <a:t> </a:t>
            </a:r>
            <a:r>
              <a:rPr lang="en-US" dirty="0" err="1"/>
              <a:t>sẽ</a:t>
            </a:r>
            <a:r>
              <a:rPr lang="en-US" dirty="0"/>
              <a:t> </a:t>
            </a:r>
            <a:r>
              <a:rPr lang="en-US" dirty="0" err="1"/>
              <a:t>làm</a:t>
            </a:r>
            <a:r>
              <a:rPr lang="en-US" dirty="0"/>
              <a:t> </a:t>
            </a:r>
            <a:r>
              <a:rPr lang="en-US" dirty="0" err="1"/>
              <a:t>việc</a:t>
            </a:r>
            <a:r>
              <a:rPr lang="en-US" dirty="0"/>
              <a:t> </a:t>
            </a:r>
            <a:r>
              <a:rPr lang="en-US" dirty="0" err="1"/>
              <a:t>với</a:t>
            </a:r>
            <a:r>
              <a:rPr lang="en-US" dirty="0"/>
              <a:t> </a:t>
            </a:r>
            <a:r>
              <a:rPr lang="en-US" dirty="0" err="1"/>
              <a:t>hệ</a:t>
            </a:r>
            <a:r>
              <a:rPr lang="en-US" dirty="0"/>
              <a:t> glove box-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nano</a:t>
            </a:r>
            <a:endParaRPr dirty="0"/>
          </a:p>
        </p:txBody>
      </p:sp>
      <p:sp>
        <p:nvSpPr>
          <p:cNvPr id="897" name="Google Shape;897;p14: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03" name="Google Shape;1003;p1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a:t>Các phương pháp vật lý. Pvd. Bốc bay…</a:t>
            </a:r>
            <a:endParaRPr/>
          </a:p>
        </p:txBody>
      </p:sp>
      <p:sp>
        <p:nvSpPr>
          <p:cNvPr id="1004" name="Google Shape;1004;p18: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1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49" name="Google Shape;949;p1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CVD </a:t>
            </a:r>
            <a:r>
              <a:rPr lang="en-US" dirty="0" err="1"/>
              <a:t>chế</a:t>
            </a:r>
            <a:r>
              <a:rPr lang="en-US" dirty="0"/>
              <a:t> </a:t>
            </a:r>
            <a:r>
              <a:rPr lang="en-US" dirty="0" err="1"/>
              <a:t>tạo</a:t>
            </a:r>
            <a:r>
              <a:rPr lang="en-US" dirty="0"/>
              <a:t> </a:t>
            </a:r>
            <a:r>
              <a:rPr lang="en-US" dirty="0" err="1"/>
              <a:t>photpho</a:t>
            </a:r>
            <a:r>
              <a:rPr lang="en-US" dirty="0"/>
              <a:t> </a:t>
            </a:r>
            <a:r>
              <a:rPr lang="en-US" dirty="0" err="1"/>
              <a:t>đen</a:t>
            </a:r>
            <a:r>
              <a:rPr lang="en-US" dirty="0"/>
              <a:t>, </a:t>
            </a:r>
            <a:r>
              <a:rPr lang="en-US" dirty="0" err="1"/>
              <a:t>cơ</a:t>
            </a:r>
            <a:r>
              <a:rPr lang="en-US" dirty="0"/>
              <a:t> </a:t>
            </a:r>
            <a:r>
              <a:rPr lang="en-US" dirty="0" err="1"/>
              <a:t>sở</a:t>
            </a:r>
            <a:r>
              <a:rPr lang="en-US" dirty="0"/>
              <a:t> </a:t>
            </a:r>
            <a:r>
              <a:rPr lang="en-US" dirty="0" err="1"/>
              <a:t>cho</a:t>
            </a:r>
            <a:r>
              <a:rPr lang="en-US" dirty="0"/>
              <a:t> </a:t>
            </a:r>
            <a:r>
              <a:rPr lang="en-US" dirty="0" err="1"/>
              <a:t>chế</a:t>
            </a:r>
            <a:r>
              <a:rPr lang="en-US" dirty="0"/>
              <a:t> </a:t>
            </a:r>
            <a:r>
              <a:rPr lang="en-US" dirty="0" err="1"/>
              <a:t>tạo</a:t>
            </a:r>
            <a:r>
              <a:rPr lang="en-US" dirty="0"/>
              <a:t> phosphorene.</a:t>
            </a:r>
            <a:endParaRPr dirty="0"/>
          </a:p>
          <a:p>
            <a:pPr marL="0" lvl="0" indent="0" algn="l" rtl="0">
              <a:spcBef>
                <a:spcPts val="0"/>
              </a:spcBef>
              <a:spcAft>
                <a:spcPts val="0"/>
              </a:spcAft>
              <a:buNone/>
            </a:pPr>
            <a:r>
              <a:rPr lang="en-US" dirty="0" err="1"/>
              <a:t>Hoặc</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nhiệt</a:t>
            </a:r>
            <a:r>
              <a:rPr lang="en-US" dirty="0"/>
              <a:t> </a:t>
            </a:r>
            <a:r>
              <a:rPr lang="en-US" dirty="0" err="1"/>
              <a:t>điện</a:t>
            </a:r>
            <a:endParaRPr dirty="0"/>
          </a:p>
        </p:txBody>
      </p:sp>
      <p:sp>
        <p:nvSpPr>
          <p:cNvPr id="950" name="Google Shape;950;p16: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14" name="Google Shape;914;p1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Hệ CVD </a:t>
            </a:r>
            <a:r>
              <a:rPr lang="en-US" dirty="0" err="1"/>
              <a:t>sử</a:t>
            </a:r>
            <a:r>
              <a:rPr lang="en-US" dirty="0"/>
              <a:t> </a:t>
            </a:r>
            <a:r>
              <a:rPr lang="en-US" dirty="0" err="1"/>
              <a:t>dụng</a:t>
            </a:r>
            <a:r>
              <a:rPr lang="en-US" dirty="0"/>
              <a:t> </a:t>
            </a:r>
            <a:r>
              <a:rPr lang="en-US" dirty="0" err="1"/>
              <a:t>phương</a:t>
            </a:r>
            <a:r>
              <a:rPr lang="en-US" dirty="0"/>
              <a:t> </a:t>
            </a:r>
            <a:r>
              <a:rPr lang="en-US" dirty="0" err="1"/>
              <a:t>pháp</a:t>
            </a:r>
            <a:r>
              <a:rPr lang="en-US" dirty="0"/>
              <a:t> CVD </a:t>
            </a:r>
            <a:r>
              <a:rPr lang="en-US" dirty="0" err="1"/>
              <a:t>chế</a:t>
            </a:r>
            <a:r>
              <a:rPr lang="en-US" dirty="0"/>
              <a:t> </a:t>
            </a:r>
            <a:r>
              <a:rPr lang="en-US" dirty="0" err="1"/>
              <a:t>tạo</a:t>
            </a:r>
            <a:r>
              <a:rPr lang="en-US" dirty="0"/>
              <a:t> pin </a:t>
            </a:r>
            <a:r>
              <a:rPr lang="en-US" dirty="0" err="1"/>
              <a:t>mặt</a:t>
            </a:r>
            <a:r>
              <a:rPr lang="en-US" dirty="0"/>
              <a:t> </a:t>
            </a:r>
            <a:r>
              <a:rPr lang="en-US" dirty="0" err="1"/>
              <a:t>trời</a:t>
            </a:r>
            <a:endParaRPr dirty="0"/>
          </a:p>
        </p:txBody>
      </p:sp>
      <p:sp>
        <p:nvSpPr>
          <p:cNvPr id="915" name="Google Shape;915;p15: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1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974" name="Google Shape;974;p1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Phương </a:t>
            </a:r>
            <a:r>
              <a:rPr lang="en-US" dirty="0" err="1"/>
              <a:t>pháp</a:t>
            </a:r>
            <a:r>
              <a:rPr lang="en-US" dirty="0"/>
              <a:t> </a:t>
            </a:r>
            <a:r>
              <a:rPr lang="en-US" dirty="0" err="1"/>
              <a:t>hóa</a:t>
            </a:r>
            <a:r>
              <a:rPr lang="en-US" dirty="0"/>
              <a:t> </a:t>
            </a:r>
            <a:r>
              <a:rPr lang="en-US" dirty="0" err="1"/>
              <a:t>học</a:t>
            </a:r>
            <a:r>
              <a:rPr lang="en-US" dirty="0"/>
              <a:t>, </a:t>
            </a:r>
            <a:r>
              <a:rPr lang="en-US" dirty="0" err="1"/>
              <a:t>thủy</a:t>
            </a:r>
            <a:r>
              <a:rPr lang="en-US" dirty="0"/>
              <a:t> </a:t>
            </a:r>
            <a:r>
              <a:rPr lang="en-US" dirty="0" err="1"/>
              <a:t>nhiệt</a:t>
            </a:r>
            <a:r>
              <a:rPr lang="en-US" dirty="0"/>
              <a:t> </a:t>
            </a:r>
            <a:r>
              <a:rPr lang="en-US" dirty="0" err="1"/>
              <a:t>chế</a:t>
            </a:r>
            <a:r>
              <a:rPr lang="en-US" dirty="0"/>
              <a:t> </a:t>
            </a:r>
            <a:r>
              <a:rPr lang="en-US" dirty="0" err="1"/>
              <a:t>tạo</a:t>
            </a:r>
            <a:r>
              <a:rPr lang="en-US" dirty="0"/>
              <a:t> </a:t>
            </a:r>
            <a:r>
              <a:rPr lang="en-US" dirty="0" err="1"/>
              <a:t>các</a:t>
            </a:r>
            <a:r>
              <a:rPr lang="en-US" dirty="0"/>
              <a:t> </a:t>
            </a:r>
            <a:r>
              <a:rPr lang="en-US" dirty="0" err="1"/>
              <a:t>vật</a:t>
            </a:r>
            <a:r>
              <a:rPr lang="en-US" dirty="0"/>
              <a:t> </a:t>
            </a:r>
            <a:r>
              <a:rPr lang="en-US" dirty="0" err="1"/>
              <a:t>liệ</a:t>
            </a:r>
            <a:r>
              <a:rPr lang="en-US" dirty="0"/>
              <a:t> </a:t>
            </a:r>
            <a:r>
              <a:rPr lang="en-US" dirty="0" err="1"/>
              <a:t>cấu</a:t>
            </a:r>
            <a:r>
              <a:rPr lang="en-US" dirty="0"/>
              <a:t> </a:t>
            </a:r>
            <a:r>
              <a:rPr lang="en-US" dirty="0" err="1"/>
              <a:t>trúc</a:t>
            </a:r>
            <a:r>
              <a:rPr lang="en-US" dirty="0"/>
              <a:t> nano </a:t>
            </a:r>
            <a:r>
              <a:rPr lang="en-US" dirty="0" err="1"/>
              <a:t>như</a:t>
            </a:r>
            <a:r>
              <a:rPr lang="en-US" dirty="0"/>
              <a:t>:…</a:t>
            </a:r>
            <a:endParaRPr dirty="0"/>
          </a:p>
        </p:txBody>
      </p:sp>
      <p:sp>
        <p:nvSpPr>
          <p:cNvPr id="975" name="Google Shape;975;p17: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1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36" name="Google Shape;1036;p19: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Trong </a:t>
            </a:r>
            <a:r>
              <a:rPr lang="en-US" dirty="0" err="1"/>
              <a:t>quá</a:t>
            </a:r>
            <a:r>
              <a:rPr lang="en-US" dirty="0"/>
              <a:t> </a:t>
            </a:r>
            <a:r>
              <a:rPr lang="en-US" dirty="0" err="1"/>
              <a:t>trình</a:t>
            </a:r>
            <a:r>
              <a:rPr lang="en-US" dirty="0"/>
              <a:t> </a:t>
            </a:r>
            <a:r>
              <a:rPr lang="en-US" dirty="0" err="1"/>
              <a:t>chế</a:t>
            </a:r>
            <a:r>
              <a:rPr lang="en-US" dirty="0"/>
              <a:t> </a:t>
            </a:r>
            <a:r>
              <a:rPr lang="en-US" dirty="0" err="1"/>
              <a:t>tạo</a:t>
            </a:r>
            <a:r>
              <a:rPr lang="en-US" dirty="0"/>
              <a:t> </a:t>
            </a:r>
            <a:r>
              <a:rPr lang="en-US" dirty="0" err="1"/>
              <a:t>linh</a:t>
            </a:r>
            <a:r>
              <a:rPr lang="en-US" dirty="0"/>
              <a:t> </a:t>
            </a:r>
            <a:r>
              <a:rPr lang="en-US" dirty="0" err="1"/>
              <a:t>kiện</a:t>
            </a:r>
            <a:r>
              <a:rPr lang="en-US" dirty="0"/>
              <a:t> </a:t>
            </a:r>
            <a:r>
              <a:rPr lang="en-US" dirty="0" err="1"/>
              <a:t>bán</a:t>
            </a:r>
            <a:r>
              <a:rPr lang="en-US" dirty="0"/>
              <a:t> </a:t>
            </a:r>
            <a:r>
              <a:rPr lang="en-US" dirty="0" err="1"/>
              <a:t>dẫn</a:t>
            </a:r>
            <a:r>
              <a:rPr lang="en-US" dirty="0"/>
              <a:t> </a:t>
            </a:r>
            <a:r>
              <a:rPr lang="en-US" dirty="0" err="1"/>
              <a:t>cần</a:t>
            </a:r>
            <a:r>
              <a:rPr lang="en-US" dirty="0"/>
              <a:t> </a:t>
            </a:r>
            <a:r>
              <a:rPr lang="en-US" dirty="0" err="1"/>
              <a:t>phải</a:t>
            </a:r>
            <a:r>
              <a:rPr lang="en-US" dirty="0"/>
              <a:t> </a:t>
            </a:r>
            <a:r>
              <a:rPr lang="en-US" dirty="0" err="1"/>
              <a:t>thực</a:t>
            </a:r>
            <a:r>
              <a:rPr lang="en-US" dirty="0"/>
              <a:t> </a:t>
            </a:r>
            <a:r>
              <a:rPr lang="en-US" dirty="0" err="1"/>
              <a:t>hiện</a:t>
            </a:r>
            <a:r>
              <a:rPr lang="en-US" dirty="0"/>
              <a:t> </a:t>
            </a:r>
            <a:r>
              <a:rPr lang="en-US" dirty="0" err="1"/>
              <a:t>trong</a:t>
            </a:r>
            <a:r>
              <a:rPr lang="en-US" dirty="0"/>
              <a:t> </a:t>
            </a:r>
            <a:r>
              <a:rPr lang="en-US" dirty="0" err="1"/>
              <a:t>môi</a:t>
            </a:r>
            <a:r>
              <a:rPr lang="en-US" dirty="0"/>
              <a:t> </a:t>
            </a:r>
            <a:r>
              <a:rPr lang="en-US" dirty="0" err="1"/>
              <a:t>trường</a:t>
            </a:r>
            <a:r>
              <a:rPr lang="en-US" dirty="0"/>
              <a:t> </a:t>
            </a:r>
            <a:r>
              <a:rPr lang="en-US" dirty="0" err="1"/>
              <a:t>rất</a:t>
            </a:r>
            <a:r>
              <a:rPr lang="en-US" dirty="0"/>
              <a:t> </a:t>
            </a:r>
            <a:r>
              <a:rPr lang="en-US" dirty="0" err="1"/>
              <a:t>ít</a:t>
            </a:r>
            <a:r>
              <a:rPr lang="en-US" dirty="0"/>
              <a:t> </a:t>
            </a:r>
            <a:r>
              <a:rPr lang="en-US" dirty="0" err="1"/>
              <a:t>bụi</a:t>
            </a:r>
            <a:r>
              <a:rPr lang="en-US" dirty="0"/>
              <a:t> </a:t>
            </a:r>
            <a:r>
              <a:rPr lang="en-US" dirty="0" err="1"/>
              <a:t>cho</a:t>
            </a:r>
            <a:r>
              <a:rPr lang="en-US" dirty="0"/>
              <a:t> </a:t>
            </a:r>
            <a:r>
              <a:rPr lang="en-US" dirty="0" err="1"/>
              <a:t>nên</a:t>
            </a:r>
            <a:r>
              <a:rPr lang="en-US" dirty="0"/>
              <a:t> </a:t>
            </a:r>
            <a:r>
              <a:rPr lang="en-US" dirty="0" err="1"/>
              <a:t>phải</a:t>
            </a:r>
            <a:r>
              <a:rPr lang="en-US" dirty="0"/>
              <a:t> </a:t>
            </a:r>
            <a:r>
              <a:rPr lang="en-US" dirty="0" err="1"/>
              <a:t>thực</a:t>
            </a:r>
            <a:r>
              <a:rPr lang="en-US" dirty="0"/>
              <a:t> </a:t>
            </a:r>
            <a:r>
              <a:rPr lang="en-US" dirty="0" err="1"/>
              <a:t>hiện</a:t>
            </a:r>
            <a:r>
              <a:rPr lang="en-US" dirty="0"/>
              <a:t> </a:t>
            </a:r>
            <a:r>
              <a:rPr lang="en-US" dirty="0" err="1"/>
              <a:t>trong</a:t>
            </a:r>
            <a:r>
              <a:rPr lang="en-US" dirty="0"/>
              <a:t> </a:t>
            </a:r>
            <a:r>
              <a:rPr lang="en-US" dirty="0" err="1"/>
              <a:t>phòng</a:t>
            </a:r>
            <a:r>
              <a:rPr lang="en-US" dirty="0"/>
              <a:t> </a:t>
            </a:r>
            <a:r>
              <a:rPr lang="en-US" dirty="0" err="1"/>
              <a:t>sạch</a:t>
            </a:r>
            <a:endParaRPr dirty="0"/>
          </a:p>
        </p:txBody>
      </p:sp>
      <p:sp>
        <p:nvSpPr>
          <p:cNvPr id="1037" name="Google Shape;1037;p19: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2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54" name="Google Shape;1054;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Hệ </a:t>
            </a:r>
            <a:r>
              <a:rPr lang="en-US" dirty="0" err="1"/>
              <a:t>đo</a:t>
            </a:r>
            <a:r>
              <a:rPr lang="en-US" dirty="0"/>
              <a:t> </a:t>
            </a:r>
            <a:r>
              <a:rPr lang="en-US" dirty="0" err="1"/>
              <a:t>sau</a:t>
            </a:r>
            <a:r>
              <a:rPr lang="en-US" dirty="0"/>
              <a:t> </a:t>
            </a:r>
            <a:r>
              <a:rPr lang="en-US" dirty="0" err="1"/>
              <a:t>đây</a:t>
            </a:r>
            <a:r>
              <a:rPr lang="en-US" dirty="0"/>
              <a:t> </a:t>
            </a:r>
            <a:r>
              <a:rPr lang="en-US" dirty="0" err="1"/>
              <a:t>dùng</a:t>
            </a:r>
            <a:r>
              <a:rPr lang="en-US" dirty="0"/>
              <a:t> </a:t>
            </a:r>
            <a:r>
              <a:rPr lang="en-US" dirty="0" err="1"/>
              <a:t>để</a:t>
            </a:r>
            <a:r>
              <a:rPr lang="en-US" dirty="0"/>
              <a:t> </a:t>
            </a:r>
            <a:r>
              <a:rPr lang="en-US" dirty="0" err="1"/>
              <a:t>đo</a:t>
            </a:r>
            <a:r>
              <a:rPr lang="en-US" dirty="0"/>
              <a:t> </a:t>
            </a:r>
            <a:r>
              <a:rPr lang="en-US" dirty="0" err="1"/>
              <a:t>lường</a:t>
            </a:r>
            <a:r>
              <a:rPr lang="en-US" dirty="0"/>
              <a:t> </a:t>
            </a:r>
            <a:r>
              <a:rPr lang="en-US" dirty="0" err="1"/>
              <a:t>khả</a:t>
            </a:r>
            <a:r>
              <a:rPr lang="en-US" dirty="0"/>
              <a:t> </a:t>
            </a:r>
            <a:r>
              <a:rPr lang="en-US" dirty="0" err="1"/>
              <a:t>năng</a:t>
            </a:r>
            <a:r>
              <a:rPr lang="en-US" dirty="0"/>
              <a:t> </a:t>
            </a:r>
            <a:r>
              <a:rPr lang="en-US" dirty="0" err="1"/>
              <a:t>nhạy</a:t>
            </a:r>
            <a:r>
              <a:rPr lang="en-US" dirty="0"/>
              <a:t> </a:t>
            </a:r>
            <a:r>
              <a:rPr lang="en-US" dirty="0" err="1"/>
              <a:t>khí</a:t>
            </a:r>
            <a:r>
              <a:rPr lang="en-US" dirty="0"/>
              <a:t> </a:t>
            </a:r>
            <a:r>
              <a:rPr lang="en-US" dirty="0" err="1"/>
              <a:t>và</a:t>
            </a:r>
            <a:r>
              <a:rPr lang="en-US" dirty="0"/>
              <a:t> </a:t>
            </a:r>
            <a:r>
              <a:rPr lang="en-US" dirty="0" err="1"/>
              <a:t>giải</a:t>
            </a:r>
            <a:r>
              <a:rPr lang="en-US" dirty="0"/>
              <a:t> </a:t>
            </a:r>
            <a:r>
              <a:rPr lang="en-US" dirty="0" err="1"/>
              <a:t>hấp</a:t>
            </a:r>
            <a:r>
              <a:rPr lang="en-US" dirty="0"/>
              <a:t> </a:t>
            </a:r>
            <a:r>
              <a:rPr lang="en-US" dirty="0" err="1"/>
              <a:t>của</a:t>
            </a:r>
            <a:r>
              <a:rPr lang="en-US" dirty="0"/>
              <a:t> </a:t>
            </a:r>
            <a:r>
              <a:rPr lang="en-US" dirty="0" err="1"/>
              <a:t>cảm</a:t>
            </a:r>
            <a:r>
              <a:rPr lang="en-US" dirty="0"/>
              <a:t> </a:t>
            </a:r>
            <a:r>
              <a:rPr lang="en-US" dirty="0" err="1"/>
              <a:t>biến</a:t>
            </a:r>
            <a:r>
              <a:rPr lang="en-US" dirty="0"/>
              <a:t> </a:t>
            </a:r>
            <a:r>
              <a:rPr lang="en-US" dirty="0" err="1"/>
              <a:t>được</a:t>
            </a:r>
            <a:r>
              <a:rPr lang="en-US" dirty="0"/>
              <a:t> </a:t>
            </a:r>
            <a:r>
              <a:rPr lang="en-US" dirty="0" err="1"/>
              <a:t>chế</a:t>
            </a:r>
            <a:r>
              <a:rPr lang="en-US" dirty="0"/>
              <a:t> </a:t>
            </a:r>
            <a:r>
              <a:rPr lang="en-US" dirty="0" err="1"/>
              <a:t>tạo</a:t>
            </a:r>
            <a:r>
              <a:rPr lang="en-US" dirty="0"/>
              <a:t> </a:t>
            </a:r>
            <a:r>
              <a:rPr lang="en-US" dirty="0" err="1"/>
              <a:t>tại</a:t>
            </a:r>
            <a:r>
              <a:rPr lang="en-US" dirty="0"/>
              <a:t> </a:t>
            </a:r>
            <a:r>
              <a:rPr lang="en-US" dirty="0" err="1"/>
              <a:t>bmvlcr</a:t>
            </a:r>
            <a:r>
              <a:rPr lang="en-US" dirty="0"/>
              <a:t>.</a:t>
            </a:r>
            <a:endParaRPr dirty="0"/>
          </a:p>
        </p:txBody>
      </p:sp>
      <p:sp>
        <p:nvSpPr>
          <p:cNvPr id="1055" name="Google Shape;1055;p20: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p21:notes"/>
          <p:cNvSpPr txBox="1">
            <a:spLocks noGrp="1"/>
          </p:cNvSpPr>
          <p:nvPr>
            <p:ph type="body" idx="1"/>
          </p:nvPr>
        </p:nvSpPr>
        <p:spPr>
          <a:xfrm>
            <a:off x="701040" y="4415790"/>
            <a:ext cx="5608320" cy="41833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074" name="Google Shape;1074;p2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2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85" name="Google Shape;1085;p22: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Hệ </a:t>
            </a:r>
            <a:r>
              <a:rPr lang="en-US" dirty="0" err="1"/>
              <a:t>đo</a:t>
            </a:r>
            <a:r>
              <a:rPr lang="en-US" dirty="0"/>
              <a:t> </a:t>
            </a:r>
            <a:r>
              <a:rPr lang="en-US" dirty="0" err="1"/>
              <a:t>quang</a:t>
            </a:r>
            <a:r>
              <a:rPr lang="en-US" dirty="0"/>
              <a:t> </a:t>
            </a:r>
            <a:r>
              <a:rPr lang="en-US" dirty="0" err="1"/>
              <a:t>xúc</a:t>
            </a:r>
            <a:r>
              <a:rPr lang="en-US" dirty="0"/>
              <a:t> </a:t>
            </a:r>
            <a:r>
              <a:rPr lang="en-US" dirty="0" err="1"/>
              <a:t>tác</a:t>
            </a:r>
            <a:r>
              <a:rPr lang="en-US" dirty="0"/>
              <a:t> </a:t>
            </a:r>
            <a:r>
              <a:rPr lang="en-US" dirty="0" err="1"/>
              <a:t>dùng</a:t>
            </a:r>
            <a:r>
              <a:rPr lang="en-US" dirty="0"/>
              <a:t> </a:t>
            </a:r>
            <a:r>
              <a:rPr lang="en-US" dirty="0" err="1"/>
              <a:t>để</a:t>
            </a:r>
            <a:r>
              <a:rPr lang="en-US" dirty="0"/>
              <a:t> </a:t>
            </a:r>
            <a:r>
              <a:rPr lang="en-US" dirty="0" err="1"/>
              <a:t>đánh</a:t>
            </a:r>
            <a:r>
              <a:rPr lang="en-US" dirty="0"/>
              <a:t> </a:t>
            </a:r>
            <a:r>
              <a:rPr lang="en-US" dirty="0" err="1"/>
              <a:t>giá</a:t>
            </a:r>
            <a:r>
              <a:rPr lang="en-US" dirty="0"/>
              <a:t> </a:t>
            </a:r>
            <a:r>
              <a:rPr lang="en-US" dirty="0" err="1"/>
              <a:t>khả</a:t>
            </a:r>
            <a:r>
              <a:rPr lang="en-US" dirty="0"/>
              <a:t> </a:t>
            </a:r>
            <a:r>
              <a:rPr lang="en-US" dirty="0" err="1"/>
              <a:t>năng</a:t>
            </a:r>
            <a:r>
              <a:rPr lang="en-US" dirty="0"/>
              <a:t> qua </a:t>
            </a:r>
            <a:r>
              <a:rPr lang="en-US" dirty="0" err="1"/>
              <a:t>xúc</a:t>
            </a:r>
            <a:r>
              <a:rPr lang="en-US" dirty="0"/>
              <a:t> </a:t>
            </a:r>
            <a:r>
              <a:rPr lang="en-US" dirty="0" err="1"/>
              <a:t>tác</a:t>
            </a:r>
            <a:r>
              <a:rPr lang="en-US" dirty="0"/>
              <a:t> </a:t>
            </a:r>
            <a:r>
              <a:rPr lang="en-US" dirty="0" err="1"/>
              <a:t>phân</a:t>
            </a:r>
            <a:r>
              <a:rPr lang="en-US" dirty="0"/>
              <a:t> </a:t>
            </a:r>
            <a:r>
              <a:rPr lang="en-US" dirty="0" err="1"/>
              <a:t>hủy</a:t>
            </a:r>
            <a:r>
              <a:rPr lang="en-US" dirty="0"/>
              <a:t> </a:t>
            </a:r>
            <a:r>
              <a:rPr lang="en-US" dirty="0" err="1"/>
              <a:t>chất</a:t>
            </a:r>
            <a:r>
              <a:rPr lang="en-US" dirty="0"/>
              <a:t> </a:t>
            </a:r>
            <a:r>
              <a:rPr lang="en-US" dirty="0" err="1"/>
              <a:t>hữu</a:t>
            </a:r>
            <a:r>
              <a:rPr lang="en-US" dirty="0"/>
              <a:t> </a:t>
            </a:r>
            <a:r>
              <a:rPr lang="en-US" dirty="0" err="1"/>
              <a:t>cơ</a:t>
            </a:r>
            <a:r>
              <a:rPr lang="en-US" dirty="0"/>
              <a:t> </a:t>
            </a:r>
            <a:r>
              <a:rPr lang="en-US" dirty="0" err="1"/>
              <a:t>của</a:t>
            </a:r>
            <a:r>
              <a:rPr lang="en-US" dirty="0"/>
              <a:t> </a:t>
            </a:r>
            <a:r>
              <a:rPr lang="en-US" dirty="0" err="1"/>
              <a:t>của</a:t>
            </a:r>
            <a:r>
              <a:rPr lang="en-US" dirty="0"/>
              <a:t> </a:t>
            </a:r>
            <a:r>
              <a:rPr lang="en-US" dirty="0" err="1"/>
              <a:t>vật</a:t>
            </a:r>
            <a:r>
              <a:rPr lang="en-US" dirty="0"/>
              <a:t> </a:t>
            </a:r>
            <a:r>
              <a:rPr lang="en-US" dirty="0" err="1"/>
              <a:t>liệu</a:t>
            </a:r>
            <a:r>
              <a:rPr lang="en-US" dirty="0"/>
              <a:t> nano </a:t>
            </a:r>
            <a:endParaRPr dirty="0"/>
          </a:p>
        </p:txBody>
      </p:sp>
      <p:sp>
        <p:nvSpPr>
          <p:cNvPr id="1086" name="Google Shape;1086;p22: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2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07" name="Google Shape;1107;p23: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a:t>Các </a:t>
            </a:r>
            <a:r>
              <a:rPr lang="en-US" dirty="0" err="1"/>
              <a:t>hoạt</a:t>
            </a:r>
            <a:r>
              <a:rPr lang="en-US" dirty="0"/>
              <a:t> </a:t>
            </a:r>
            <a:r>
              <a:rPr lang="en-US" dirty="0" err="1"/>
              <a:t>động</a:t>
            </a:r>
            <a:r>
              <a:rPr lang="en-US" dirty="0"/>
              <a:t> </a:t>
            </a:r>
            <a:r>
              <a:rPr lang="en-US" dirty="0" err="1"/>
              <a:t>lập</a:t>
            </a:r>
            <a:r>
              <a:rPr lang="en-US" dirty="0"/>
              <a:t> </a:t>
            </a:r>
            <a:r>
              <a:rPr lang="en-US" dirty="0" err="1"/>
              <a:t>trình</a:t>
            </a:r>
            <a:r>
              <a:rPr lang="en-US" dirty="0"/>
              <a:t> </a:t>
            </a:r>
            <a:r>
              <a:rPr lang="en-US" dirty="0" err="1"/>
              <a:t>kết</a:t>
            </a:r>
            <a:r>
              <a:rPr lang="en-US" dirty="0"/>
              <a:t> </a:t>
            </a:r>
            <a:r>
              <a:rPr lang="en-US" dirty="0" err="1"/>
              <a:t>nối</a:t>
            </a:r>
            <a:r>
              <a:rPr lang="en-US" dirty="0"/>
              <a:t> </a:t>
            </a:r>
            <a:r>
              <a:rPr lang="en-US" dirty="0" err="1"/>
              <a:t>máy</a:t>
            </a:r>
            <a:r>
              <a:rPr lang="en-US" dirty="0"/>
              <a:t> </a:t>
            </a:r>
            <a:r>
              <a:rPr lang="en-US" dirty="0" err="1"/>
              <a:t>tính</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hệ</a:t>
            </a:r>
            <a:r>
              <a:rPr lang="en-US" dirty="0"/>
              <a:t> </a:t>
            </a:r>
            <a:r>
              <a:rPr lang="en-US" dirty="0" err="1"/>
              <a:t>đo</a:t>
            </a:r>
            <a:r>
              <a:rPr lang="en-US" dirty="0"/>
              <a:t> </a:t>
            </a:r>
            <a:r>
              <a:rPr lang="en-US" dirty="0" err="1"/>
              <a:t>và</a:t>
            </a:r>
            <a:r>
              <a:rPr lang="en-US" dirty="0"/>
              <a:t> </a:t>
            </a:r>
            <a:r>
              <a:rPr lang="en-US" dirty="0" err="1"/>
              <a:t>xây</a:t>
            </a:r>
            <a:r>
              <a:rPr lang="en-US" dirty="0"/>
              <a:t> </a:t>
            </a:r>
            <a:r>
              <a:rPr lang="en-US" dirty="0" err="1"/>
              <a:t>dựng</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đo</a:t>
            </a:r>
            <a:r>
              <a:rPr lang="en-US" dirty="0"/>
              <a:t> </a:t>
            </a:r>
            <a:r>
              <a:rPr lang="en-US" dirty="0" err="1"/>
              <a:t>lường</a:t>
            </a:r>
            <a:r>
              <a:rPr lang="en-US" dirty="0"/>
              <a:t> </a:t>
            </a:r>
            <a:r>
              <a:rPr lang="en-US" dirty="0" err="1"/>
              <a:t>cũng</a:t>
            </a:r>
            <a:r>
              <a:rPr lang="en-US" dirty="0"/>
              <a:t> </a:t>
            </a:r>
            <a:r>
              <a:rPr lang="en-US" dirty="0" err="1"/>
              <a:t>như</a:t>
            </a:r>
            <a:r>
              <a:rPr lang="en-US" dirty="0"/>
              <a:t> </a:t>
            </a:r>
            <a:r>
              <a:rPr lang="en-US" dirty="0" err="1"/>
              <a:t>chế</a:t>
            </a:r>
            <a:r>
              <a:rPr lang="en-US" dirty="0"/>
              <a:t> </a:t>
            </a:r>
            <a:r>
              <a:rPr lang="en-US" dirty="0" err="1"/>
              <a:t>tạo</a:t>
            </a:r>
            <a:r>
              <a:rPr lang="en-US" dirty="0"/>
              <a:t> </a:t>
            </a:r>
            <a:r>
              <a:rPr lang="en-US" dirty="0" err="1"/>
              <a:t>vật</a:t>
            </a:r>
            <a:r>
              <a:rPr lang="en-US" dirty="0"/>
              <a:t> </a:t>
            </a:r>
            <a:r>
              <a:rPr lang="en-US" dirty="0" err="1"/>
              <a:t>liệu</a:t>
            </a:r>
            <a:r>
              <a:rPr lang="en-US" dirty="0"/>
              <a:t> </a:t>
            </a:r>
            <a:r>
              <a:rPr lang="en-US" dirty="0" err="1"/>
              <a:t>đang</a:t>
            </a:r>
            <a:r>
              <a:rPr lang="en-US" dirty="0"/>
              <a:t> </a:t>
            </a:r>
            <a:r>
              <a:rPr lang="en-US" dirty="0" err="1"/>
              <a:t>được</a:t>
            </a:r>
            <a:r>
              <a:rPr lang="en-US" dirty="0"/>
              <a:t> </a:t>
            </a:r>
            <a:r>
              <a:rPr lang="en-US" dirty="0" err="1"/>
              <a:t>thực</a:t>
            </a:r>
            <a:r>
              <a:rPr lang="en-US" dirty="0"/>
              <a:t> </a:t>
            </a:r>
            <a:r>
              <a:rPr lang="en-US" dirty="0" err="1"/>
              <a:t>hiện</a:t>
            </a:r>
            <a:r>
              <a:rPr lang="en-US" dirty="0"/>
              <a:t> </a:t>
            </a:r>
            <a:r>
              <a:rPr lang="en-US" dirty="0" err="1"/>
              <a:t>tại</a:t>
            </a:r>
            <a:r>
              <a:rPr lang="en-US" dirty="0"/>
              <a:t> </a:t>
            </a:r>
            <a:r>
              <a:rPr lang="en-US" dirty="0" err="1"/>
              <a:t>bmvlcr</a:t>
            </a:r>
            <a:endParaRPr dirty="0"/>
          </a:p>
        </p:txBody>
      </p:sp>
      <p:sp>
        <p:nvSpPr>
          <p:cNvPr id="1108" name="Google Shape;1108;p23: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p2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26" name="Google Shape;1126;p24: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r>
              <a:rPr lang="en-US" dirty="0" err="1"/>
              <a:t>Trên</a:t>
            </a:r>
            <a:r>
              <a:rPr lang="en-US" dirty="0"/>
              <a:t> </a:t>
            </a:r>
            <a:r>
              <a:rPr lang="en-US" dirty="0" err="1"/>
              <a:t>khảo</a:t>
            </a:r>
            <a:r>
              <a:rPr lang="en-US" dirty="0"/>
              <a:t> </a:t>
            </a:r>
            <a:r>
              <a:rPr lang="en-US" dirty="0" err="1"/>
              <a:t>sát</a:t>
            </a:r>
            <a:r>
              <a:rPr lang="en-US" dirty="0"/>
              <a:t> </a:t>
            </a:r>
            <a:r>
              <a:rPr lang="en-US" dirty="0" err="1"/>
              <a:t>về</a:t>
            </a:r>
            <a:r>
              <a:rPr lang="en-US" dirty="0"/>
              <a:t> </a:t>
            </a:r>
            <a:r>
              <a:rPr lang="en-US" dirty="0" err="1"/>
              <a:t>ví</a:t>
            </a:r>
            <a:r>
              <a:rPr lang="en-US" dirty="0"/>
              <a:t> </a:t>
            </a:r>
            <a:r>
              <a:rPr lang="en-US" dirty="0" err="1"/>
              <a:t>trí</a:t>
            </a:r>
            <a:r>
              <a:rPr lang="en-US" dirty="0"/>
              <a:t> </a:t>
            </a:r>
            <a:r>
              <a:rPr lang="en-US" dirty="0" err="1"/>
              <a:t>việc</a:t>
            </a:r>
            <a:r>
              <a:rPr lang="en-US" dirty="0"/>
              <a:t> </a:t>
            </a:r>
            <a:r>
              <a:rPr lang="en-US" dirty="0" err="1"/>
              <a:t>làm</a:t>
            </a:r>
            <a:r>
              <a:rPr lang="en-US" dirty="0"/>
              <a:t> </a:t>
            </a:r>
            <a:r>
              <a:rPr lang="en-US" dirty="0" err="1"/>
              <a:t>của</a:t>
            </a:r>
            <a:r>
              <a:rPr lang="en-US" dirty="0"/>
              <a:t> </a:t>
            </a:r>
            <a:r>
              <a:rPr lang="en-US" dirty="0" err="1"/>
              <a:t>các</a:t>
            </a:r>
            <a:r>
              <a:rPr lang="en-US" dirty="0"/>
              <a:t> </a:t>
            </a:r>
            <a:r>
              <a:rPr lang="en-US" dirty="0" err="1"/>
              <a:t>bạn</a:t>
            </a:r>
            <a:r>
              <a:rPr lang="en-US" dirty="0"/>
              <a:t> </a:t>
            </a:r>
            <a:r>
              <a:rPr lang="en-US" dirty="0" err="1"/>
              <a:t>cựu</a:t>
            </a:r>
            <a:r>
              <a:rPr lang="en-US" dirty="0"/>
              <a:t> </a:t>
            </a:r>
            <a:r>
              <a:rPr lang="en-US" dirty="0" err="1"/>
              <a:t>sinh</a:t>
            </a:r>
            <a:r>
              <a:rPr lang="en-US" dirty="0"/>
              <a:t> </a:t>
            </a:r>
            <a:r>
              <a:rPr lang="en-US" dirty="0" err="1"/>
              <a:t>viên</a:t>
            </a:r>
            <a:r>
              <a:rPr lang="en-US" dirty="0"/>
              <a:t> </a:t>
            </a:r>
            <a:r>
              <a:rPr lang="en-US" dirty="0" err="1"/>
              <a:t>cho</a:t>
            </a:r>
            <a:r>
              <a:rPr lang="en-US" dirty="0"/>
              <a:t> </a:t>
            </a:r>
            <a:r>
              <a:rPr lang="en-US" dirty="0" err="1"/>
              <a:t>thấy</a:t>
            </a:r>
            <a:r>
              <a:rPr lang="en-US" dirty="0"/>
              <a:t> </a:t>
            </a:r>
            <a:r>
              <a:rPr lang="en-US" dirty="0" err="1"/>
              <a:t>các</a:t>
            </a:r>
            <a:r>
              <a:rPr lang="en-US" dirty="0"/>
              <a:t> </a:t>
            </a:r>
            <a:r>
              <a:rPr lang="en-US" dirty="0" err="1"/>
              <a:t>bạn</a:t>
            </a:r>
            <a:r>
              <a:rPr lang="en-US" dirty="0"/>
              <a:t> </a:t>
            </a:r>
            <a:r>
              <a:rPr lang="en-US" dirty="0" err="1"/>
              <a:t>đã</a:t>
            </a:r>
            <a:r>
              <a:rPr lang="en-US" dirty="0"/>
              <a:t> </a:t>
            </a:r>
            <a:r>
              <a:rPr lang="en-US" dirty="0" err="1"/>
              <a:t>từng</a:t>
            </a:r>
            <a:r>
              <a:rPr lang="en-US" dirty="0"/>
              <a:t> </a:t>
            </a:r>
            <a:r>
              <a:rPr lang="en-US" dirty="0" err="1"/>
              <a:t>làm</a:t>
            </a:r>
            <a:r>
              <a:rPr lang="en-US" dirty="0"/>
              <a:t> </a:t>
            </a:r>
            <a:r>
              <a:rPr lang="en-US" dirty="0" err="1"/>
              <a:t>việc</a:t>
            </a:r>
            <a:r>
              <a:rPr lang="en-US" dirty="0"/>
              <a:t> </a:t>
            </a:r>
            <a:r>
              <a:rPr lang="en-US" dirty="0" err="1"/>
              <a:t>tại</a:t>
            </a:r>
            <a:r>
              <a:rPr lang="en-US" dirty="0"/>
              <a:t> </a:t>
            </a:r>
            <a:r>
              <a:rPr lang="en-US" dirty="0" err="1"/>
              <a:t>các</a:t>
            </a:r>
            <a:r>
              <a:rPr lang="en-US" dirty="0"/>
              <a:t> </a:t>
            </a:r>
            <a:r>
              <a:rPr lang="en-US" dirty="0" err="1"/>
              <a:t>cty</a:t>
            </a:r>
            <a:r>
              <a:rPr lang="en-US" dirty="0"/>
              <a:t> </a:t>
            </a:r>
            <a:r>
              <a:rPr lang="en-US" dirty="0" err="1"/>
              <a:t>sau</a:t>
            </a:r>
            <a:r>
              <a:rPr lang="en-US" dirty="0"/>
              <a:t> </a:t>
            </a:r>
            <a:r>
              <a:rPr lang="en-US" dirty="0" err="1"/>
              <a:t>đây</a:t>
            </a:r>
            <a:r>
              <a:rPr lang="en-US" dirty="0"/>
              <a:t> </a:t>
            </a:r>
            <a:r>
              <a:rPr lang="en-US" dirty="0" err="1"/>
              <a:t>sau</a:t>
            </a:r>
            <a:r>
              <a:rPr lang="en-US" dirty="0"/>
              <a:t> </a:t>
            </a:r>
            <a:r>
              <a:rPr lang="en-US" dirty="0" err="1"/>
              <a:t>khi</a:t>
            </a:r>
            <a:r>
              <a:rPr lang="en-US" dirty="0"/>
              <a:t> </a:t>
            </a:r>
            <a:r>
              <a:rPr lang="en-US" dirty="0" err="1"/>
              <a:t>ra</a:t>
            </a:r>
            <a:r>
              <a:rPr lang="en-US" dirty="0"/>
              <a:t> </a:t>
            </a:r>
            <a:r>
              <a:rPr lang="en-US" dirty="0" err="1"/>
              <a:t>trường</a:t>
            </a:r>
            <a:endParaRPr dirty="0"/>
          </a:p>
        </p:txBody>
      </p:sp>
      <p:sp>
        <p:nvSpPr>
          <p:cNvPr id="1127" name="Google Shape;1127;p24: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2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42" name="Google Shape;1142;p25: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43" name="Google Shape;1143;p25: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2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60" name="Google Shape;1160;p26: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61" name="Google Shape;1161;p26: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27: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78" name="Google Shape;1178;p27: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79" name="Google Shape;1179;p27: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p2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196" name="Google Shape;1196;p28: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rmAutofit/>
          </a:bodyPr>
          <a:lstStyle/>
          <a:p>
            <a:pPr marL="0" lvl="0" indent="0" algn="l" rtl="0">
              <a:spcBef>
                <a:spcPts val="0"/>
              </a:spcBef>
              <a:spcAft>
                <a:spcPts val="0"/>
              </a:spcAft>
              <a:buNone/>
            </a:pPr>
            <a:endParaRPr/>
          </a:p>
        </p:txBody>
      </p:sp>
      <p:sp>
        <p:nvSpPr>
          <p:cNvPr id="1197" name="Google Shape;1197;p28:notes"/>
          <p:cNvSpPr txBox="1">
            <a:spLocks noGrp="1"/>
          </p:cNvSpPr>
          <p:nvPr>
            <p:ph type="sldNum" idx="12"/>
          </p:nvPr>
        </p:nvSpPr>
        <p:spPr>
          <a:xfrm>
            <a:off x="3970938" y="8829967"/>
            <a:ext cx="3037840" cy="464820"/>
          </a:xfrm>
          <a:prstGeom prst="rect">
            <a:avLst/>
          </a:prstGeom>
          <a:noFill/>
          <a:ln>
            <a:noFill/>
          </a:ln>
        </p:spPr>
        <p:txBody>
          <a:bodyPr spcFirstLastPara="1" wrap="square" lIns="93175" tIns="46575" rIns="93175" bIns="46575"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8" name="Google Shape;68;p3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eg"/><Relationship Id="rId12"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jp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6.gif"/><Relationship Id="rId3" Type="http://schemas.openxmlformats.org/officeDocument/2006/relationships/image" Target="../media/image3.png"/><Relationship Id="rId7"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 Id="rId9" Type="http://schemas.openxmlformats.org/officeDocument/2006/relationships/image" Target="../media/image27.jp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7.jp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hyperlink" Target="https://sam.zeloof.xyz/wp-content/uploads/2018/04/D7V8361-e1524952474139.jpg" TargetMode="External"/><Relationship Id="rId17" Type="http://schemas.openxmlformats.org/officeDocument/2006/relationships/image" Target="../media/image49.jpg"/><Relationship Id="rId2" Type="http://schemas.openxmlformats.org/officeDocument/2006/relationships/notesSlide" Target="../notesSlides/notesSlide12.xml"/><Relationship Id="rId16" Type="http://schemas.openxmlformats.org/officeDocument/2006/relationships/hyperlink" Target="https://sam.zeloof.xyz/wp-content/uploads/2018/04/IMG_4760.jpg" TargetMode="Externa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6.jpg"/><Relationship Id="rId5" Type="http://schemas.openxmlformats.org/officeDocument/2006/relationships/image" Target="../media/image41.png"/><Relationship Id="rId15" Type="http://schemas.openxmlformats.org/officeDocument/2006/relationships/image" Target="../media/image48.jpg"/><Relationship Id="rId10" Type="http://schemas.openxmlformats.org/officeDocument/2006/relationships/hyperlink" Target="https://sam.zeloof.xyz/wp-content/uploads/2018/04/Da8vGT4UQAA-TPo.jpg" TargetMode="External"/><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hyperlink" Target="http://sam.zeloof.xyz/wp-content/uploads/2018/04/na_1.png"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54.jpg"/><Relationship Id="rId3" Type="http://schemas.openxmlformats.org/officeDocument/2006/relationships/image" Target="../media/image3.png"/><Relationship Id="rId7" Type="http://schemas.openxmlformats.org/officeDocument/2006/relationships/image" Target="../media/image53.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jpg"/><Relationship Id="rId4" Type="http://schemas.openxmlformats.org/officeDocument/2006/relationships/image" Target="../media/image50.pn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jpg"/><Relationship Id="rId4" Type="http://schemas.openxmlformats.org/officeDocument/2006/relationships/image" Target="../media/image59.jpg"/></Relationships>
</file>

<file path=ppt/slides/_rels/slide1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3.png"/><Relationship Id="rId7" Type="http://schemas.openxmlformats.org/officeDocument/2006/relationships/image" Target="../media/image66.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jpg"/><Relationship Id="rId4" Type="http://schemas.openxmlformats.org/officeDocument/2006/relationships/image" Target="../media/image63.png"/><Relationship Id="rId9" Type="http://schemas.openxmlformats.org/officeDocument/2006/relationships/image" Target="../media/image68.png"/></Relationships>
</file>

<file path=ppt/slides/_rels/slide17.xml.rels><?xml version="1.0" encoding="UTF-8" standalone="yes"?>
<Relationships xmlns="http://schemas.openxmlformats.org/package/2006/relationships"><Relationship Id="rId8" Type="http://schemas.openxmlformats.org/officeDocument/2006/relationships/image" Target="../media/image72.jpg"/><Relationship Id="rId3" Type="http://schemas.openxmlformats.org/officeDocument/2006/relationships/image" Target="../media/image15.png"/><Relationship Id="rId7" Type="http://schemas.openxmlformats.org/officeDocument/2006/relationships/image" Target="../media/image7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0.jpg"/><Relationship Id="rId5" Type="http://schemas.openxmlformats.org/officeDocument/2006/relationships/image" Target="../media/image69.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3.png"/><Relationship Id="rId7"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jpg"/><Relationship Id="rId9" Type="http://schemas.openxmlformats.org/officeDocument/2006/relationships/image" Target="../media/image78.jp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81.png"/><Relationship Id="rId4" Type="http://schemas.openxmlformats.org/officeDocument/2006/relationships/image" Target="../media/image80.jpg"/></Relationships>
</file>

<file path=ppt/slides/_rels/slide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4.jp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8.jp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jp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2.jp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91.jpg"/><Relationship Id="rId5" Type="http://schemas.openxmlformats.org/officeDocument/2006/relationships/image" Target="../media/image90.jpg"/><Relationship Id="rId4" Type="http://schemas.openxmlformats.org/officeDocument/2006/relationships/image" Target="../media/image89.jp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95.jpg"/><Relationship Id="rId5" Type="http://schemas.openxmlformats.org/officeDocument/2006/relationships/image" Target="../media/image94.jpg"/><Relationship Id="rId4" Type="http://schemas.openxmlformats.org/officeDocument/2006/relationships/image" Target="../media/image93.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0" y="0"/>
            <a:ext cx="9144000" cy="21336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0" name="Google Shape;90;p1"/>
          <p:cNvSpPr txBox="1"/>
          <p:nvPr/>
        </p:nvSpPr>
        <p:spPr>
          <a:xfrm>
            <a:off x="228600" y="1442963"/>
            <a:ext cx="320040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0" i="0" u="none" strike="noStrike" cap="none" dirty="0">
                <a:solidFill>
                  <a:schemeClr val="lt1"/>
                </a:solidFill>
                <a:latin typeface="Arial"/>
                <a:ea typeface="Arial"/>
                <a:cs typeface="Arial"/>
                <a:sym typeface="Arial"/>
              </a:rPr>
              <a:t>Welcome to </a:t>
            </a:r>
            <a:endParaRPr dirty="0"/>
          </a:p>
        </p:txBody>
      </p:sp>
      <p:sp>
        <p:nvSpPr>
          <p:cNvPr id="91" name="Google Shape;91;p1"/>
          <p:cNvSpPr/>
          <p:nvPr/>
        </p:nvSpPr>
        <p:spPr>
          <a:xfrm>
            <a:off x="0" y="2133600"/>
            <a:ext cx="9144000" cy="1676400"/>
          </a:xfrm>
          <a:prstGeom prst="rect">
            <a:avLst/>
          </a:prstGeom>
          <a:solidFill>
            <a:srgbClr val="595959">
              <a:alpha val="6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1"/>
          <p:cNvSpPr txBox="1"/>
          <p:nvPr/>
        </p:nvSpPr>
        <p:spPr>
          <a:xfrm>
            <a:off x="167239" y="3844498"/>
            <a:ext cx="8229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err="1">
                <a:solidFill>
                  <a:srgbClr val="C00000"/>
                </a:solidFill>
                <a:latin typeface="Federo"/>
                <a:ea typeface="Federo"/>
                <a:cs typeface="Federo"/>
                <a:sym typeface="Federo"/>
              </a:rPr>
              <a:t>Bộ</a:t>
            </a:r>
            <a:r>
              <a:rPr lang="en-US" sz="3200" b="1" dirty="0">
                <a:solidFill>
                  <a:srgbClr val="C00000"/>
                </a:solidFill>
                <a:latin typeface="Federo"/>
                <a:ea typeface="Federo"/>
                <a:cs typeface="Federo"/>
                <a:sym typeface="Federo"/>
              </a:rPr>
              <a:t> Môn </a:t>
            </a:r>
            <a:r>
              <a:rPr lang="en-US" sz="3200" b="1" dirty="0" err="1">
                <a:solidFill>
                  <a:srgbClr val="C00000"/>
                </a:solidFill>
                <a:latin typeface="Federo"/>
                <a:ea typeface="Federo"/>
                <a:cs typeface="Federo"/>
                <a:sym typeface="Federo"/>
              </a:rPr>
              <a:t>Vật</a:t>
            </a:r>
            <a:r>
              <a:rPr lang="en-US" sz="3200" b="1" dirty="0">
                <a:solidFill>
                  <a:srgbClr val="C00000"/>
                </a:solidFill>
                <a:latin typeface="Federo"/>
                <a:ea typeface="Federo"/>
                <a:cs typeface="Federo"/>
                <a:sym typeface="Federo"/>
              </a:rPr>
              <a:t> Lý </a:t>
            </a:r>
            <a:r>
              <a:rPr lang="en-US" sz="3200" b="1" dirty="0" err="1">
                <a:solidFill>
                  <a:srgbClr val="C00000"/>
                </a:solidFill>
                <a:latin typeface="Federo"/>
                <a:ea typeface="Federo"/>
                <a:cs typeface="Federo"/>
                <a:sym typeface="Federo"/>
              </a:rPr>
              <a:t>Chất</a:t>
            </a:r>
            <a:r>
              <a:rPr lang="en-US" sz="3200" b="1" dirty="0">
                <a:solidFill>
                  <a:srgbClr val="C00000"/>
                </a:solidFill>
                <a:latin typeface="Federo"/>
                <a:ea typeface="Federo"/>
                <a:cs typeface="Federo"/>
                <a:sym typeface="Federo"/>
              </a:rPr>
              <a:t> </a:t>
            </a:r>
            <a:r>
              <a:rPr lang="en-US" sz="3200" b="1" dirty="0" err="1">
                <a:solidFill>
                  <a:srgbClr val="C00000"/>
                </a:solidFill>
                <a:latin typeface="Federo"/>
                <a:ea typeface="Federo"/>
                <a:cs typeface="Federo"/>
                <a:sym typeface="Federo"/>
              </a:rPr>
              <a:t>rắn</a:t>
            </a:r>
            <a:endParaRPr lang="en-US" sz="700" b="1" dirty="0">
              <a:solidFill>
                <a:srgbClr val="C00000"/>
              </a:solidFill>
              <a:latin typeface="Federo"/>
              <a:ea typeface="Federo"/>
              <a:cs typeface="Federo"/>
              <a:sym typeface="Federo"/>
            </a:endParaRPr>
          </a:p>
        </p:txBody>
      </p:sp>
      <p:sp>
        <p:nvSpPr>
          <p:cNvPr id="93" name="Google Shape;93;p1"/>
          <p:cNvSpPr txBox="1"/>
          <p:nvPr/>
        </p:nvSpPr>
        <p:spPr>
          <a:xfrm>
            <a:off x="152400" y="2286000"/>
            <a:ext cx="7696200" cy="1323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0" b="1">
                <a:solidFill>
                  <a:schemeClr val="lt1"/>
                </a:solidFill>
                <a:latin typeface="Lustria"/>
                <a:ea typeface="Lustria"/>
                <a:cs typeface="Lustria"/>
                <a:sym typeface="Lustria"/>
              </a:rPr>
              <a:t>SOLID STATE</a:t>
            </a:r>
            <a:endParaRPr sz="1800" b="1">
              <a:solidFill>
                <a:schemeClr val="lt1"/>
              </a:solidFill>
              <a:latin typeface="Lustria"/>
              <a:ea typeface="Lustria"/>
              <a:cs typeface="Lustria"/>
              <a:sym typeface="Lustria"/>
            </a:endParaRPr>
          </a:p>
        </p:txBody>
      </p:sp>
      <p:sp>
        <p:nvSpPr>
          <p:cNvPr id="94" name="Google Shape;94;p1"/>
          <p:cNvSpPr txBox="1"/>
          <p:nvPr/>
        </p:nvSpPr>
        <p:spPr>
          <a:xfrm>
            <a:off x="6922008" y="2410968"/>
            <a:ext cx="2274159"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chemeClr val="lt1"/>
                </a:solidFill>
                <a:latin typeface="Arial"/>
                <a:ea typeface="Arial"/>
                <a:cs typeface="Arial"/>
                <a:sym typeface="Arial"/>
              </a:rPr>
              <a:t>Physics </a:t>
            </a:r>
            <a:endParaRPr dirty="0"/>
          </a:p>
          <a:p>
            <a:pPr marL="0" marR="0" lvl="0" indent="0" algn="l" rtl="0">
              <a:spcBef>
                <a:spcPts val="0"/>
              </a:spcBef>
              <a:spcAft>
                <a:spcPts val="0"/>
              </a:spcAft>
              <a:buNone/>
            </a:pPr>
            <a:r>
              <a:rPr lang="en-US" sz="2800" dirty="0">
                <a:solidFill>
                  <a:schemeClr val="lt1"/>
                </a:solidFill>
                <a:latin typeface="Arial"/>
                <a:ea typeface="Arial"/>
                <a:cs typeface="Arial"/>
                <a:sym typeface="Arial"/>
              </a:rPr>
              <a:t>Department</a:t>
            </a:r>
            <a:endParaRPr dirty="0"/>
          </a:p>
        </p:txBody>
      </p:sp>
      <p:pic>
        <p:nvPicPr>
          <p:cNvPr id="95" name="Google Shape;95;p1"/>
          <p:cNvPicPr preferRelativeResize="0"/>
          <p:nvPr/>
        </p:nvPicPr>
        <p:blipFill rotWithShape="1">
          <a:blip r:embed="rId3">
            <a:alphaModFix/>
          </a:blip>
          <a:srcRect/>
          <a:stretch/>
        </p:blipFill>
        <p:spPr>
          <a:xfrm>
            <a:off x="7836568" y="5562601"/>
            <a:ext cx="1066991" cy="838199"/>
          </a:xfrm>
          <a:prstGeom prst="rect">
            <a:avLst/>
          </a:prstGeom>
          <a:noFill/>
          <a:ln>
            <a:noFill/>
          </a:ln>
        </p:spPr>
      </p:pic>
      <p:sp>
        <p:nvSpPr>
          <p:cNvPr id="96" name="Google Shape;96;p1"/>
          <p:cNvSpPr/>
          <p:nvPr/>
        </p:nvSpPr>
        <p:spPr>
          <a:xfrm>
            <a:off x="7772400" y="5486400"/>
            <a:ext cx="1207168" cy="1207168"/>
          </a:xfrm>
          <a:prstGeom prst="ellipse">
            <a:avLst/>
          </a:prstGeom>
          <a:no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
          <p:cNvSpPr txBox="1"/>
          <p:nvPr/>
        </p:nvSpPr>
        <p:spPr>
          <a:xfrm>
            <a:off x="1219200" y="5955632"/>
            <a:ext cx="6553200" cy="76944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2000" b="1">
                <a:solidFill>
                  <a:srgbClr val="B00000"/>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2400" b="1">
                <a:solidFill>
                  <a:srgbClr val="B00000"/>
                </a:solidFill>
                <a:latin typeface="Federo"/>
                <a:ea typeface="Federo"/>
                <a:cs typeface="Federo"/>
                <a:sym typeface="Federo"/>
              </a:rPr>
              <a:t>  UNIVERSITY OF SCIENCE – VNUHCM</a:t>
            </a:r>
            <a:endParaRPr/>
          </a:p>
        </p:txBody>
      </p:sp>
      <p:cxnSp>
        <p:nvCxnSpPr>
          <p:cNvPr id="98" name="Google Shape;98;p1"/>
          <p:cNvCxnSpPr>
            <a:stCxn id="96" idx="4"/>
          </p:cNvCxnSpPr>
          <p:nvPr/>
        </p:nvCxnSpPr>
        <p:spPr>
          <a:xfrm flipH="1">
            <a:off x="838184" y="6693568"/>
            <a:ext cx="7537800" cy="12000"/>
          </a:xfrm>
          <a:prstGeom prst="straightConnector1">
            <a:avLst/>
          </a:prstGeom>
          <a:noFill/>
          <a:ln w="28575" cap="flat" cmpd="sng">
            <a:solidFill>
              <a:srgbClr val="366092"/>
            </a:solidFill>
            <a:prstDash val="solid"/>
            <a:round/>
            <a:headEnd type="none" w="sm" len="sm"/>
            <a:tailEnd type="none" w="sm" len="sm"/>
          </a:ln>
        </p:spPr>
      </p:cxnSp>
      <p:pic>
        <p:nvPicPr>
          <p:cNvPr id="104" name="Google Shape;104;p1"/>
          <p:cNvPicPr preferRelativeResize="0"/>
          <p:nvPr/>
        </p:nvPicPr>
        <p:blipFill rotWithShape="1">
          <a:blip r:embed="rId4">
            <a:alphaModFix/>
          </a:blip>
          <a:srcRect/>
          <a:stretch/>
        </p:blipFill>
        <p:spPr>
          <a:xfrm>
            <a:off x="228600" y="5791200"/>
            <a:ext cx="1435100" cy="792480"/>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1" name="Google Shape;111;p2"/>
          <p:cNvCxnSpPr>
            <a:stCxn id="112"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3" name="Google Shape;113;p2"/>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2" name="Google Shape;112;p2"/>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4" name="Google Shape;114;p2"/>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15" name="Google Shape;115;p2"/>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2"/>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7" name="Google Shape;117;p2"/>
          <p:cNvSpPr txBox="1"/>
          <p:nvPr/>
        </p:nvSpPr>
        <p:spPr>
          <a:xfrm>
            <a:off x="381000" y="0"/>
            <a:ext cx="44958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Content – </a:t>
            </a:r>
            <a:r>
              <a:rPr lang="en-US" sz="2800" b="1">
                <a:solidFill>
                  <a:schemeClr val="lt1"/>
                </a:solidFill>
                <a:latin typeface="Times New Roman"/>
                <a:ea typeface="Times New Roman"/>
                <a:cs typeface="Times New Roman"/>
                <a:sym typeface="Times New Roman"/>
              </a:rPr>
              <a:t>Nội dung</a:t>
            </a:r>
            <a:r>
              <a:rPr lang="en-US" sz="2800" b="1">
                <a:solidFill>
                  <a:schemeClr val="lt1"/>
                </a:solidFill>
                <a:latin typeface="Federo"/>
                <a:ea typeface="Federo"/>
                <a:cs typeface="Federo"/>
                <a:sym typeface="Federo"/>
              </a:rPr>
              <a:t> </a:t>
            </a:r>
            <a:endParaRPr/>
          </a:p>
        </p:txBody>
      </p:sp>
      <p:sp>
        <p:nvSpPr>
          <p:cNvPr id="118" name="Google Shape;118;p2"/>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2"/>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a:t>
            </a:r>
            <a:endParaRPr/>
          </a:p>
        </p:txBody>
      </p:sp>
      <p:grpSp>
        <p:nvGrpSpPr>
          <p:cNvPr id="2" name="Group 1">
            <a:extLst>
              <a:ext uri="{FF2B5EF4-FFF2-40B4-BE49-F238E27FC236}">
                <a16:creationId xmlns:a16="http://schemas.microsoft.com/office/drawing/2014/main" id="{96D96B6B-41CA-D83E-32EA-D91945EADE55}"/>
              </a:ext>
            </a:extLst>
          </p:cNvPr>
          <p:cNvGrpSpPr/>
          <p:nvPr/>
        </p:nvGrpSpPr>
        <p:grpSpPr>
          <a:xfrm>
            <a:off x="75285" y="1513526"/>
            <a:ext cx="8992058" cy="3493437"/>
            <a:chOff x="75285" y="1513526"/>
            <a:chExt cx="8992058" cy="3493437"/>
          </a:xfrm>
        </p:grpSpPr>
        <p:grpSp>
          <p:nvGrpSpPr>
            <p:cNvPr id="119" name="Google Shape;119;p2"/>
            <p:cNvGrpSpPr/>
            <p:nvPr/>
          </p:nvGrpSpPr>
          <p:grpSpPr>
            <a:xfrm>
              <a:off x="75285" y="1540477"/>
              <a:ext cx="8992058" cy="3466486"/>
              <a:chOff x="1136437" y="1259"/>
              <a:chExt cx="5347125" cy="3466486"/>
            </a:xfrm>
          </p:grpSpPr>
          <p:sp>
            <p:nvSpPr>
              <p:cNvPr id="120" name="Google Shape;120;p2"/>
              <p:cNvSpPr/>
              <p:nvPr/>
            </p:nvSpPr>
            <p:spPr>
              <a:xfrm rot="10800000">
                <a:off x="1416262" y="1259"/>
                <a:ext cx="5067300" cy="559649"/>
              </a:xfrm>
              <a:prstGeom prst="homePlate">
                <a:avLst>
                  <a:gd name="adj" fmla="val 50000"/>
                </a:avLst>
              </a:prstGeom>
              <a:gradFill>
                <a:gsLst>
                  <a:gs pos="0">
                    <a:srgbClr val="982D2B"/>
                  </a:gs>
                  <a:gs pos="80000">
                    <a:srgbClr val="C83D39"/>
                  </a:gs>
                  <a:gs pos="100000">
                    <a:srgbClr val="CC3A36"/>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txBox="1"/>
              <p:nvPr/>
            </p:nvSpPr>
            <p:spPr>
              <a:xfrm>
                <a:off x="1556174" y="1259"/>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Staff member</a:t>
                </a:r>
                <a:endParaRPr sz="2500" b="1" dirty="0">
                  <a:solidFill>
                    <a:schemeClr val="lt1"/>
                  </a:solidFill>
                  <a:latin typeface="Times New Roman"/>
                  <a:ea typeface="Times New Roman"/>
                  <a:cs typeface="Times New Roman"/>
                  <a:sym typeface="Times New Roman"/>
                </a:endParaRPr>
              </a:p>
            </p:txBody>
          </p:sp>
          <p:sp>
            <p:nvSpPr>
              <p:cNvPr id="122" name="Google Shape;122;p2"/>
              <p:cNvSpPr/>
              <p:nvPr/>
            </p:nvSpPr>
            <p:spPr>
              <a:xfrm>
                <a:off x="1136437" y="1259"/>
                <a:ext cx="559649" cy="559649"/>
              </a:xfrm>
              <a:prstGeom prst="ellipse">
                <a:avLst/>
              </a:prstGeom>
              <a:solidFill>
                <a:srgbClr val="E1C1C0"/>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rot="10800000">
                <a:off x="1416262" y="727969"/>
                <a:ext cx="5067300" cy="559649"/>
              </a:xfrm>
              <a:prstGeom prst="homePlate">
                <a:avLst>
                  <a:gd name="adj" fmla="val 50000"/>
                </a:avLst>
              </a:prstGeom>
              <a:gradFill>
                <a:gsLst>
                  <a:gs pos="0">
                    <a:srgbClr val="97522D"/>
                  </a:gs>
                  <a:gs pos="80000">
                    <a:srgbClr val="C56C3C"/>
                  </a:gs>
                  <a:gs pos="100000">
                    <a:srgbClr val="C96B39"/>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txBox="1"/>
              <p:nvPr/>
            </p:nvSpPr>
            <p:spPr>
              <a:xfrm>
                <a:off x="1556174" y="727969"/>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Training scheme</a:t>
                </a:r>
                <a:endParaRPr sz="2500" dirty="0">
                  <a:solidFill>
                    <a:schemeClr val="lt1"/>
                  </a:solidFill>
                  <a:latin typeface="Calibri"/>
                  <a:ea typeface="Calibri"/>
                  <a:cs typeface="Calibri"/>
                  <a:sym typeface="Calibri"/>
                </a:endParaRPr>
              </a:p>
            </p:txBody>
          </p:sp>
          <p:sp>
            <p:nvSpPr>
              <p:cNvPr id="125" name="Google Shape;125;p2"/>
              <p:cNvSpPr/>
              <p:nvPr/>
            </p:nvSpPr>
            <p:spPr>
              <a:xfrm>
                <a:off x="1136437" y="727969"/>
                <a:ext cx="559649" cy="559649"/>
              </a:xfrm>
              <a:prstGeom prst="ellipse">
                <a:avLst/>
              </a:prstGeom>
              <a:solidFill>
                <a:srgbClr val="E0CCC0"/>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rot="10800000">
                <a:off x="1416262" y="1454678"/>
                <a:ext cx="5067300" cy="559649"/>
              </a:xfrm>
              <a:prstGeom prst="homePlate">
                <a:avLst>
                  <a:gd name="adj" fmla="val 50000"/>
                </a:avLst>
              </a:prstGeom>
              <a:gradFill>
                <a:gsLst>
                  <a:gs pos="0">
                    <a:srgbClr val="947430"/>
                  </a:gs>
                  <a:gs pos="80000">
                    <a:srgbClr val="C3993F"/>
                  </a:gs>
                  <a:gs pos="100000">
                    <a:srgbClr val="C69A3D"/>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txBox="1"/>
              <p:nvPr/>
            </p:nvSpPr>
            <p:spPr>
              <a:xfrm>
                <a:off x="1556174" y="1454678"/>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International Cooperation</a:t>
                </a:r>
                <a:endParaRPr sz="2500" b="1" dirty="0">
                  <a:solidFill>
                    <a:schemeClr val="lt1"/>
                  </a:solidFill>
                  <a:latin typeface="Times New Roman"/>
                  <a:ea typeface="Times New Roman"/>
                  <a:cs typeface="Times New Roman"/>
                  <a:sym typeface="Times New Roman"/>
                </a:endParaRPr>
              </a:p>
            </p:txBody>
          </p:sp>
          <p:sp>
            <p:nvSpPr>
              <p:cNvPr id="128" name="Google Shape;128;p2"/>
              <p:cNvSpPr/>
              <p:nvPr/>
            </p:nvSpPr>
            <p:spPr>
              <a:xfrm>
                <a:off x="1136437" y="1454678"/>
                <a:ext cx="559649" cy="559649"/>
              </a:xfrm>
              <a:prstGeom prst="ellipse">
                <a:avLst/>
              </a:prstGeom>
              <a:solidFill>
                <a:srgbClr val="DFD7C1"/>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p:nvPr/>
            </p:nvSpPr>
            <p:spPr>
              <a:xfrm rot="10800000">
                <a:off x="1416262" y="2181387"/>
                <a:ext cx="5067300" cy="559649"/>
              </a:xfrm>
              <a:prstGeom prst="homePlate">
                <a:avLst>
                  <a:gd name="adj" fmla="val 50000"/>
                </a:avLst>
              </a:prstGeom>
              <a:gradFill>
                <a:gsLst>
                  <a:gs pos="0">
                    <a:srgbClr val="939332"/>
                  </a:gs>
                  <a:gs pos="80000">
                    <a:srgbClr val="C1C143"/>
                  </a:gs>
                  <a:gs pos="100000">
                    <a:srgbClr val="C5C540"/>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p:cNvSpPr txBox="1"/>
              <p:nvPr/>
            </p:nvSpPr>
            <p:spPr>
              <a:xfrm>
                <a:off x="1556174" y="2181387"/>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500" b="1" dirty="0">
                    <a:solidFill>
                      <a:schemeClr val="lt1"/>
                    </a:solidFill>
                    <a:latin typeface="Federo"/>
                    <a:ea typeface="Federo"/>
                    <a:cs typeface="Federo"/>
                    <a:sym typeface="Federo"/>
                  </a:rPr>
                  <a:t>Education &amp; Research</a:t>
                </a:r>
                <a:endParaRPr sz="2500" dirty="0">
                  <a:solidFill>
                    <a:schemeClr val="lt1"/>
                  </a:solidFill>
                  <a:latin typeface="Calibri"/>
                  <a:ea typeface="Calibri"/>
                  <a:cs typeface="Calibri"/>
                  <a:sym typeface="Calibri"/>
                </a:endParaRPr>
              </a:p>
            </p:txBody>
          </p:sp>
          <p:sp>
            <p:nvSpPr>
              <p:cNvPr id="131" name="Google Shape;131;p2"/>
              <p:cNvSpPr/>
              <p:nvPr/>
            </p:nvSpPr>
            <p:spPr>
              <a:xfrm>
                <a:off x="1136437" y="2181387"/>
                <a:ext cx="559649" cy="559649"/>
              </a:xfrm>
              <a:prstGeom prst="ellipse">
                <a:avLst/>
              </a:prstGeom>
              <a:solidFill>
                <a:srgbClr val="DDDFC1"/>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rot="10800000">
                <a:off x="1416262" y="2908096"/>
                <a:ext cx="5067300" cy="559649"/>
              </a:xfrm>
              <a:prstGeom prst="homePlate">
                <a:avLst>
                  <a:gd name="adj" fmla="val 50000"/>
                </a:avLst>
              </a:prstGeom>
              <a:gradFill>
                <a:gsLst>
                  <a:gs pos="0">
                    <a:srgbClr val="739235"/>
                  </a:gs>
                  <a:gs pos="80000">
                    <a:srgbClr val="98BF47"/>
                  </a:gs>
                  <a:gs pos="100000">
                    <a:srgbClr val="99C344"/>
                  </a:gs>
                </a:gsLst>
                <a:lin ang="16200000" scaled="0"/>
              </a:gra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txBox="1"/>
              <p:nvPr/>
            </p:nvSpPr>
            <p:spPr>
              <a:xfrm>
                <a:off x="1556174" y="2908096"/>
                <a:ext cx="4927388" cy="559649"/>
              </a:xfrm>
              <a:prstGeom prst="rect">
                <a:avLst/>
              </a:prstGeom>
              <a:noFill/>
              <a:ln>
                <a:noFill/>
              </a:ln>
            </p:spPr>
            <p:txBody>
              <a:bodyPr spcFirstLastPara="1" wrap="square" lIns="246775" tIns="95250" rIns="177800" bIns="95250" anchor="ctr" anchorCtr="0">
                <a:noAutofit/>
              </a:bodyPr>
              <a:lstStyle/>
              <a:p>
                <a:pPr lvl="0" algn="ctr">
                  <a:lnSpc>
                    <a:spcPct val="90000"/>
                  </a:lnSpc>
                </a:pPr>
                <a:r>
                  <a:rPr lang="en-US" sz="2400" b="1" dirty="0">
                    <a:solidFill>
                      <a:schemeClr val="lt1"/>
                    </a:solidFill>
                    <a:latin typeface="Federo"/>
                    <a:ea typeface="Federo"/>
                    <a:cs typeface="Federo"/>
                    <a:sym typeface="Federo"/>
                  </a:rPr>
                  <a:t>Employment chances</a:t>
                </a:r>
                <a:endParaRPr sz="2500" b="1" dirty="0">
                  <a:solidFill>
                    <a:schemeClr val="lt1"/>
                  </a:solidFill>
                  <a:latin typeface="Times New Roman"/>
                  <a:ea typeface="Times New Roman"/>
                  <a:cs typeface="Times New Roman"/>
                  <a:sym typeface="Times New Roman"/>
                </a:endParaRPr>
              </a:p>
            </p:txBody>
          </p:sp>
          <p:sp>
            <p:nvSpPr>
              <p:cNvPr id="134" name="Google Shape;134;p2"/>
              <p:cNvSpPr/>
              <p:nvPr/>
            </p:nvSpPr>
            <p:spPr>
              <a:xfrm>
                <a:off x="1136437" y="2908096"/>
                <a:ext cx="559649" cy="559649"/>
              </a:xfrm>
              <a:prstGeom prst="ellipse">
                <a:avLst/>
              </a:prstGeom>
              <a:solidFill>
                <a:srgbClr val="D2DEC2"/>
              </a:solidFill>
              <a:ln>
                <a:noFill/>
              </a:ln>
              <a:effectLst>
                <a:outerShdw blurRad="40000" dist="23000" dir="5400000" rotWithShape="0">
                  <a:srgbClr val="000000">
                    <a:alpha val="3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p2"/>
            <p:cNvSpPr txBox="1"/>
            <p:nvPr/>
          </p:nvSpPr>
          <p:spPr>
            <a:xfrm>
              <a:off x="386648" y="1513526"/>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1</a:t>
              </a:r>
              <a:endParaRPr dirty="0"/>
            </a:p>
          </p:txBody>
        </p:sp>
        <p:sp>
          <p:nvSpPr>
            <p:cNvPr id="136" name="Google Shape;136;p2"/>
            <p:cNvSpPr txBox="1"/>
            <p:nvPr/>
          </p:nvSpPr>
          <p:spPr>
            <a:xfrm>
              <a:off x="397091" y="2251376"/>
              <a:ext cx="444990" cy="561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2</a:t>
              </a:r>
              <a:endParaRPr dirty="0"/>
            </a:p>
          </p:txBody>
        </p:sp>
        <p:sp>
          <p:nvSpPr>
            <p:cNvPr id="137" name="Google Shape;137;p2"/>
            <p:cNvSpPr txBox="1"/>
            <p:nvPr/>
          </p:nvSpPr>
          <p:spPr>
            <a:xfrm>
              <a:off x="358513" y="2978120"/>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3</a:t>
              </a:r>
              <a:endParaRPr dirty="0"/>
            </a:p>
          </p:txBody>
        </p:sp>
        <p:sp>
          <p:nvSpPr>
            <p:cNvPr id="139" name="Google Shape;139;p2"/>
            <p:cNvSpPr txBox="1"/>
            <p:nvPr/>
          </p:nvSpPr>
          <p:spPr>
            <a:xfrm>
              <a:off x="331303" y="3712824"/>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4</a:t>
              </a:r>
              <a:endParaRPr dirty="0"/>
            </a:p>
          </p:txBody>
        </p:sp>
        <p:sp>
          <p:nvSpPr>
            <p:cNvPr id="140" name="Google Shape;140;p2"/>
            <p:cNvSpPr txBox="1"/>
            <p:nvPr/>
          </p:nvSpPr>
          <p:spPr>
            <a:xfrm>
              <a:off x="333533" y="4423771"/>
              <a:ext cx="444990" cy="5539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chemeClr val="dk1"/>
                  </a:solidFill>
                  <a:latin typeface="Times New Roman"/>
                  <a:ea typeface="Times New Roman"/>
                  <a:cs typeface="Times New Roman"/>
                  <a:sym typeface="Times New Roman"/>
                </a:rPr>
                <a:t>5</a:t>
              </a:r>
              <a:endParaRPr dirty="0"/>
            </a:p>
          </p:txBody>
        </p:sp>
      </p:gr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34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p:cNvCxnSpPr>
            <a:stCxn id="38" idx="4"/>
          </p:cNvCxnSpPr>
          <p:nvPr/>
        </p:nvCxnSpPr>
        <p:spPr>
          <a:xfrm rot="5400000">
            <a:off x="6178583" y="4323169"/>
            <a:ext cx="5282" cy="487078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0" y="6248400"/>
            <a:ext cx="9144000" cy="480350"/>
          </a:xfrm>
          <a:prstGeom prst="rect">
            <a:avLst/>
          </a:prstGeom>
          <a:gradFill flip="none" rotWithShape="1">
            <a:gsLst>
              <a:gs pos="0">
                <a:schemeClr val="tx1">
                  <a:lumMod val="65000"/>
                  <a:lumOff val="35000"/>
                  <a:tint val="66000"/>
                  <a:satMod val="160000"/>
                </a:schemeClr>
              </a:gs>
              <a:gs pos="50000">
                <a:schemeClr val="tx1">
                  <a:lumMod val="65000"/>
                  <a:lumOff val="35000"/>
                  <a:tint val="44500"/>
                  <a:satMod val="160000"/>
                </a:schemeClr>
              </a:gs>
              <a:gs pos="100000">
                <a:schemeClr val="tx1">
                  <a:lumMod val="65000"/>
                  <a:lumOff val="35000"/>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8165432" y="5853552"/>
            <a:ext cx="902368" cy="902368"/>
          </a:xfrm>
          <a:prstGeom prst="ellipse">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7" name="Picture 9"/>
          <p:cNvPicPr>
            <a:picLocks noChangeAspect="1" noChangeArrowheads="1"/>
          </p:cNvPicPr>
          <p:nvPr/>
        </p:nvPicPr>
        <p:blipFill>
          <a:blip r:embed="rId3" cstate="print"/>
          <a:srcRect/>
          <a:stretch>
            <a:fillRect/>
          </a:stretch>
        </p:blipFill>
        <p:spPr bwMode="auto">
          <a:xfrm>
            <a:off x="8218026" y="5924544"/>
            <a:ext cx="774032" cy="608058"/>
          </a:xfrm>
          <a:prstGeom prst="rect">
            <a:avLst/>
          </a:prstGeom>
          <a:noFill/>
          <a:ln w="9525">
            <a:noFill/>
            <a:miter lim="800000"/>
            <a:headEnd/>
            <a:tailEnd/>
          </a:ln>
        </p:spPr>
      </p:pic>
      <p:sp>
        <p:nvSpPr>
          <p:cNvPr id="21" name="Oval 20"/>
          <p:cNvSpPr/>
          <p:nvPr/>
        </p:nvSpPr>
        <p:spPr>
          <a:xfrm>
            <a:off x="8164975" y="5849075"/>
            <a:ext cx="902368" cy="902368"/>
          </a:xfrm>
          <a:prstGeom prst="ellipse">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2092582" y="6227802"/>
            <a:ext cx="6096000" cy="553998"/>
          </a:xfrm>
          <a:prstGeom prst="rect">
            <a:avLst/>
          </a:prstGeom>
          <a:noFill/>
        </p:spPr>
        <p:txBody>
          <a:bodyPr wrap="square" rtlCol="0">
            <a:spAutoFit/>
          </a:bodyPr>
          <a:lstStyle/>
          <a:p>
            <a:pPr algn="r"/>
            <a:r>
              <a:rPr lang="en-US" sz="1400" b="1">
                <a:solidFill>
                  <a:schemeClr val="accent1">
                    <a:lumMod val="75000"/>
                  </a:schemeClr>
                </a:solidFill>
                <a:latin typeface="Arial Narrow" panose="020B0606020202030204" pitchFamily="34" charset="0"/>
              </a:rPr>
              <a:t>Truong DAI HOC KHOA HOC TU NHIEN TPHCM</a:t>
            </a:r>
          </a:p>
          <a:p>
            <a:pPr algn="r"/>
            <a:r>
              <a:rPr lang="en-US" sz="1600" b="1" spc="300">
                <a:solidFill>
                  <a:schemeClr val="accent1">
                    <a:lumMod val="75000"/>
                  </a:schemeClr>
                </a:solidFill>
                <a:latin typeface="Britannic Bold" panose="020B0903060703020204" pitchFamily="34" charset="0"/>
              </a:rPr>
              <a:t>  UNIVERSITY OF SCIENCE – VNUHCM</a:t>
            </a:r>
          </a:p>
        </p:txBody>
      </p:sp>
      <p:sp>
        <p:nvSpPr>
          <p:cNvPr id="22" name="TextBox 21"/>
          <p:cNvSpPr txBox="1"/>
          <p:nvPr/>
        </p:nvSpPr>
        <p:spPr>
          <a:xfrm>
            <a:off x="381000" y="0"/>
            <a:ext cx="4495800" cy="523220"/>
          </a:xfrm>
          <a:prstGeom prst="rect">
            <a:avLst/>
          </a:prstGeom>
          <a:noFill/>
        </p:spPr>
        <p:txBody>
          <a:bodyPr wrap="square" rtlCol="0">
            <a:spAutoFit/>
          </a:bodyPr>
          <a:lstStyle/>
          <a:p>
            <a:r>
              <a:rPr lang="en-US" sz="2800" dirty="0">
                <a:solidFill>
                  <a:srgbClr val="002060"/>
                </a:solidFill>
                <a:effectLst>
                  <a:outerShdw blurRad="50800" dist="38100" dir="2700000" algn="tl" rotWithShape="0">
                    <a:prstClr val="black">
                      <a:alpha val="40000"/>
                    </a:prstClr>
                  </a:outerShdw>
                </a:effectLst>
                <a:latin typeface="Britannic Bold" panose="020B0903060703020204" pitchFamily="34" charset="0"/>
              </a:rPr>
              <a:t>Staff member – </a:t>
            </a:r>
            <a:r>
              <a:rPr lang="en-US" sz="2800" b="1" dirty="0" err="1">
                <a:solidFill>
                  <a:srgbClr val="002060"/>
                </a:solidFill>
                <a:effectLst>
                  <a:outerShdw blurRad="50800" dist="38100" dir="2700000" algn="tl" rotWithShape="0">
                    <a:prstClr val="black">
                      <a:alpha val="40000"/>
                    </a:prstClr>
                  </a:outerShdw>
                </a:effectLst>
                <a:latin typeface="Cambria" panose="02040503050406030204" pitchFamily="18" charset="0"/>
                <a:cs typeface="Times New Roman" panose="02020603050405020304" pitchFamily="18" charset="0"/>
              </a:rPr>
              <a:t>Nhân</a:t>
            </a:r>
            <a:r>
              <a:rPr lang="en-US" sz="2800" b="1" dirty="0">
                <a:solidFill>
                  <a:srgbClr val="002060"/>
                </a:solidFill>
                <a:effectLst>
                  <a:outerShdw blurRad="50800" dist="38100" dir="2700000" algn="tl" rotWithShape="0">
                    <a:prstClr val="black">
                      <a:alpha val="40000"/>
                    </a:prstClr>
                  </a:outerShdw>
                </a:effectLst>
                <a:latin typeface="Cambria" panose="02040503050406030204" pitchFamily="18" charset="0"/>
                <a:cs typeface="Times New Roman" panose="02020603050405020304" pitchFamily="18" charset="0"/>
              </a:rPr>
              <a:t> </a:t>
            </a:r>
            <a:r>
              <a:rPr lang="en-US" sz="2800" b="1" dirty="0" err="1">
                <a:solidFill>
                  <a:srgbClr val="002060"/>
                </a:solidFill>
                <a:effectLst>
                  <a:outerShdw blurRad="50800" dist="38100" dir="2700000" algn="tl" rotWithShape="0">
                    <a:prstClr val="black">
                      <a:alpha val="40000"/>
                    </a:prstClr>
                  </a:outerShdw>
                </a:effectLst>
                <a:latin typeface="Cambria" panose="02040503050406030204" pitchFamily="18" charset="0"/>
                <a:cs typeface="Times New Roman" panose="02020603050405020304" pitchFamily="18" charset="0"/>
              </a:rPr>
              <a:t>sự</a:t>
            </a:r>
            <a:r>
              <a:rPr lang="en-US" sz="2800" dirty="0">
                <a:solidFill>
                  <a:srgbClr val="002060"/>
                </a:solidFill>
                <a:effectLst>
                  <a:outerShdw blurRad="50800" dist="38100" dir="2700000" algn="tl" rotWithShape="0">
                    <a:prstClr val="black">
                      <a:alpha val="40000"/>
                    </a:prstClr>
                  </a:outerShdw>
                </a:effectLst>
                <a:latin typeface="Cambria" panose="02040503050406030204" pitchFamily="18" charset="0"/>
              </a:rPr>
              <a:t> </a:t>
            </a:r>
          </a:p>
        </p:txBody>
      </p:sp>
      <p:sp>
        <p:nvSpPr>
          <p:cNvPr id="23" name="Oval 22"/>
          <p:cNvSpPr/>
          <p:nvPr/>
        </p:nvSpPr>
        <p:spPr>
          <a:xfrm>
            <a:off x="152400" y="182300"/>
            <a:ext cx="228600" cy="228600"/>
          </a:xfrm>
          <a:prstGeom prst="ellipse">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32654" y="6357256"/>
            <a:ext cx="803018" cy="292388"/>
          </a:xfrm>
          <a:prstGeom prst="rect">
            <a:avLst/>
          </a:prstGeom>
          <a:noFill/>
        </p:spPr>
        <p:txBody>
          <a:bodyPr wrap="square" rtlCol="0">
            <a:spAutoFit/>
          </a:bodyPr>
          <a:lstStyle/>
          <a:p>
            <a:r>
              <a:rPr lang="en-US" sz="1300" dirty="0"/>
              <a:t>Slide 2</a:t>
            </a:r>
          </a:p>
        </p:txBody>
      </p:sp>
      <p:grpSp>
        <p:nvGrpSpPr>
          <p:cNvPr id="13" name="Group 12">
            <a:extLst>
              <a:ext uri="{FF2B5EF4-FFF2-40B4-BE49-F238E27FC236}">
                <a16:creationId xmlns:a16="http://schemas.microsoft.com/office/drawing/2014/main" id="{FE173342-3340-1548-A6AF-D8202A64BB6B}"/>
              </a:ext>
            </a:extLst>
          </p:cNvPr>
          <p:cNvGrpSpPr/>
          <p:nvPr/>
        </p:nvGrpSpPr>
        <p:grpSpPr>
          <a:xfrm>
            <a:off x="2438400" y="673143"/>
            <a:ext cx="2343318" cy="2281420"/>
            <a:chOff x="2628900" y="673143"/>
            <a:chExt cx="2343318" cy="2281420"/>
          </a:xfrm>
        </p:grpSpPr>
        <p:pic>
          <p:nvPicPr>
            <p:cNvPr id="6" name="Picture 5" descr="A person wearing a white shirt&#10;&#10;Description automatically generated with medium confidence"/>
            <p:cNvPicPr>
              <a:picLocks noChangeAspect="1"/>
            </p:cNvPicPr>
            <p:nvPr/>
          </p:nvPicPr>
          <p:blipFill rotWithShape="1">
            <a:blip r:embed="rId4" cstate="print">
              <a:extLst>
                <a:ext uri="{28A0092B-C50C-407E-A947-70E740481C1C}">
                  <a14:useLocalDpi xmlns:a14="http://schemas.microsoft.com/office/drawing/2010/main" val="0"/>
                </a:ext>
              </a:extLst>
            </a:blip>
            <a:srcRect t="7662" b="12956"/>
            <a:stretch>
              <a:fillRect/>
            </a:stretch>
          </p:blipFill>
          <p:spPr>
            <a:xfrm>
              <a:off x="2895600" y="673143"/>
              <a:ext cx="1814894" cy="1963981"/>
            </a:xfrm>
            <a:prstGeom prst="rect">
              <a:avLst/>
            </a:prstGeom>
          </p:spPr>
        </p:pic>
        <p:sp>
          <p:nvSpPr>
            <p:cNvPr id="20" name="TextBox 19"/>
            <p:cNvSpPr txBox="1"/>
            <p:nvPr/>
          </p:nvSpPr>
          <p:spPr>
            <a:xfrm>
              <a:off x="2628900" y="2677564"/>
              <a:ext cx="2343318" cy="276999"/>
            </a:xfrm>
            <a:prstGeom prst="rect">
              <a:avLst/>
            </a:prstGeom>
            <a:noFill/>
          </p:spPr>
          <p:txBody>
            <a:bodyPr wrap="square">
              <a:spAutoFit/>
            </a:bodyPr>
            <a:lstStyle/>
            <a:p>
              <a:r>
                <a:rPr lang="en-US" sz="1200" b="1" dirty="0">
                  <a:solidFill>
                    <a:srgbClr val="0070C0"/>
                  </a:solidFill>
                  <a:latin typeface="Times New Roman" panose="02020603050405020304" pitchFamily="18" charset="0"/>
                  <a:cs typeface="Times New Roman" panose="02020603050405020304" pitchFamily="18" charset="0"/>
                </a:rPr>
                <a:t>TS.  LÊ THỤY THANH GIANG</a:t>
              </a:r>
              <a:endParaRPr lang="en-US" sz="1200" b="1" spc="300" dirty="0">
                <a:solidFill>
                  <a:srgbClr val="0070C0"/>
                </a:solidFill>
                <a:latin typeface="Times New Roman" panose="02020603050405020304" pitchFamily="18"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891A0C67-15C2-D945-AE2B-4ADEE1D8DE23}"/>
              </a:ext>
            </a:extLst>
          </p:cNvPr>
          <p:cNvGrpSpPr/>
          <p:nvPr/>
        </p:nvGrpSpPr>
        <p:grpSpPr>
          <a:xfrm>
            <a:off x="-35182" y="3473418"/>
            <a:ext cx="2168782" cy="2322247"/>
            <a:chOff x="-35182" y="3473418"/>
            <a:chExt cx="2168782" cy="2322247"/>
          </a:xfrm>
        </p:grpSpPr>
        <p:pic>
          <p:nvPicPr>
            <p:cNvPr id="3" name="Picture 2" descr="A person standing in front of a lake&#10;&#10;Description automatically generated with low confidence"/>
            <p:cNvPicPr>
              <a:picLocks noChangeAspect="1"/>
            </p:cNvPicPr>
            <p:nvPr/>
          </p:nvPicPr>
          <p:blipFill rotWithShape="1">
            <a:blip r:embed="rId5" cstate="print">
              <a:extLst>
                <a:ext uri="{28A0092B-C50C-407E-A947-70E740481C1C}">
                  <a14:useLocalDpi xmlns:a14="http://schemas.microsoft.com/office/drawing/2010/main" val="0"/>
                </a:ext>
              </a:extLst>
            </a:blip>
            <a:srcRect l="8889" t="26404" r="46027"/>
            <a:stretch>
              <a:fillRect/>
            </a:stretch>
          </p:blipFill>
          <p:spPr>
            <a:xfrm>
              <a:off x="81128" y="3473418"/>
              <a:ext cx="1660479" cy="1796882"/>
            </a:xfrm>
            <a:prstGeom prst="rect">
              <a:avLst/>
            </a:prstGeom>
          </p:spPr>
        </p:pic>
        <p:sp>
          <p:nvSpPr>
            <p:cNvPr id="18" name="TextBox 17"/>
            <p:cNvSpPr txBox="1"/>
            <p:nvPr/>
          </p:nvSpPr>
          <p:spPr>
            <a:xfrm>
              <a:off x="-35182" y="5334000"/>
              <a:ext cx="2168782" cy="461665"/>
            </a:xfrm>
            <a:prstGeom prst="rect">
              <a:avLst/>
            </a:prstGeom>
            <a:noFill/>
          </p:spPr>
          <p:txBody>
            <a:bodyPr wrap="square">
              <a:spAutoFit/>
            </a:bodyPr>
            <a:lstStyle/>
            <a:p>
              <a:r>
                <a:rPr lang="en-US" sz="1200" b="1" dirty="0">
                  <a:solidFill>
                    <a:srgbClr val="2108B8"/>
                  </a:solidFill>
                  <a:latin typeface="Times New Roman" panose="02020603050405020304" pitchFamily="18" charset="0"/>
                  <a:cs typeface="Times New Roman" panose="02020603050405020304" pitchFamily="18" charset="0"/>
                </a:rPr>
                <a:t> </a:t>
              </a:r>
              <a:r>
                <a:rPr lang="en-US" sz="1200" b="1" dirty="0" err="1">
                  <a:solidFill>
                    <a:srgbClr val="2108B8"/>
                  </a:solidFill>
                  <a:latin typeface="Times New Roman" panose="02020603050405020304" pitchFamily="18" charset="0"/>
                  <a:cs typeface="Times New Roman" panose="02020603050405020304" pitchFamily="18" charset="0"/>
                </a:rPr>
                <a:t>ThS</a:t>
              </a:r>
              <a:r>
                <a:rPr lang="en-US" sz="1200" b="1" dirty="0">
                  <a:solidFill>
                    <a:srgbClr val="2108B8"/>
                  </a:solidFill>
                  <a:latin typeface="Times New Roman" panose="02020603050405020304" pitchFamily="18" charset="0"/>
                  <a:cs typeface="Times New Roman" panose="02020603050405020304" pitchFamily="18" charset="0"/>
                </a:rPr>
                <a:t>.  HUỲNH V. GIANG</a:t>
              </a:r>
            </a:p>
            <a:p>
              <a:pPr algn="ctr"/>
              <a:r>
                <a:rPr lang="en-US" sz="1200" b="1" spc="300" dirty="0">
                  <a:solidFill>
                    <a:srgbClr val="2108B8"/>
                  </a:solidFill>
                  <a:latin typeface="Times New Roman" panose="02020603050405020304" pitchFamily="18" charset="0"/>
                  <a:cs typeface="Times New Roman" panose="02020603050405020304" pitchFamily="18" charset="0"/>
                </a:rPr>
                <a:t>(NCS)</a:t>
              </a:r>
              <a:endParaRPr lang="en-US" sz="1200" b="1" spc="300" dirty="0">
                <a:solidFill>
                  <a:schemeClr val="bg1">
                    <a:lumMod val="50000"/>
                  </a:schemeClr>
                </a:solidFill>
                <a:latin typeface="Times New Roman" panose="02020603050405020304" pitchFamily="18" charset="0"/>
                <a:cs typeface="Times New Roman" panose="02020603050405020304" pitchFamily="18" charset="0"/>
              </a:endParaRPr>
            </a:p>
          </p:txBody>
        </p:sp>
      </p:grpSp>
      <p:grpSp>
        <p:nvGrpSpPr>
          <p:cNvPr id="27" name="Group 26">
            <a:extLst>
              <a:ext uri="{FF2B5EF4-FFF2-40B4-BE49-F238E27FC236}">
                <a16:creationId xmlns:a16="http://schemas.microsoft.com/office/drawing/2014/main" id="{3A03E05B-3D74-E543-B796-62E90909CEDB}"/>
              </a:ext>
            </a:extLst>
          </p:cNvPr>
          <p:cNvGrpSpPr/>
          <p:nvPr/>
        </p:nvGrpSpPr>
        <p:grpSpPr>
          <a:xfrm>
            <a:off x="1906374" y="3375007"/>
            <a:ext cx="1905000" cy="2214410"/>
            <a:chOff x="1677774" y="3375007"/>
            <a:chExt cx="1905000" cy="2214410"/>
          </a:xfrm>
        </p:grpSpPr>
        <p:sp>
          <p:nvSpPr>
            <p:cNvPr id="26" name="TextBox 25"/>
            <p:cNvSpPr txBox="1"/>
            <p:nvPr/>
          </p:nvSpPr>
          <p:spPr>
            <a:xfrm>
              <a:off x="1677774" y="5312418"/>
              <a:ext cx="1905000" cy="276999"/>
            </a:xfrm>
            <a:prstGeom prst="rect">
              <a:avLst/>
            </a:prstGeom>
            <a:noFill/>
          </p:spPr>
          <p:txBody>
            <a:bodyPr wrap="square">
              <a:spAutoFit/>
            </a:bodyPr>
            <a:lstStyle/>
            <a:p>
              <a:r>
                <a:rPr lang="en-US" sz="1200" b="1" dirty="0">
                  <a:solidFill>
                    <a:srgbClr val="0070C0"/>
                  </a:solidFill>
                  <a:latin typeface="Times New Roman" panose="02020603050405020304" pitchFamily="18" charset="0"/>
                  <a:cs typeface="Times New Roman" panose="02020603050405020304" pitchFamily="18" charset="0"/>
                </a:rPr>
                <a:t> </a:t>
              </a:r>
              <a:r>
                <a:rPr lang="en-US" sz="1200" b="1" dirty="0" err="1">
                  <a:solidFill>
                    <a:srgbClr val="0070C0"/>
                  </a:solidFill>
                  <a:latin typeface="Times New Roman" panose="02020603050405020304" pitchFamily="18" charset="0"/>
                  <a:cs typeface="Times New Roman" panose="02020603050405020304" pitchFamily="18" charset="0"/>
                </a:rPr>
                <a:t>ThS</a:t>
              </a:r>
              <a:r>
                <a:rPr lang="en-US" sz="1200" b="1" dirty="0">
                  <a:solidFill>
                    <a:srgbClr val="0070C0"/>
                  </a:solidFill>
                  <a:latin typeface="Times New Roman" panose="02020603050405020304" pitchFamily="18" charset="0"/>
                  <a:cs typeface="Times New Roman" panose="02020603050405020304" pitchFamily="18" charset="0"/>
                </a:rPr>
                <a:t>. TRẦN KIM CHI</a:t>
              </a:r>
              <a:endParaRPr lang="en-US" sz="1200" b="1" spc="300" dirty="0">
                <a:solidFill>
                  <a:srgbClr val="0070C0"/>
                </a:solidFill>
                <a:latin typeface="Times New Roman" panose="02020603050405020304" pitchFamily="18" charset="0"/>
                <a:cs typeface="Times New Roman" panose="02020603050405020304" pitchFamily="18" charset="0"/>
              </a:endParaRPr>
            </a:p>
          </p:txBody>
        </p:sp>
        <p:pic>
          <p:nvPicPr>
            <p:cNvPr id="7" name="Picture 6" descr="A picture containing person, indoor, posing&#10;&#10;Description automatically generated"/>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07960" y="3375007"/>
              <a:ext cx="1316507" cy="1883912"/>
            </a:xfrm>
            <a:prstGeom prst="rect">
              <a:avLst/>
            </a:prstGeom>
          </p:spPr>
        </p:pic>
      </p:grpSp>
      <p:grpSp>
        <p:nvGrpSpPr>
          <p:cNvPr id="12" name="Group 11">
            <a:extLst>
              <a:ext uri="{FF2B5EF4-FFF2-40B4-BE49-F238E27FC236}">
                <a16:creationId xmlns:a16="http://schemas.microsoft.com/office/drawing/2014/main" id="{4AE2ED81-3958-DE4D-8A9E-4B3B1B860E39}"/>
              </a:ext>
            </a:extLst>
          </p:cNvPr>
          <p:cNvGrpSpPr/>
          <p:nvPr/>
        </p:nvGrpSpPr>
        <p:grpSpPr>
          <a:xfrm>
            <a:off x="-76200" y="673143"/>
            <a:ext cx="2495718" cy="2450926"/>
            <a:chOff x="-76200" y="673143"/>
            <a:chExt cx="2495718" cy="2450926"/>
          </a:xfrm>
        </p:grpSpPr>
        <p:sp>
          <p:nvSpPr>
            <p:cNvPr id="24" name="TextBox 23"/>
            <p:cNvSpPr txBox="1"/>
            <p:nvPr/>
          </p:nvSpPr>
          <p:spPr>
            <a:xfrm>
              <a:off x="-76200" y="2662404"/>
              <a:ext cx="2495718" cy="461665"/>
            </a:xfrm>
            <a:prstGeom prst="rect">
              <a:avLst/>
            </a:prstGeom>
            <a:noFill/>
          </p:spPr>
          <p:txBody>
            <a:bodyPr wrap="square" rtlCol="0">
              <a:spAutoFit/>
            </a:bodyPr>
            <a:lstStyle/>
            <a:p>
              <a:r>
                <a:rPr lang="en-US" sz="1200" b="1" dirty="0">
                  <a:solidFill>
                    <a:srgbClr val="2108B8"/>
                  </a:solidFill>
                  <a:latin typeface="Times New Roman" panose="02020603050405020304" pitchFamily="18" charset="0"/>
                  <a:cs typeface="Times New Roman" panose="02020603050405020304" pitchFamily="18" charset="0"/>
                </a:rPr>
                <a:t>PGS. TS.  TRẦN QUANG TRUNG</a:t>
              </a:r>
              <a:r>
                <a:rPr lang="en-US" sz="1200" b="1" dirty="0">
                  <a:solidFill>
                    <a:srgbClr val="FF0000"/>
                  </a:solidFill>
                  <a:latin typeface="Times New Roman" panose="02020603050405020304" pitchFamily="18" charset="0"/>
                  <a:cs typeface="Times New Roman" panose="02020603050405020304" pitchFamily="18" charset="0"/>
                </a:rPr>
                <a:t> </a:t>
              </a:r>
            </a:p>
            <a:p>
              <a:pPr algn="ctr"/>
              <a:r>
                <a:rPr lang="en-US" sz="1200" b="1" dirty="0" err="1">
                  <a:solidFill>
                    <a:srgbClr val="FF0000"/>
                  </a:solidFill>
                  <a:latin typeface="Times New Roman" panose="02020603050405020304" pitchFamily="18" charset="0"/>
                  <a:cs typeface="Times New Roman" panose="02020603050405020304" pitchFamily="18" charset="0"/>
                </a:rPr>
                <a:t>Trưởng</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bộ</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môn</a:t>
              </a:r>
              <a:endParaRPr lang="en-US" sz="1200" b="1" spc="300" dirty="0">
                <a:solidFill>
                  <a:srgbClr val="FF0000"/>
                </a:solidFill>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rotWithShape="1">
            <a:blip r:embed="rId7" cstate="print">
              <a:extLst>
                <a:ext uri="{28A0092B-C50C-407E-A947-70E740481C1C}">
                  <a14:useLocalDpi xmlns:a14="http://schemas.microsoft.com/office/drawing/2010/main" val="0"/>
                </a:ext>
              </a:extLst>
            </a:blip>
            <a:srcRect l="10494" t="22689" b="29495"/>
            <a:stretch>
              <a:fillRect/>
            </a:stretch>
          </p:blipFill>
          <p:spPr>
            <a:xfrm>
              <a:off x="352438" y="673143"/>
              <a:ext cx="1638442" cy="1945080"/>
            </a:xfrm>
            <a:prstGeom prst="rect">
              <a:avLst/>
            </a:prstGeom>
          </p:spPr>
        </p:pic>
      </p:grpSp>
      <p:grpSp>
        <p:nvGrpSpPr>
          <p:cNvPr id="14" name="Group 13">
            <a:extLst>
              <a:ext uri="{FF2B5EF4-FFF2-40B4-BE49-F238E27FC236}">
                <a16:creationId xmlns:a16="http://schemas.microsoft.com/office/drawing/2014/main" id="{A6A988D8-3D44-E54A-A3E8-E853D9AC7531}"/>
              </a:ext>
            </a:extLst>
          </p:cNvPr>
          <p:cNvGrpSpPr/>
          <p:nvPr/>
        </p:nvGrpSpPr>
        <p:grpSpPr>
          <a:xfrm>
            <a:off x="5001221" y="721920"/>
            <a:ext cx="1780579" cy="2183666"/>
            <a:chOff x="5074903" y="721920"/>
            <a:chExt cx="1780579" cy="2183666"/>
          </a:xfrm>
        </p:grpSpPr>
        <p:pic>
          <p:nvPicPr>
            <p:cNvPr id="2" name="Picture 1"/>
            <p:cNvPicPr>
              <a:picLocks noChangeAspect="1"/>
            </p:cNvPicPr>
            <p:nvPr/>
          </p:nvPicPr>
          <p:blipFill>
            <a:blip r:embed="rId8"/>
            <a:stretch>
              <a:fillRect/>
            </a:stretch>
          </p:blipFill>
          <p:spPr>
            <a:xfrm>
              <a:off x="5209579" y="721920"/>
              <a:ext cx="1416965" cy="1945080"/>
            </a:xfrm>
            <a:prstGeom prst="rect">
              <a:avLst/>
            </a:prstGeom>
          </p:spPr>
        </p:pic>
        <p:sp>
          <p:nvSpPr>
            <p:cNvPr id="49" name="TextBox 48"/>
            <p:cNvSpPr txBox="1"/>
            <p:nvPr/>
          </p:nvSpPr>
          <p:spPr>
            <a:xfrm>
              <a:off x="5074903" y="2628587"/>
              <a:ext cx="1780579" cy="276999"/>
            </a:xfrm>
            <a:prstGeom prst="rect">
              <a:avLst/>
            </a:prstGeom>
            <a:noFill/>
          </p:spPr>
          <p:txBody>
            <a:bodyPr wrap="square">
              <a:spAutoFit/>
            </a:bodyPr>
            <a:lstStyle/>
            <a:p>
              <a:r>
                <a:rPr lang="en-US" sz="1200" b="1" dirty="0">
                  <a:solidFill>
                    <a:srgbClr val="2108B8"/>
                  </a:solidFill>
                  <a:latin typeface="Times New Roman" panose="02020603050405020304" pitchFamily="18" charset="0"/>
                  <a:cs typeface="Times New Roman" panose="02020603050405020304" pitchFamily="18" charset="0"/>
                </a:rPr>
                <a:t>TS.  TRẦN XUÂN BẢO</a:t>
              </a:r>
              <a:endParaRPr lang="en-US" sz="1200" b="1" spc="300" dirty="0">
                <a:solidFill>
                  <a:schemeClr val="bg1">
                    <a:lumMod val="50000"/>
                  </a:schemeClr>
                </a:solidFill>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BEBB8674-EC9E-304F-8481-8B58EBF668EA}"/>
              </a:ext>
            </a:extLst>
          </p:cNvPr>
          <p:cNvGrpSpPr/>
          <p:nvPr/>
        </p:nvGrpSpPr>
        <p:grpSpPr>
          <a:xfrm>
            <a:off x="6781800" y="673143"/>
            <a:ext cx="2343318" cy="2451057"/>
            <a:chOff x="6876882" y="673143"/>
            <a:chExt cx="2343318" cy="2451057"/>
          </a:xfrm>
        </p:grpSpPr>
        <p:pic>
          <p:nvPicPr>
            <p:cNvPr id="5" name="Picture 4"/>
            <p:cNvPicPr>
              <a:picLocks noChangeAspect="1"/>
            </p:cNvPicPr>
            <p:nvPr/>
          </p:nvPicPr>
          <p:blipFill rotWithShape="1">
            <a:blip r:embed="rId9"/>
            <a:srcRect b="23582"/>
            <a:stretch>
              <a:fillRect/>
            </a:stretch>
          </p:blipFill>
          <p:spPr>
            <a:xfrm>
              <a:off x="7261478" y="673143"/>
              <a:ext cx="1577722" cy="1993857"/>
            </a:xfrm>
            <a:prstGeom prst="rect">
              <a:avLst/>
            </a:prstGeom>
          </p:spPr>
        </p:pic>
        <p:sp>
          <p:nvSpPr>
            <p:cNvPr id="52" name="TextBox 51"/>
            <p:cNvSpPr txBox="1"/>
            <p:nvPr/>
          </p:nvSpPr>
          <p:spPr>
            <a:xfrm>
              <a:off x="6876882" y="2662535"/>
              <a:ext cx="2343318" cy="461665"/>
            </a:xfrm>
            <a:prstGeom prst="rect">
              <a:avLst/>
            </a:prstGeom>
            <a:noFill/>
          </p:spPr>
          <p:txBody>
            <a:bodyPr wrap="square">
              <a:spAutoFit/>
            </a:bodyPr>
            <a:lstStyle/>
            <a:p>
              <a:pPr algn="ctr"/>
              <a:r>
                <a:rPr lang="en-US" sz="1200" b="1" dirty="0">
                  <a:solidFill>
                    <a:srgbClr val="0070C0"/>
                  </a:solidFill>
                  <a:latin typeface="Times New Roman" panose="02020603050405020304" pitchFamily="18" charset="0"/>
                  <a:cs typeface="Times New Roman" panose="02020603050405020304" pitchFamily="18" charset="0"/>
                </a:rPr>
                <a:t> </a:t>
              </a:r>
              <a:r>
                <a:rPr lang="en-US" sz="1200" b="1" dirty="0" err="1">
                  <a:solidFill>
                    <a:srgbClr val="0070C0"/>
                  </a:solidFill>
                  <a:latin typeface="Times New Roman" panose="02020603050405020304" pitchFamily="18" charset="0"/>
                  <a:cs typeface="Times New Roman" panose="02020603050405020304" pitchFamily="18" charset="0"/>
                </a:rPr>
                <a:t>ThS.NGUYỄN</a:t>
              </a:r>
              <a:r>
                <a:rPr lang="en-US" sz="1200" b="1" dirty="0">
                  <a:solidFill>
                    <a:srgbClr val="0070C0"/>
                  </a:solidFill>
                  <a:latin typeface="Times New Roman" panose="02020603050405020304" pitchFamily="18" charset="0"/>
                  <a:cs typeface="Times New Roman" panose="02020603050405020304" pitchFamily="18" charset="0"/>
                </a:rPr>
                <a:t> THANH DANH</a:t>
              </a:r>
            </a:p>
            <a:p>
              <a:pPr algn="ctr"/>
              <a:r>
                <a:rPr lang="en-US" sz="1200" b="1" spc="300" dirty="0">
                  <a:solidFill>
                    <a:srgbClr val="0070C0"/>
                  </a:solidFill>
                  <a:latin typeface="Times New Roman" panose="02020603050405020304" pitchFamily="18" charset="0"/>
                  <a:cs typeface="Times New Roman" panose="02020603050405020304" pitchFamily="18" charset="0"/>
                </a:rPr>
                <a:t>(NCS)</a:t>
              </a:r>
            </a:p>
          </p:txBody>
        </p:sp>
      </p:grpSp>
      <p:grpSp>
        <p:nvGrpSpPr>
          <p:cNvPr id="29" name="Group 28">
            <a:extLst>
              <a:ext uri="{FF2B5EF4-FFF2-40B4-BE49-F238E27FC236}">
                <a16:creationId xmlns:a16="http://schemas.microsoft.com/office/drawing/2014/main" id="{694FF414-97C1-6D47-9B37-520690F4FA8E}"/>
              </a:ext>
            </a:extLst>
          </p:cNvPr>
          <p:cNvGrpSpPr/>
          <p:nvPr/>
        </p:nvGrpSpPr>
        <p:grpSpPr>
          <a:xfrm>
            <a:off x="3429000" y="3463021"/>
            <a:ext cx="2250143" cy="2261785"/>
            <a:chOff x="3429000" y="3463021"/>
            <a:chExt cx="2250143" cy="2261785"/>
          </a:xfrm>
        </p:grpSpPr>
        <p:pic>
          <p:nvPicPr>
            <p:cNvPr id="8" name="Picture 7"/>
            <p:cNvPicPr>
              <a:picLocks noChangeAspect="1"/>
            </p:cNvPicPr>
            <p:nvPr/>
          </p:nvPicPr>
          <p:blipFill rotWithShape="1">
            <a:blip r:embed="rId10"/>
            <a:srcRect l="24910" t="23848" r="24149" b="28956"/>
            <a:stretch>
              <a:fillRect/>
            </a:stretch>
          </p:blipFill>
          <p:spPr>
            <a:xfrm>
              <a:off x="3818462" y="3463021"/>
              <a:ext cx="1435846" cy="1773691"/>
            </a:xfrm>
            <a:prstGeom prst="rect">
              <a:avLst/>
            </a:prstGeom>
          </p:spPr>
        </p:pic>
        <p:sp>
          <p:nvSpPr>
            <p:cNvPr id="53" name="TextBox 52"/>
            <p:cNvSpPr txBox="1"/>
            <p:nvPr/>
          </p:nvSpPr>
          <p:spPr>
            <a:xfrm>
              <a:off x="3429000" y="5263141"/>
              <a:ext cx="2250143" cy="461665"/>
            </a:xfrm>
            <a:prstGeom prst="rect">
              <a:avLst/>
            </a:prstGeom>
            <a:noFill/>
          </p:spPr>
          <p:txBody>
            <a:bodyPr wrap="square">
              <a:spAutoFit/>
            </a:bodyPr>
            <a:lstStyle/>
            <a:p>
              <a:pPr algn="ctr"/>
              <a:r>
                <a:rPr lang="en-US" sz="1200" b="1" dirty="0">
                  <a:solidFill>
                    <a:srgbClr val="2108B8"/>
                  </a:solidFill>
                  <a:latin typeface="Times New Roman" panose="02020603050405020304" pitchFamily="18" charset="0"/>
                  <a:cs typeface="Times New Roman" panose="02020603050405020304" pitchFamily="18" charset="0"/>
                </a:rPr>
                <a:t>  </a:t>
              </a:r>
              <a:r>
                <a:rPr lang="en-US" sz="1200" b="1" dirty="0" err="1">
                  <a:solidFill>
                    <a:srgbClr val="2108B8"/>
                  </a:solidFill>
                  <a:latin typeface="Times New Roman" panose="02020603050405020304" pitchFamily="18" charset="0"/>
                  <a:cs typeface="Times New Roman" panose="02020603050405020304" pitchFamily="18" charset="0"/>
                </a:rPr>
                <a:t>Thầy</a:t>
              </a:r>
              <a:r>
                <a:rPr lang="en-US" sz="1200" b="1" dirty="0">
                  <a:solidFill>
                    <a:srgbClr val="2108B8"/>
                  </a:solidFill>
                  <a:latin typeface="Times New Roman" panose="02020603050405020304" pitchFamily="18" charset="0"/>
                  <a:cs typeface="Times New Roman" panose="02020603050405020304" pitchFamily="18" charset="0"/>
                </a:rPr>
                <a:t> NGUYỄN MẠNH BẢO</a:t>
              </a:r>
            </a:p>
            <a:p>
              <a:pPr algn="ctr"/>
              <a:r>
                <a:rPr lang="en-US" sz="1200" b="1" spc="300" dirty="0">
                  <a:solidFill>
                    <a:srgbClr val="2108B8"/>
                  </a:solidFill>
                  <a:latin typeface="Times New Roman" panose="02020603050405020304" pitchFamily="18" charset="0"/>
                  <a:cs typeface="Times New Roman" panose="02020603050405020304" pitchFamily="18" charset="0"/>
                </a:rPr>
                <a:t>(Cao </a:t>
              </a:r>
              <a:r>
                <a:rPr lang="en-US" sz="1200" b="1" spc="300" dirty="0" err="1">
                  <a:solidFill>
                    <a:srgbClr val="2108B8"/>
                  </a:solidFill>
                  <a:latin typeface="Times New Roman" panose="02020603050405020304" pitchFamily="18" charset="0"/>
                  <a:cs typeface="Times New Roman" panose="02020603050405020304" pitchFamily="18" charset="0"/>
                </a:rPr>
                <a:t>học</a:t>
              </a:r>
              <a:r>
                <a:rPr lang="en-US" sz="1200" b="1" spc="300" dirty="0">
                  <a:solidFill>
                    <a:srgbClr val="2108B8"/>
                  </a:solidFill>
                  <a:latin typeface="Times New Roman" panose="02020603050405020304" pitchFamily="18" charset="0"/>
                  <a:cs typeface="Times New Roman" panose="02020603050405020304" pitchFamily="18" charset="0"/>
                </a:rPr>
                <a:t>)</a:t>
              </a:r>
              <a:endParaRPr lang="en-US" sz="1200" b="1" dirty="0">
                <a:solidFill>
                  <a:srgbClr val="2108B8"/>
                </a:solidFill>
                <a:latin typeface="Times New Roman" panose="02020603050405020304" pitchFamily="18" charset="0"/>
                <a:cs typeface="Times New Roman" panose="02020603050405020304" pitchFamily="18" charset="0"/>
              </a:endParaRPr>
            </a:p>
          </p:txBody>
        </p:sp>
      </p:grpSp>
      <p:grpSp>
        <p:nvGrpSpPr>
          <p:cNvPr id="30" name="Group 29">
            <a:extLst>
              <a:ext uri="{FF2B5EF4-FFF2-40B4-BE49-F238E27FC236}">
                <a16:creationId xmlns:a16="http://schemas.microsoft.com/office/drawing/2014/main" id="{6B2F31E9-B99C-3E4A-823C-0A50A8AD55A0}"/>
              </a:ext>
            </a:extLst>
          </p:cNvPr>
          <p:cNvGrpSpPr/>
          <p:nvPr/>
        </p:nvGrpSpPr>
        <p:grpSpPr>
          <a:xfrm>
            <a:off x="5581462" y="3412741"/>
            <a:ext cx="1657538" cy="2300101"/>
            <a:chOff x="5581462" y="3412741"/>
            <a:chExt cx="1657538" cy="2300101"/>
          </a:xfrm>
        </p:grpSpPr>
        <p:pic>
          <p:nvPicPr>
            <p:cNvPr id="9" name="Picture 8"/>
            <p:cNvPicPr>
              <a:picLocks noChangeAspect="1"/>
            </p:cNvPicPr>
            <p:nvPr/>
          </p:nvPicPr>
          <p:blipFill rotWithShape="1">
            <a:blip r:embed="rId11"/>
            <a:srcRect t="13857"/>
            <a:stretch>
              <a:fillRect/>
            </a:stretch>
          </p:blipFill>
          <p:spPr>
            <a:xfrm>
              <a:off x="5697395" y="3412741"/>
              <a:ext cx="1425673" cy="1842705"/>
            </a:xfrm>
            <a:prstGeom prst="rect">
              <a:avLst/>
            </a:prstGeom>
          </p:spPr>
        </p:pic>
        <p:sp>
          <p:nvSpPr>
            <p:cNvPr id="54" name="TextBox 53"/>
            <p:cNvSpPr txBox="1"/>
            <p:nvPr/>
          </p:nvSpPr>
          <p:spPr>
            <a:xfrm>
              <a:off x="5581462" y="5251177"/>
              <a:ext cx="1657538" cy="461665"/>
            </a:xfrm>
            <a:prstGeom prst="rect">
              <a:avLst/>
            </a:prstGeom>
            <a:noFill/>
          </p:spPr>
          <p:txBody>
            <a:bodyPr wrap="square">
              <a:spAutoFit/>
            </a:bodyPr>
            <a:lstStyle/>
            <a:p>
              <a:pPr algn="ctr"/>
              <a:r>
                <a:rPr lang="en-US" sz="1200" b="1" dirty="0">
                  <a:solidFill>
                    <a:srgbClr val="0070C0"/>
                  </a:solidFill>
                  <a:latin typeface="Times New Roman" panose="02020603050405020304" pitchFamily="18" charset="0"/>
                  <a:cs typeface="Times New Roman" panose="02020603050405020304" pitchFamily="18" charset="0"/>
                </a:rPr>
                <a:t>  </a:t>
              </a:r>
              <a:r>
                <a:rPr lang="en-US" sz="1200" b="1" dirty="0" err="1">
                  <a:solidFill>
                    <a:srgbClr val="0070C0"/>
                  </a:solidFill>
                  <a:latin typeface="Times New Roman" panose="02020603050405020304" pitchFamily="18" charset="0"/>
                  <a:cs typeface="Times New Roman" panose="02020603050405020304" pitchFamily="18" charset="0"/>
                </a:rPr>
                <a:t>Thầy</a:t>
              </a:r>
              <a:r>
                <a:rPr lang="en-US" sz="1200" b="1" dirty="0">
                  <a:solidFill>
                    <a:srgbClr val="0070C0"/>
                  </a:solidFill>
                  <a:latin typeface="Times New Roman" panose="02020603050405020304" pitchFamily="18" charset="0"/>
                  <a:cs typeface="Times New Roman" panose="02020603050405020304" pitchFamily="18" charset="0"/>
                </a:rPr>
                <a:t> LÊ ĐỨC ANH</a:t>
              </a:r>
            </a:p>
            <a:p>
              <a:pPr algn="ctr"/>
              <a:r>
                <a:rPr lang="en-US" sz="1200" b="1" spc="300" dirty="0">
                  <a:solidFill>
                    <a:srgbClr val="0070C0"/>
                  </a:solidFill>
                  <a:latin typeface="Times New Roman" panose="02020603050405020304" pitchFamily="18" charset="0"/>
                  <a:cs typeface="Times New Roman" panose="02020603050405020304" pitchFamily="18" charset="0"/>
                </a:rPr>
                <a:t>(Cao </a:t>
              </a:r>
              <a:r>
                <a:rPr lang="en-US" sz="1200" b="1" spc="300" dirty="0" err="1">
                  <a:solidFill>
                    <a:srgbClr val="0070C0"/>
                  </a:solidFill>
                  <a:latin typeface="Times New Roman" panose="02020603050405020304" pitchFamily="18" charset="0"/>
                  <a:cs typeface="Times New Roman" panose="02020603050405020304" pitchFamily="18" charset="0"/>
                </a:rPr>
                <a:t>học</a:t>
              </a:r>
              <a:r>
                <a:rPr lang="en-US" sz="1200" b="1" spc="300" dirty="0">
                  <a:solidFill>
                    <a:srgbClr val="0070C0"/>
                  </a:solidFill>
                  <a:latin typeface="Times New Roman" panose="02020603050405020304" pitchFamily="18" charset="0"/>
                  <a:cs typeface="Times New Roman" panose="02020603050405020304" pitchFamily="18" charset="0"/>
                </a:rPr>
                <a:t>)</a:t>
              </a:r>
            </a:p>
          </p:txBody>
        </p:sp>
      </p:grpSp>
      <p:grpSp>
        <p:nvGrpSpPr>
          <p:cNvPr id="31" name="Group 30">
            <a:extLst>
              <a:ext uri="{FF2B5EF4-FFF2-40B4-BE49-F238E27FC236}">
                <a16:creationId xmlns:a16="http://schemas.microsoft.com/office/drawing/2014/main" id="{2B79B685-1BE3-B04F-8202-7C0B9FC09C2E}"/>
              </a:ext>
            </a:extLst>
          </p:cNvPr>
          <p:cNvGrpSpPr/>
          <p:nvPr/>
        </p:nvGrpSpPr>
        <p:grpSpPr>
          <a:xfrm>
            <a:off x="6626544" y="3375245"/>
            <a:ext cx="2910342" cy="2350385"/>
            <a:chOff x="6626544" y="3375245"/>
            <a:chExt cx="2910342" cy="2350385"/>
          </a:xfrm>
        </p:grpSpPr>
        <p:sp>
          <p:nvSpPr>
            <p:cNvPr id="28" name="TextBox 27">
              <a:extLst>
                <a:ext uri="{FF2B5EF4-FFF2-40B4-BE49-F238E27FC236}">
                  <a16:creationId xmlns:a16="http://schemas.microsoft.com/office/drawing/2014/main" id="{E9870D6E-DF55-0942-A704-88710BBE6895}"/>
                </a:ext>
              </a:extLst>
            </p:cNvPr>
            <p:cNvSpPr txBox="1"/>
            <p:nvPr/>
          </p:nvSpPr>
          <p:spPr>
            <a:xfrm>
              <a:off x="6626544" y="5263965"/>
              <a:ext cx="2910342" cy="461665"/>
            </a:xfrm>
            <a:prstGeom prst="rect">
              <a:avLst/>
            </a:prstGeom>
            <a:noFill/>
          </p:spPr>
          <p:txBody>
            <a:bodyPr wrap="square">
              <a:spAutoFit/>
            </a:bodyPr>
            <a:lstStyle/>
            <a:p>
              <a:pPr algn="ctr"/>
              <a:r>
                <a:rPr lang="en-US" sz="1200" b="1" dirty="0">
                  <a:solidFill>
                    <a:srgbClr val="2108B8"/>
                  </a:solidFill>
                  <a:latin typeface="Times New Roman" panose="02020603050405020304" pitchFamily="18" charset="0"/>
                  <a:cs typeface="Times New Roman" panose="02020603050405020304" pitchFamily="18" charset="0"/>
                </a:rPr>
                <a:t> </a:t>
              </a:r>
              <a:r>
                <a:rPr lang="en-US" sz="1200" b="1" dirty="0" err="1">
                  <a:solidFill>
                    <a:srgbClr val="2108B8"/>
                  </a:solidFill>
                  <a:latin typeface="Times New Roman" panose="02020603050405020304" pitchFamily="18" charset="0"/>
                  <a:cs typeface="Times New Roman" panose="02020603050405020304" pitchFamily="18" charset="0"/>
                </a:rPr>
                <a:t>ThS.NGUYỄN</a:t>
              </a:r>
              <a:r>
                <a:rPr lang="en-US" sz="1200" b="1" dirty="0">
                  <a:solidFill>
                    <a:srgbClr val="2108B8"/>
                  </a:solidFill>
                  <a:latin typeface="Times New Roman" panose="02020603050405020304" pitchFamily="18" charset="0"/>
                  <a:cs typeface="Times New Roman" panose="02020603050405020304" pitchFamily="18" charset="0"/>
                </a:rPr>
                <a:t> THỊ</a:t>
              </a:r>
            </a:p>
            <a:p>
              <a:pPr algn="ctr"/>
              <a:r>
                <a:rPr lang="en-US" sz="1200" b="1" dirty="0">
                  <a:solidFill>
                    <a:srgbClr val="2108B8"/>
                  </a:solidFill>
                  <a:latin typeface="Times New Roman" panose="02020603050405020304" pitchFamily="18" charset="0"/>
                  <a:cs typeface="Times New Roman" panose="02020603050405020304" pitchFamily="18" charset="0"/>
                </a:rPr>
                <a:t>PHƯƠNG THANH</a:t>
              </a:r>
            </a:p>
          </p:txBody>
        </p:sp>
        <p:pic>
          <p:nvPicPr>
            <p:cNvPr id="11" name="Picture 10">
              <a:extLst>
                <a:ext uri="{FF2B5EF4-FFF2-40B4-BE49-F238E27FC236}">
                  <a16:creationId xmlns:a16="http://schemas.microsoft.com/office/drawing/2014/main" id="{4E73BA54-09DC-A24C-92D2-6ED2F105C73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479209" y="3375245"/>
              <a:ext cx="1316506" cy="1926095"/>
            </a:xfrm>
            <a:prstGeom prst="rect">
              <a:avLst/>
            </a:prstGeom>
            <a:ln>
              <a:noFill/>
            </a:ln>
          </p:spPr>
        </p:pic>
      </p:grpSp>
    </p:spTree>
    <p:extLst>
      <p:ext uri="{BB962C8B-B14F-4D97-AF65-F5344CB8AC3E}">
        <p14:creationId xmlns:p14="http://schemas.microsoft.com/office/powerpoint/2010/main" val="7040533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checkerboard(across)">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p:tgtEl>
                                          <p:spTgt spid="16"/>
                                        </p:tgtEl>
                                        <p:attrNameLst>
                                          <p:attrName>ppt_y</p:attrName>
                                        </p:attrNameLst>
                                      </p:cBhvr>
                                      <p:tavLst>
                                        <p:tav tm="0">
                                          <p:val>
                                            <p:strVal val="#ppt_y+#ppt_h*1.125000"/>
                                          </p:val>
                                        </p:tav>
                                        <p:tav tm="100000">
                                          <p:val>
                                            <p:strVal val="#ppt_y"/>
                                          </p:val>
                                        </p:tav>
                                      </p:tavLst>
                                    </p:anim>
                                    <p:animEffect transition="in" filter="wipe(up)">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strips(downLeft)">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barn(inVertical)">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wipe(down)">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dissolve">
                                      <p:cBhvr>
                                        <p:cTn id="43" dur="500"/>
                                        <p:tgtEl>
                                          <p:spTgt spid="30"/>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heel(1)">
                                      <p:cBhvr>
                                        <p:cTn id="48"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09" name="Google Shape;209;p5"/>
          <p:cNvCxnSpPr>
            <a:stCxn id="210"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11" name="Google Shape;211;p5"/>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5"/>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2" name="Google Shape;212;p5"/>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213" name="Google Shape;213;p5"/>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5"/>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215" name="Google Shape;215;p5"/>
          <p:cNvSpPr txBox="1"/>
          <p:nvPr/>
        </p:nvSpPr>
        <p:spPr>
          <a:xfrm>
            <a:off x="381000" y="0"/>
            <a:ext cx="7620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Training scheme</a:t>
            </a:r>
            <a:endParaRPr sz="2800" b="1" dirty="0">
              <a:solidFill>
                <a:schemeClr val="lt1"/>
              </a:solidFill>
              <a:latin typeface="Federo"/>
              <a:ea typeface="Federo"/>
              <a:cs typeface="Federo"/>
              <a:sym typeface="Federo"/>
            </a:endParaRPr>
          </a:p>
        </p:txBody>
      </p:sp>
      <p:sp>
        <p:nvSpPr>
          <p:cNvPr id="216" name="Google Shape;216;p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5"/>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13</a:t>
            </a:r>
            <a:endParaRPr sz="1300">
              <a:solidFill>
                <a:schemeClr val="dk1"/>
              </a:solidFill>
              <a:latin typeface="Calibri"/>
              <a:ea typeface="Calibri"/>
              <a:cs typeface="Calibri"/>
              <a:sym typeface="Calibri"/>
            </a:endParaRPr>
          </a:p>
        </p:txBody>
      </p:sp>
      <p:graphicFrame>
        <p:nvGraphicFramePr>
          <p:cNvPr id="218" name="Google Shape;218;p5"/>
          <p:cNvGraphicFramePr/>
          <p:nvPr>
            <p:extLst>
              <p:ext uri="{D42A27DB-BD31-4B8C-83A1-F6EECF244321}">
                <p14:modId xmlns:p14="http://schemas.microsoft.com/office/powerpoint/2010/main" val="1481323213"/>
              </p:ext>
            </p:extLst>
          </p:nvPr>
        </p:nvGraphicFramePr>
        <p:xfrm>
          <a:off x="305714" y="1386840"/>
          <a:ext cx="8686350" cy="4516200"/>
        </p:xfrm>
        <a:graphic>
          <a:graphicData uri="http://schemas.openxmlformats.org/drawingml/2006/table">
            <a:tbl>
              <a:tblPr firstRow="1" bandRow="1">
                <a:noFill/>
                <a:tableStyleId>{C768A60D-BE08-4469-9EE7-8C9F9E070989}</a:tableStyleId>
              </a:tblPr>
              <a:tblGrid>
                <a:gridCol w="4123411">
                  <a:extLst>
                    <a:ext uri="{9D8B030D-6E8A-4147-A177-3AD203B41FA5}">
                      <a16:colId xmlns:a16="http://schemas.microsoft.com/office/drawing/2014/main" val="20000"/>
                    </a:ext>
                  </a:extLst>
                </a:gridCol>
                <a:gridCol w="4562939">
                  <a:extLst>
                    <a:ext uri="{9D8B030D-6E8A-4147-A177-3AD203B41FA5}">
                      <a16:colId xmlns:a16="http://schemas.microsoft.com/office/drawing/2014/main" val="20001"/>
                    </a:ext>
                  </a:extLst>
                </a:gridCol>
              </a:tblGrid>
              <a:tr h="261575">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3 – Semester 5</a:t>
                      </a:r>
                      <a:endParaRPr sz="2400" u="none" strike="noStrike" cap="none" dirty="0">
                        <a:solidFill>
                          <a:srgbClr val="FFFF00"/>
                        </a:solidFill>
                      </a:endParaRPr>
                    </a:p>
                  </a:txBody>
                  <a:tcPr marL="91450" marR="91450" marT="45725" marB="45725"/>
                </a:tc>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3 – Semester 6</a:t>
                      </a:r>
                      <a:endParaRPr sz="2400" u="none" strike="noStrike" cap="none" dirty="0">
                        <a:solidFill>
                          <a:srgbClr val="FFFF00"/>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Object-Oriented Programming</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Semiconductor Device Physics</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Number Systems and Applications</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Circuit Analysis</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Modeling and Simulation</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b="0" dirty="0"/>
                        <a:t>Materials Synthesis and Processing </a:t>
                      </a:r>
                      <a:endParaRPr sz="2400" b="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Clr>
                          <a:schemeClr val="dk1"/>
                        </a:buClr>
                        <a:buSzPts val="2400"/>
                        <a:buFont typeface="Calibri"/>
                        <a:buNone/>
                      </a:pP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Materials Science and Applications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Computational Methods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b="0" dirty="0"/>
                        <a:t>Sensors and Measurement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Clr>
                          <a:schemeClr val="dk1"/>
                        </a:buClr>
                        <a:buSzPts val="2400"/>
                        <a:buFont typeface="Calibri"/>
                        <a:buNone/>
                      </a:pPr>
                      <a:r>
                        <a:rPr lang="en-US" sz="2400" u="none" strike="noStrike" cap="none" dirty="0"/>
                        <a:t>Solid State Physics (TC)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Embedded Systems and IoT</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Innovation and Creativity</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Data Structures &amp; Algorithms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Digital Signal Processing</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Semiconductor Optoelectronics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Machine Learning</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tc>
                  <a:txBody>
                    <a:bodyPr/>
                    <a:lstStyle/>
                    <a:p>
                      <a:pPr marL="0" marR="0" lvl="0" indent="0" algn="ctr" rtl="0">
                        <a:spcBef>
                          <a:spcPts val="0"/>
                        </a:spcBef>
                        <a:spcAft>
                          <a:spcPts val="0"/>
                        </a:spcAft>
                        <a:buClr>
                          <a:schemeClr val="dk1"/>
                        </a:buClr>
                        <a:buSzPts val="2400"/>
                        <a:buFont typeface="Calibri"/>
                        <a:buNone/>
                      </a:pPr>
                      <a:r>
                        <a:rPr lang="vi-VN" sz="2400" dirty="0"/>
                        <a:t>Material Analysis Techniques</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6"/>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24" name="Google Shape;224;p6"/>
          <p:cNvCxnSpPr>
            <a:stCxn id="225"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26" name="Google Shape;226;p6"/>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6"/>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7" name="Google Shape;227;p6"/>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228" name="Google Shape;228;p6"/>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6"/>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230" name="Google Shape;230;p6"/>
          <p:cNvSpPr txBox="1"/>
          <p:nvPr/>
        </p:nvSpPr>
        <p:spPr>
          <a:xfrm>
            <a:off x="381000" y="0"/>
            <a:ext cx="7620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Training scheme</a:t>
            </a:r>
            <a:endParaRPr sz="2800" b="1" dirty="0">
              <a:solidFill>
                <a:schemeClr val="lt1"/>
              </a:solidFill>
              <a:latin typeface="Federo"/>
              <a:ea typeface="Federo"/>
              <a:cs typeface="Federo"/>
              <a:sym typeface="Federo"/>
            </a:endParaRPr>
          </a:p>
        </p:txBody>
      </p:sp>
      <p:sp>
        <p:nvSpPr>
          <p:cNvPr id="231" name="Google Shape;231;p6"/>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6"/>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14</a:t>
            </a:r>
            <a:endParaRPr sz="1300">
              <a:solidFill>
                <a:schemeClr val="dk1"/>
              </a:solidFill>
              <a:latin typeface="Calibri"/>
              <a:ea typeface="Calibri"/>
              <a:cs typeface="Calibri"/>
              <a:sym typeface="Calibri"/>
            </a:endParaRPr>
          </a:p>
        </p:txBody>
      </p:sp>
      <p:graphicFrame>
        <p:nvGraphicFramePr>
          <p:cNvPr id="233" name="Google Shape;233;p6"/>
          <p:cNvGraphicFramePr/>
          <p:nvPr>
            <p:extLst>
              <p:ext uri="{D42A27DB-BD31-4B8C-83A1-F6EECF244321}">
                <p14:modId xmlns:p14="http://schemas.microsoft.com/office/powerpoint/2010/main" val="1778769867"/>
              </p:ext>
            </p:extLst>
          </p:nvPr>
        </p:nvGraphicFramePr>
        <p:xfrm>
          <a:off x="180974" y="962699"/>
          <a:ext cx="8791575" cy="4536560"/>
        </p:xfrm>
        <a:graphic>
          <a:graphicData uri="http://schemas.openxmlformats.org/drawingml/2006/table">
            <a:tbl>
              <a:tblPr firstRow="1" bandRow="1">
                <a:noFill/>
                <a:tableStyleId>{C768A60D-BE08-4469-9EE7-8C9F9E070989}</a:tableStyleId>
              </a:tblPr>
              <a:tblGrid>
                <a:gridCol w="6019800">
                  <a:extLst>
                    <a:ext uri="{9D8B030D-6E8A-4147-A177-3AD203B41FA5}">
                      <a16:colId xmlns:a16="http://schemas.microsoft.com/office/drawing/2014/main" val="20000"/>
                    </a:ext>
                  </a:extLst>
                </a:gridCol>
                <a:gridCol w="277177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4 – Semester 7</a:t>
                      </a:r>
                      <a:endParaRPr sz="2400" u="none" strike="noStrike" cap="none" dirty="0">
                        <a:solidFill>
                          <a:srgbClr val="FFFF00"/>
                        </a:solidFill>
                      </a:endParaRPr>
                    </a:p>
                  </a:txBody>
                  <a:tcPr marL="91450" marR="91450" marT="45725" marB="45725"/>
                </a:tc>
                <a:tc>
                  <a:txBody>
                    <a:bodyPr/>
                    <a:lstStyle/>
                    <a:p>
                      <a:pPr marL="0" marR="0" lvl="0" indent="0" algn="ctr" rtl="0">
                        <a:lnSpc>
                          <a:spcPct val="100000"/>
                        </a:lnSpc>
                        <a:spcBef>
                          <a:spcPts val="0"/>
                        </a:spcBef>
                        <a:spcAft>
                          <a:spcPts val="0"/>
                        </a:spcAft>
                        <a:buClr>
                          <a:srgbClr val="FFFF00"/>
                        </a:buClr>
                        <a:buSzPts val="2400"/>
                        <a:buFont typeface="Times New Roman"/>
                        <a:buNone/>
                      </a:pPr>
                      <a:r>
                        <a:rPr lang="vi-VN" sz="2400" dirty="0"/>
                        <a:t>Year 4 – Semester 8</a:t>
                      </a:r>
                      <a:endParaRPr sz="2400" u="none" strike="noStrike" cap="none" dirty="0">
                        <a:solidFill>
                          <a:srgbClr val="FFFF00"/>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Semiconductor Device Fabrication Technology</a:t>
                      </a:r>
                      <a:endParaRPr sz="2400" u="none" strike="noStrike" cap="none" dirty="0">
                        <a:latin typeface="Times New Roman"/>
                        <a:ea typeface="Times New Roman"/>
                        <a:cs typeface="Times New Roman"/>
                        <a:sym typeface="Times New Roman"/>
                      </a:endParaRPr>
                    </a:p>
                  </a:txBody>
                  <a:tcPr marL="68575" marR="68575" marT="0" marB="0"/>
                </a:tc>
                <a:tc rowSpan="11">
                  <a:txBody>
                    <a:bodyPr/>
                    <a:lstStyle/>
                    <a:p>
                      <a:pPr marL="0" marR="0" lvl="0" indent="0" algn="ctr" rtl="0">
                        <a:lnSpc>
                          <a:spcPct val="100000"/>
                        </a:lnSpc>
                        <a:spcBef>
                          <a:spcPts val="0"/>
                        </a:spcBef>
                        <a:spcAft>
                          <a:spcPts val="0"/>
                        </a:spcAft>
                        <a:buClr>
                          <a:schemeClr val="dk1"/>
                        </a:buClr>
                        <a:buSzPts val="2400"/>
                        <a:buFont typeface="Times New Roman"/>
                        <a:buNone/>
                      </a:pPr>
                      <a:r>
                        <a:rPr lang="vi-VN" sz="2400" dirty="0"/>
                        <a:t>Graduation Thesis</a:t>
                      </a:r>
                      <a:endParaRPr dirty="0"/>
                    </a:p>
                  </a:txBody>
                  <a:tcPr marL="68575" marR="68575" marT="0" marB="0" anchor="ct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Material Properties and Characterization</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Major Internship</a:t>
                      </a:r>
                      <a:endParaRPr sz="240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Clr>
                          <a:schemeClr val="dk1"/>
                        </a:buClr>
                        <a:buSzPts val="2400"/>
                        <a:buFont typeface="Calibri"/>
                        <a:buNone/>
                      </a:pPr>
                      <a:r>
                        <a:rPr lang="vi-VN" sz="2400" b="0" dirty="0"/>
                        <a:t>Optical Properties of Solids </a:t>
                      </a:r>
                      <a:r>
                        <a:rPr lang="en-US" sz="2400" b="0" u="none" strike="noStrike" cap="none" dirty="0"/>
                        <a:t>(TC)</a:t>
                      </a:r>
                      <a:endParaRPr sz="2400" b="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Crystal Growth Techniques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Smart Materials and Applications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Computer Applications in Physics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Nanomaterials Fabrication Techniques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Ultrasonic Techniques</a:t>
                      </a:r>
                      <a:r>
                        <a:rPr lang="en-US" sz="2400" u="none" strike="noStrike" cap="none" dirty="0"/>
                        <a:t> (TC)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09"/>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Specialized Analysis Techniques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tc>
                <a:tc vMerge="1">
                  <a:txBody>
                    <a:bodyPr/>
                    <a:lstStyle/>
                    <a:p>
                      <a:endParaRPr lang="en-US"/>
                    </a:p>
                  </a:txBody>
                  <a:tcPr/>
                </a:tc>
                <a:extLst>
                  <a:ext uri="{0D108BD9-81ED-4DB2-BD59-A6C34878D82A}">
                    <a16:rowId xmlns:a16="http://schemas.microsoft.com/office/drawing/2014/main" val="10010"/>
                  </a:ext>
                </a:extLst>
              </a:tr>
              <a:tr h="370850">
                <a:tc>
                  <a:txBody>
                    <a:bodyPr/>
                    <a:lstStyle/>
                    <a:p>
                      <a:pPr marL="0" marR="0" lvl="0" indent="0" algn="ctr" rtl="0">
                        <a:spcBef>
                          <a:spcPts val="0"/>
                        </a:spcBef>
                        <a:spcAft>
                          <a:spcPts val="0"/>
                        </a:spcAft>
                        <a:buClr>
                          <a:schemeClr val="dk1"/>
                        </a:buClr>
                        <a:buSzPts val="2400"/>
                        <a:buFont typeface="Calibri"/>
                        <a:buNone/>
                      </a:pPr>
                      <a:r>
                        <a:rPr lang="vi-VN" sz="2400" dirty="0"/>
                        <a:t>Practical Internship </a:t>
                      </a:r>
                      <a:r>
                        <a:rPr lang="en-US" sz="2400" u="none" strike="noStrike" cap="none" dirty="0"/>
                        <a:t>(TC)</a:t>
                      </a:r>
                      <a:endParaRPr sz="2400" u="none" strike="noStrike" cap="none" dirty="0">
                        <a:latin typeface="Times New Roman"/>
                        <a:ea typeface="Times New Roman"/>
                        <a:cs typeface="Times New Roman"/>
                        <a:sym typeface="Times New Roman"/>
                      </a:endParaRPr>
                    </a:p>
                  </a:txBody>
                  <a:tcPr marL="68575" marR="68575" marT="0" marB="0" anchor="ctr"/>
                </a:tc>
                <a:tc vMerge="1">
                  <a:txBody>
                    <a:bodyPr/>
                    <a:lstStyle/>
                    <a:p>
                      <a:endParaRPr lang="en-US"/>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7"/>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40" name="Google Shape;240;p7"/>
          <p:cNvCxnSpPr>
            <a:stCxn id="24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42" name="Google Shape;242;p7"/>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7"/>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3" name="Google Shape;243;p7"/>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244" name="Google Shape;244;p7"/>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7"/>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246" name="Google Shape;246;p7"/>
          <p:cNvSpPr txBox="1"/>
          <p:nvPr/>
        </p:nvSpPr>
        <p:spPr>
          <a:xfrm>
            <a:off x="381000" y="0"/>
            <a:ext cx="7239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Training scheme</a:t>
            </a:r>
            <a:endParaRPr sz="2800" b="1" dirty="0">
              <a:solidFill>
                <a:schemeClr val="lt1"/>
              </a:solidFill>
              <a:latin typeface="Federo"/>
              <a:ea typeface="Federo"/>
              <a:cs typeface="Federo"/>
              <a:sym typeface="Federo"/>
            </a:endParaRPr>
          </a:p>
        </p:txBody>
      </p:sp>
      <p:sp>
        <p:nvSpPr>
          <p:cNvPr id="247" name="Google Shape;247;p7"/>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7"/>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15</a:t>
            </a:r>
            <a:endParaRPr sz="1300">
              <a:solidFill>
                <a:schemeClr val="dk1"/>
              </a:solidFill>
              <a:latin typeface="Calibri"/>
              <a:ea typeface="Calibri"/>
              <a:cs typeface="Calibri"/>
              <a:sym typeface="Calibri"/>
            </a:endParaRPr>
          </a:p>
        </p:txBody>
      </p:sp>
      <p:grpSp>
        <p:nvGrpSpPr>
          <p:cNvPr id="249" name="Google Shape;249;p7"/>
          <p:cNvGrpSpPr/>
          <p:nvPr/>
        </p:nvGrpSpPr>
        <p:grpSpPr>
          <a:xfrm>
            <a:off x="871958" y="1661595"/>
            <a:ext cx="8120100" cy="3967920"/>
            <a:chOff x="0" y="804339"/>
            <a:chExt cx="8120100" cy="3967920"/>
          </a:xfrm>
        </p:grpSpPr>
        <p:sp>
          <p:nvSpPr>
            <p:cNvPr id="252" name="Google Shape;252;p7"/>
            <p:cNvSpPr/>
            <p:nvPr/>
          </p:nvSpPr>
          <p:spPr>
            <a:xfrm>
              <a:off x="0" y="804339"/>
              <a:ext cx="8120100" cy="18102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300">
                <a:latin typeface="Calibri" panose="020F0502020204030204" pitchFamily="34" charset="0"/>
                <a:cs typeface="Calibri" panose="020F0502020204030204" pitchFamily="34" charset="0"/>
              </a:endParaRPr>
            </a:p>
          </p:txBody>
        </p:sp>
        <p:sp>
          <p:nvSpPr>
            <p:cNvPr id="253" name="Google Shape;253;p7"/>
            <p:cNvSpPr txBox="1"/>
            <p:nvPr/>
          </p:nvSpPr>
          <p:spPr>
            <a:xfrm>
              <a:off x="0" y="804339"/>
              <a:ext cx="8120100" cy="1810215"/>
            </a:xfrm>
            <a:prstGeom prst="rect">
              <a:avLst/>
            </a:prstGeom>
            <a:noFill/>
            <a:ln>
              <a:noFill/>
            </a:ln>
          </p:spPr>
          <p:txBody>
            <a:bodyPr spcFirstLastPara="1" wrap="square" lIns="257800" tIns="41900" rIns="234675" bIns="41900" anchor="t" anchorCtr="0">
              <a:noAutofit/>
            </a:bodyPr>
            <a:lstStyle/>
            <a:p>
              <a:pPr marL="228600" marR="0" lvl="1" indent="-228600" algn="just" rtl="0">
                <a:lnSpc>
                  <a:spcPct val="90000"/>
                </a:lnSpc>
                <a:spcBef>
                  <a:spcPts val="0"/>
                </a:spcBef>
                <a:spcAft>
                  <a:spcPts val="0"/>
                </a:spcAft>
                <a:buClr>
                  <a:schemeClr val="dk1"/>
                </a:buClr>
                <a:buSzPts val="2600"/>
                <a:buFont typeface="Calibri"/>
                <a:buChar char="•"/>
              </a:pPr>
              <a:r>
                <a:rPr lang="vi-VN" sz="2600" b="1" dirty="0"/>
                <a:t>60 graduate students successfully defended their theses from 2010 to 2024</a:t>
              </a:r>
              <a:r>
                <a:rPr lang="vi-VN" sz="2600" dirty="0"/>
                <a:t> </a:t>
              </a:r>
            </a:p>
            <a:p>
              <a:pPr marL="228600" marR="0" lvl="1" indent="-228600" algn="just" rtl="0">
                <a:lnSpc>
                  <a:spcPct val="90000"/>
                </a:lnSpc>
                <a:spcBef>
                  <a:spcPts val="0"/>
                </a:spcBef>
                <a:spcAft>
                  <a:spcPts val="0"/>
                </a:spcAft>
                <a:buClr>
                  <a:schemeClr val="dk1"/>
                </a:buClr>
                <a:buSzPts val="2600"/>
                <a:buFont typeface="Calibri"/>
                <a:buChar char="•"/>
              </a:pPr>
              <a:r>
                <a:rPr lang="vi-VN" sz="2600" b="1" dirty="0"/>
                <a:t>5 graduate students in 2024</a:t>
              </a:r>
              <a:r>
                <a:rPr lang="vi-VN" sz="2600" dirty="0"/>
                <a:t> </a:t>
              </a:r>
            </a:p>
            <a:p>
              <a:pPr marL="228600" marR="0" lvl="1" indent="-228600" algn="l" rtl="0">
                <a:lnSpc>
                  <a:spcPct val="90000"/>
                </a:lnSpc>
                <a:spcBef>
                  <a:spcPts val="0"/>
                </a:spcBef>
                <a:spcAft>
                  <a:spcPts val="0"/>
                </a:spcAft>
                <a:buClr>
                  <a:schemeClr val="dk1"/>
                </a:buClr>
                <a:buSzPts val="2600"/>
                <a:buFont typeface="Calibri"/>
                <a:buChar char="•"/>
              </a:pPr>
              <a:r>
                <a:rPr lang="vi-VN" sz="2600" b="1" dirty="0"/>
                <a:t>12 graduate students in 2025</a:t>
              </a:r>
              <a:endParaRPr sz="2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256" name="Google Shape;256;p7"/>
            <p:cNvSpPr/>
            <p:nvPr/>
          </p:nvSpPr>
          <p:spPr>
            <a:xfrm>
              <a:off x="0" y="3406059"/>
              <a:ext cx="8120100" cy="1366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300">
                <a:latin typeface="Calibri" panose="020F0502020204030204" pitchFamily="34" charset="0"/>
                <a:cs typeface="Calibri" panose="020F0502020204030204" pitchFamily="34" charset="0"/>
              </a:endParaRPr>
            </a:p>
          </p:txBody>
        </p:sp>
        <p:sp>
          <p:nvSpPr>
            <p:cNvPr id="257" name="Google Shape;257;p7"/>
            <p:cNvSpPr txBox="1"/>
            <p:nvPr/>
          </p:nvSpPr>
          <p:spPr>
            <a:xfrm>
              <a:off x="0" y="3159318"/>
              <a:ext cx="8120100" cy="1366200"/>
            </a:xfrm>
            <a:prstGeom prst="rect">
              <a:avLst/>
            </a:prstGeom>
            <a:noFill/>
            <a:ln>
              <a:noFill/>
            </a:ln>
          </p:spPr>
          <p:txBody>
            <a:bodyPr spcFirstLastPara="1" wrap="square" lIns="257800" tIns="41900" rIns="234675" bIns="41900" anchor="t" anchorCtr="0">
              <a:noAutofit/>
            </a:bodyPr>
            <a:lstStyle/>
            <a:p>
              <a:pPr marL="228600" marR="0" lvl="1" indent="-228600" algn="just" rtl="0">
                <a:lnSpc>
                  <a:spcPct val="90000"/>
                </a:lnSpc>
                <a:spcBef>
                  <a:spcPts val="0"/>
                </a:spcBef>
                <a:spcAft>
                  <a:spcPts val="0"/>
                </a:spcAft>
                <a:buClr>
                  <a:schemeClr val="dk1"/>
                </a:buClr>
                <a:buSzPts val="2600"/>
                <a:buFont typeface="Calibri"/>
                <a:buChar char="•"/>
              </a:pPr>
              <a:r>
                <a:rPr lang="vi-VN" sz="2600" b="1" dirty="0"/>
                <a:t>8 doctoral candidates successfully defended their dissertations from 2015 to 2023</a:t>
              </a:r>
              <a:r>
                <a:rPr lang="vi-VN" sz="2600" dirty="0"/>
                <a:t> </a:t>
              </a:r>
            </a:p>
            <a:p>
              <a:pPr marL="228600" marR="0" lvl="1" indent="-228600" algn="just" rtl="0">
                <a:lnSpc>
                  <a:spcPct val="90000"/>
                </a:lnSpc>
                <a:spcBef>
                  <a:spcPts val="0"/>
                </a:spcBef>
                <a:spcAft>
                  <a:spcPts val="0"/>
                </a:spcAft>
                <a:buClr>
                  <a:schemeClr val="dk1"/>
                </a:buClr>
                <a:buSzPts val="2600"/>
                <a:buFont typeface="Calibri"/>
                <a:buChar char="•"/>
              </a:pPr>
              <a:r>
                <a:rPr lang="vi-VN" sz="2600" b="1" dirty="0"/>
                <a:t>1 doctoral candidate currently conducting research in 2024</a:t>
              </a:r>
              <a:r>
                <a:rPr lang="vi-VN" sz="2600" dirty="0"/>
                <a:t> </a:t>
              </a:r>
            </a:p>
            <a:p>
              <a:pPr marL="228600" marR="0" lvl="1" indent="-228600" algn="just" rtl="0">
                <a:lnSpc>
                  <a:spcPct val="90000"/>
                </a:lnSpc>
                <a:spcBef>
                  <a:spcPts val="0"/>
                </a:spcBef>
                <a:spcAft>
                  <a:spcPts val="0"/>
                </a:spcAft>
                <a:buClr>
                  <a:schemeClr val="dk1"/>
                </a:buClr>
                <a:buSzPts val="2600"/>
                <a:buFont typeface="Calibri"/>
                <a:buChar char="•"/>
              </a:pPr>
              <a:r>
                <a:rPr lang="vi-VN" sz="2600" b="1" dirty="0"/>
                <a:t>3 doctoral candidates preparing for 2025</a:t>
              </a:r>
              <a:endParaRPr sz="2600" b="0" i="0" u="none" strike="noStrike" cap="none" dirty="0">
                <a:solidFill>
                  <a:schemeClr val="dk1"/>
                </a:solidFill>
                <a:latin typeface="Calibri" panose="020F0502020204030204" pitchFamily="34" charset="0"/>
                <a:ea typeface="Calibri"/>
                <a:cs typeface="Calibri" panose="020F0502020204030204" pitchFamily="34" charset="0"/>
                <a:sym typeface="Calibri"/>
              </a:endParaRPr>
            </a:p>
          </p:txBody>
        </p:sp>
      </p:grpSp>
      <p:sp>
        <p:nvSpPr>
          <p:cNvPr id="22" name="TextBox 21">
            <a:extLst>
              <a:ext uri="{FF2B5EF4-FFF2-40B4-BE49-F238E27FC236}">
                <a16:creationId xmlns:a16="http://schemas.microsoft.com/office/drawing/2014/main" id="{BEF905F5-33B6-964A-A155-B24A293BE263}"/>
              </a:ext>
            </a:extLst>
          </p:cNvPr>
          <p:cNvSpPr txBox="1"/>
          <p:nvPr/>
        </p:nvSpPr>
        <p:spPr>
          <a:xfrm>
            <a:off x="487013" y="728085"/>
            <a:ext cx="8580330" cy="923330"/>
          </a:xfrm>
          <a:prstGeom prst="rect">
            <a:avLst/>
          </a:prstGeom>
          <a:noFill/>
        </p:spPr>
        <p:txBody>
          <a:bodyPr wrap="square">
            <a:spAutoFit/>
          </a:bodyPr>
          <a:lstStyle/>
          <a:p>
            <a:pPr marL="0" marR="0" lvl="0" indent="0" algn="l" rtl="0">
              <a:lnSpc>
                <a:spcPct val="90000"/>
              </a:lnSpc>
              <a:spcBef>
                <a:spcPts val="0"/>
              </a:spcBef>
              <a:spcAft>
                <a:spcPts val="0"/>
              </a:spcAft>
              <a:buNone/>
            </a:pPr>
            <a:r>
              <a:rPr lang="vi-VN" sz="3000" b="1" dirty="0">
                <a:solidFill>
                  <a:srgbClr val="00B0F0"/>
                </a:solidFill>
                <a:latin typeface="Calibri" panose="020F0502020204030204" pitchFamily="34" charset="0"/>
                <a:cs typeface="Calibri" panose="020F0502020204030204" pitchFamily="34" charset="0"/>
              </a:rPr>
              <a:t>Master’s Program </a:t>
            </a:r>
          </a:p>
          <a:p>
            <a:pPr marL="0" marR="0" lvl="0" indent="0" algn="l" rtl="0">
              <a:lnSpc>
                <a:spcPct val="90000"/>
              </a:lnSpc>
              <a:spcBef>
                <a:spcPts val="0"/>
              </a:spcBef>
              <a:spcAft>
                <a:spcPts val="0"/>
              </a:spcAft>
              <a:buNone/>
            </a:pPr>
            <a:r>
              <a:rPr lang="vi-VN" sz="3000" b="1" dirty="0">
                <a:solidFill>
                  <a:srgbClr val="00B0F0"/>
                </a:solidFill>
                <a:latin typeface="Calibri" panose="020F0502020204030204" pitchFamily="34" charset="0"/>
                <a:cs typeface="Calibri" panose="020F0502020204030204" pitchFamily="34" charset="0"/>
              </a:rPr>
              <a:t>(New Major in Semiconductor Technology)</a:t>
            </a:r>
            <a:endParaRPr lang="vi-VN" sz="3000" b="1" dirty="0">
              <a:solidFill>
                <a:srgbClr val="00B0F0"/>
              </a:solidFill>
              <a:latin typeface="Calibri" panose="020F0502020204030204" pitchFamily="34" charset="0"/>
              <a:ea typeface="Calibri"/>
              <a:cs typeface="Calibri" panose="020F0502020204030204" pitchFamily="34" charset="0"/>
              <a:sym typeface="Calibri"/>
            </a:endParaRPr>
          </a:p>
        </p:txBody>
      </p:sp>
      <p:sp>
        <p:nvSpPr>
          <p:cNvPr id="24" name="TextBox 23">
            <a:extLst>
              <a:ext uri="{FF2B5EF4-FFF2-40B4-BE49-F238E27FC236}">
                <a16:creationId xmlns:a16="http://schemas.microsoft.com/office/drawing/2014/main" id="{1F55EE75-A102-0D43-B7DF-3B473867DB0D}"/>
              </a:ext>
            </a:extLst>
          </p:cNvPr>
          <p:cNvSpPr txBox="1"/>
          <p:nvPr/>
        </p:nvSpPr>
        <p:spPr>
          <a:xfrm>
            <a:off x="527384" y="3140323"/>
            <a:ext cx="7744658" cy="923330"/>
          </a:xfrm>
          <a:prstGeom prst="rect">
            <a:avLst/>
          </a:prstGeom>
          <a:noFill/>
        </p:spPr>
        <p:txBody>
          <a:bodyPr wrap="square">
            <a:spAutoFit/>
          </a:bodyPr>
          <a:lstStyle/>
          <a:p>
            <a:pPr marL="0" marR="0" lvl="0" indent="0" algn="l" rtl="0">
              <a:lnSpc>
                <a:spcPct val="90000"/>
              </a:lnSpc>
              <a:spcBef>
                <a:spcPts val="0"/>
              </a:spcBef>
              <a:spcAft>
                <a:spcPts val="0"/>
              </a:spcAft>
              <a:buNone/>
            </a:pPr>
            <a:r>
              <a:rPr lang="vi-VN" sz="3000" b="1" dirty="0">
                <a:solidFill>
                  <a:srgbClr val="0070C0"/>
                </a:solidFill>
                <a:latin typeface="Calibri" panose="020F0502020204030204" pitchFamily="34" charset="0"/>
                <a:cs typeface="Calibri" panose="020F0502020204030204" pitchFamily="34" charset="0"/>
              </a:rPr>
              <a:t>Doctoral Program </a:t>
            </a:r>
          </a:p>
          <a:p>
            <a:pPr marL="0" marR="0" lvl="0" indent="0" algn="l" rtl="0">
              <a:lnSpc>
                <a:spcPct val="90000"/>
              </a:lnSpc>
              <a:spcBef>
                <a:spcPts val="0"/>
              </a:spcBef>
              <a:spcAft>
                <a:spcPts val="0"/>
              </a:spcAft>
              <a:buNone/>
            </a:pPr>
            <a:r>
              <a:rPr lang="vi-VN" sz="3000" b="1" dirty="0">
                <a:solidFill>
                  <a:srgbClr val="0070C0"/>
                </a:solidFill>
                <a:latin typeface="Calibri" panose="020F0502020204030204" pitchFamily="34" charset="0"/>
                <a:cs typeface="Calibri" panose="020F0502020204030204" pitchFamily="34" charset="0"/>
              </a:rPr>
              <a:t>(New Major in Semiconductor Technology)</a:t>
            </a:r>
            <a:endParaRPr lang="vi-VN" sz="3000" b="1" dirty="0">
              <a:solidFill>
                <a:srgbClr val="0070C0"/>
              </a:solidFill>
              <a:latin typeface="Calibri" panose="020F0502020204030204" pitchFamily="34" charset="0"/>
              <a:ea typeface="Calibri"/>
              <a:cs typeface="Calibri" panose="020F0502020204030204" pitchFamily="34" charset="0"/>
              <a:sym typeface="Calibri"/>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8"/>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64" name="Google Shape;264;p8"/>
          <p:cNvCxnSpPr>
            <a:stCxn id="265"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266" name="Google Shape;266;p8"/>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8"/>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7" name="Google Shape;267;p8"/>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268" name="Google Shape;268;p8"/>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9" name="Google Shape;269;p8"/>
          <p:cNvSpPr txBox="1"/>
          <p:nvPr/>
        </p:nvSpPr>
        <p:spPr>
          <a:xfrm>
            <a:off x="380999" y="0"/>
            <a:ext cx="8686343"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International Cooperation</a:t>
            </a:r>
            <a:endParaRPr dirty="0"/>
          </a:p>
        </p:txBody>
      </p:sp>
      <p:sp>
        <p:nvSpPr>
          <p:cNvPr id="270" name="Google Shape;270;p8"/>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8"/>
          <p:cNvSpPr/>
          <p:nvPr/>
        </p:nvSpPr>
        <p:spPr>
          <a:xfrm>
            <a:off x="3211513" y="3581400"/>
            <a:ext cx="2819400" cy="2514600"/>
          </a:xfrm>
          <a:prstGeom prst="rect">
            <a:avLst/>
          </a:prstGeom>
          <a:noFill/>
          <a:ln>
            <a:noFill/>
          </a:ln>
        </p:spPr>
        <p:txBody>
          <a:bodyPr spcFirstLastPara="1" wrap="square" lIns="92075" tIns="46025" rIns="92075" bIns="46025" anchor="t" anchorCtr="0">
            <a:noAutofit/>
          </a:bodyPr>
          <a:lstStyle/>
          <a:p>
            <a:pPr marL="342900" marR="0" lvl="0" indent="-342900" algn="l" rtl="0">
              <a:spcBef>
                <a:spcPts val="0"/>
              </a:spcBef>
              <a:spcAft>
                <a:spcPts val="0"/>
              </a:spcAft>
              <a:buNone/>
            </a:pPr>
            <a:endParaRPr sz="2000" b="1">
              <a:solidFill>
                <a:srgbClr val="0000CC"/>
              </a:solidFill>
              <a:latin typeface="Calibri"/>
              <a:ea typeface="Calibri"/>
              <a:cs typeface="Calibri"/>
              <a:sym typeface="Calibri"/>
            </a:endParaRPr>
          </a:p>
        </p:txBody>
      </p:sp>
      <p:sp>
        <p:nvSpPr>
          <p:cNvPr id="272" name="Google Shape;272;p8"/>
          <p:cNvSpPr/>
          <p:nvPr/>
        </p:nvSpPr>
        <p:spPr>
          <a:xfrm rot="-2587799">
            <a:off x="862342" y="2728197"/>
            <a:ext cx="2297943" cy="2541156"/>
          </a:xfrm>
          <a:prstGeom prst="arc">
            <a:avLst>
              <a:gd name="adj1" fmla="val 16200000"/>
              <a:gd name="adj2" fmla="val 2544683"/>
            </a:avLst>
          </a:prstGeom>
          <a:noFill/>
          <a:ln w="25400" cap="flat" cmpd="sng">
            <a:solidFill>
              <a:schemeClr val="accent6"/>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nvGrpSpPr>
          <p:cNvPr id="273" name="Google Shape;273;p8"/>
          <p:cNvGrpSpPr/>
          <p:nvPr/>
        </p:nvGrpSpPr>
        <p:grpSpPr>
          <a:xfrm>
            <a:off x="304800" y="1523998"/>
            <a:ext cx="8534396" cy="5257792"/>
            <a:chOff x="228600" y="1066798"/>
            <a:chExt cx="8534396" cy="5257792"/>
          </a:xfrm>
        </p:grpSpPr>
        <p:grpSp>
          <p:nvGrpSpPr>
            <p:cNvPr id="274" name="Google Shape;274;p8"/>
            <p:cNvGrpSpPr/>
            <p:nvPr/>
          </p:nvGrpSpPr>
          <p:grpSpPr>
            <a:xfrm>
              <a:off x="228600" y="1162871"/>
              <a:ext cx="8532513" cy="5161719"/>
              <a:chOff x="617" y="1370"/>
              <a:chExt cx="4531" cy="2740"/>
            </a:xfrm>
          </p:grpSpPr>
          <p:sp>
            <p:nvSpPr>
              <p:cNvPr id="275" name="Google Shape;275;p8"/>
              <p:cNvSpPr/>
              <p:nvPr/>
            </p:nvSpPr>
            <p:spPr>
              <a:xfrm>
                <a:off x="1599" y="1634"/>
                <a:ext cx="84" cy="186"/>
              </a:xfrm>
              <a:custGeom>
                <a:avLst/>
                <a:gdLst/>
                <a:ahLst/>
                <a:cxnLst/>
                <a:rect l="l" t="t" r="r" b="b"/>
                <a:pathLst>
                  <a:path w="84" h="186" extrusionOk="0">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8"/>
              <p:cNvSpPr/>
              <p:nvPr/>
            </p:nvSpPr>
            <p:spPr>
              <a:xfrm>
                <a:off x="1421" y="1478"/>
                <a:ext cx="110" cy="70"/>
              </a:xfrm>
              <a:custGeom>
                <a:avLst/>
                <a:gdLst/>
                <a:ahLst/>
                <a:cxnLst/>
                <a:rect l="l" t="t" r="r" b="b"/>
                <a:pathLst>
                  <a:path w="110" h="70" extrusionOk="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2" y="2"/>
                    </a:lnTo>
                    <a:lnTo>
                      <a:pt x="54" y="2"/>
                    </a:lnTo>
                    <a:lnTo>
                      <a:pt x="44" y="0"/>
                    </a:lnTo>
                    <a:lnTo>
                      <a:pt x="34" y="4"/>
                    </a:lnTo>
                    <a:lnTo>
                      <a:pt x="26"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7" name="Google Shape;277;p8"/>
              <p:cNvSpPr/>
              <p:nvPr/>
            </p:nvSpPr>
            <p:spPr>
              <a:xfrm>
                <a:off x="1051" y="1494"/>
                <a:ext cx="110" cy="220"/>
              </a:xfrm>
              <a:custGeom>
                <a:avLst/>
                <a:gdLst/>
                <a:ahLst/>
                <a:cxnLst/>
                <a:rect l="l" t="t" r="r" b="b"/>
                <a:pathLst>
                  <a:path w="110" h="220" extrusionOk="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44" y="2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8" name="Google Shape;278;p8"/>
              <p:cNvSpPr/>
              <p:nvPr/>
            </p:nvSpPr>
            <p:spPr>
              <a:xfrm>
                <a:off x="1139" y="1454"/>
                <a:ext cx="122" cy="94"/>
              </a:xfrm>
              <a:custGeom>
                <a:avLst/>
                <a:gdLst/>
                <a:ahLst/>
                <a:cxnLst/>
                <a:rect l="l" t="t" r="r" b="b"/>
                <a:pathLst>
                  <a:path w="122" h="94" extrusionOk="0">
                    <a:moveTo>
                      <a:pt x="22" y="0"/>
                    </a:moveTo>
                    <a:lnTo>
                      <a:pt x="14" y="20"/>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9" name="Google Shape;279;p8"/>
              <p:cNvSpPr/>
              <p:nvPr/>
            </p:nvSpPr>
            <p:spPr>
              <a:xfrm>
                <a:off x="1167" y="1618"/>
                <a:ext cx="46" cy="46"/>
              </a:xfrm>
              <a:custGeom>
                <a:avLst/>
                <a:gdLst/>
                <a:ahLst/>
                <a:cxnLst/>
                <a:rect l="l" t="t" r="r" b="b"/>
                <a:pathLst>
                  <a:path w="46" h="46" extrusionOk="0">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0" name="Google Shape;280;p8"/>
              <p:cNvSpPr/>
              <p:nvPr/>
            </p:nvSpPr>
            <p:spPr>
              <a:xfrm>
                <a:off x="2641" y="2278"/>
                <a:ext cx="32" cy="164"/>
              </a:xfrm>
              <a:custGeom>
                <a:avLst/>
                <a:gdLst/>
                <a:ahLst/>
                <a:cxnLst/>
                <a:rect l="l" t="t" r="r" b="b"/>
                <a:pathLst>
                  <a:path w="32" h="164" extrusionOk="0">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2" y="32"/>
                    </a:lnTo>
                    <a:lnTo>
                      <a:pt x="22" y="28"/>
                    </a:lnTo>
                    <a:lnTo>
                      <a:pt x="22" y="22"/>
                    </a:lnTo>
                    <a:lnTo>
                      <a:pt x="22" y="16"/>
                    </a:lnTo>
                    <a:lnTo>
                      <a:pt x="24" y="12"/>
                    </a:lnTo>
                    <a:lnTo>
                      <a:pt x="26"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1" name="Google Shape;281;p8"/>
              <p:cNvSpPr/>
              <p:nvPr/>
            </p:nvSpPr>
            <p:spPr>
              <a:xfrm>
                <a:off x="1121" y="1472"/>
                <a:ext cx="2132" cy="1160"/>
              </a:xfrm>
              <a:custGeom>
                <a:avLst/>
                <a:gdLst/>
                <a:ahLst/>
                <a:cxnLst/>
                <a:rect l="l" t="t" r="r" b="b"/>
                <a:pathLst>
                  <a:path w="2132" h="1160" extrusionOk="0">
                    <a:moveTo>
                      <a:pt x="1396" y="998"/>
                    </a:move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8" y="476"/>
                    </a:lnTo>
                    <a:lnTo>
                      <a:pt x="710" y="460"/>
                    </a:lnTo>
                    <a:lnTo>
                      <a:pt x="712" y="442"/>
                    </a:lnTo>
                    <a:lnTo>
                      <a:pt x="712" y="424"/>
                    </a:lnTo>
                    <a:lnTo>
                      <a:pt x="712" y="412"/>
                    </a:lnTo>
                    <a:lnTo>
                      <a:pt x="710" y="408"/>
                    </a:lnTo>
                    <a:lnTo>
                      <a:pt x="706" y="398"/>
                    </a:lnTo>
                    <a:lnTo>
                      <a:pt x="698" y="408"/>
                    </a:lnTo>
                    <a:lnTo>
                      <a:pt x="696" y="410"/>
                    </a:lnTo>
                    <a:lnTo>
                      <a:pt x="692" y="410"/>
                    </a:lnTo>
                    <a:lnTo>
                      <a:pt x="686" y="410"/>
                    </a:lnTo>
                    <a:lnTo>
                      <a:pt x="682" y="412"/>
                    </a:lnTo>
                    <a:lnTo>
                      <a:pt x="680" y="414"/>
                    </a:lnTo>
                    <a:lnTo>
                      <a:pt x="678" y="416"/>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84" y="316"/>
                    </a:lnTo>
                    <a:lnTo>
                      <a:pt x="580" y="332"/>
                    </a:lnTo>
                    <a:lnTo>
                      <a:pt x="580" y="350"/>
                    </a:lnTo>
                    <a:lnTo>
                      <a:pt x="582" y="364"/>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198" y="548"/>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78" y="674"/>
                    </a:lnTo>
                    <a:lnTo>
                      <a:pt x="68" y="672"/>
                    </a:lnTo>
                    <a:lnTo>
                      <a:pt x="60" y="672"/>
                    </a:lnTo>
                    <a:lnTo>
                      <a:pt x="54" y="674"/>
                    </a:lnTo>
                    <a:lnTo>
                      <a:pt x="50" y="678"/>
                    </a:lnTo>
                    <a:lnTo>
                      <a:pt x="46" y="680"/>
                    </a:lnTo>
                    <a:lnTo>
                      <a:pt x="44" y="682"/>
                    </a:lnTo>
                    <a:lnTo>
                      <a:pt x="44" y="684"/>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6" y="820"/>
                    </a:lnTo>
                    <a:lnTo>
                      <a:pt x="44" y="824"/>
                    </a:lnTo>
                    <a:lnTo>
                      <a:pt x="42" y="828"/>
                    </a:lnTo>
                    <a:lnTo>
                      <a:pt x="40" y="830"/>
                    </a:lnTo>
                    <a:lnTo>
                      <a:pt x="38"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28" y="908"/>
                    </a:lnTo>
                    <a:lnTo>
                      <a:pt x="26" y="910"/>
                    </a:lnTo>
                    <a:lnTo>
                      <a:pt x="24" y="910"/>
                    </a:lnTo>
                    <a:lnTo>
                      <a:pt x="22" y="912"/>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06" y="976"/>
                    </a:lnTo>
                    <a:lnTo>
                      <a:pt x="202" y="976"/>
                    </a:lnTo>
                    <a:lnTo>
                      <a:pt x="200" y="978"/>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6" y="1040"/>
                    </a:lnTo>
                    <a:lnTo>
                      <a:pt x="256" y="1046"/>
                    </a:lnTo>
                    <a:lnTo>
                      <a:pt x="256" y="1052"/>
                    </a:lnTo>
                    <a:lnTo>
                      <a:pt x="252" y="1058"/>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50" y="1098"/>
                    </a:lnTo>
                    <a:lnTo>
                      <a:pt x="350" y="1096"/>
                    </a:lnTo>
                    <a:lnTo>
                      <a:pt x="348" y="1088"/>
                    </a:lnTo>
                    <a:lnTo>
                      <a:pt x="346" y="1078"/>
                    </a:lnTo>
                    <a:lnTo>
                      <a:pt x="346" y="1070"/>
                    </a:lnTo>
                    <a:lnTo>
                      <a:pt x="346" y="1064"/>
                    </a:lnTo>
                    <a:lnTo>
                      <a:pt x="352" y="1062"/>
                    </a:lnTo>
                    <a:lnTo>
                      <a:pt x="350" y="1060"/>
                    </a:lnTo>
                    <a:lnTo>
                      <a:pt x="348" y="1056"/>
                    </a:lnTo>
                    <a:lnTo>
                      <a:pt x="346" y="1052"/>
                    </a:lnTo>
                    <a:lnTo>
                      <a:pt x="346" y="1048"/>
                    </a:lnTo>
                    <a:lnTo>
                      <a:pt x="344" y="1044"/>
                    </a:lnTo>
                    <a:lnTo>
                      <a:pt x="346" y="1040"/>
                    </a:lnTo>
                    <a:lnTo>
                      <a:pt x="348" y="1036"/>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06" y="1070"/>
                    </a:lnTo>
                    <a:lnTo>
                      <a:pt x="402" y="1070"/>
                    </a:lnTo>
                    <a:lnTo>
                      <a:pt x="400" y="1070"/>
                    </a:lnTo>
                    <a:lnTo>
                      <a:pt x="398" y="1072"/>
                    </a:lnTo>
                    <a:lnTo>
                      <a:pt x="396" y="1072"/>
                    </a:lnTo>
                    <a:lnTo>
                      <a:pt x="394" y="1076"/>
                    </a:lnTo>
                    <a:lnTo>
                      <a:pt x="394" y="1078"/>
                    </a:lnTo>
                    <a:lnTo>
                      <a:pt x="396" y="1084"/>
                    </a:lnTo>
                    <a:lnTo>
                      <a:pt x="398" y="1086"/>
                    </a:lnTo>
                    <a:lnTo>
                      <a:pt x="400" y="1088"/>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6" y="1068"/>
                    </a:lnTo>
                    <a:lnTo>
                      <a:pt x="700" y="1066"/>
                    </a:lnTo>
                    <a:lnTo>
                      <a:pt x="704"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60" y="914"/>
                    </a:lnTo>
                    <a:lnTo>
                      <a:pt x="1364" y="914"/>
                    </a:lnTo>
                    <a:lnTo>
                      <a:pt x="1368" y="914"/>
                    </a:lnTo>
                    <a:lnTo>
                      <a:pt x="1372" y="914"/>
                    </a:lnTo>
                    <a:lnTo>
                      <a:pt x="1376" y="914"/>
                    </a:lnTo>
                    <a:lnTo>
                      <a:pt x="1380" y="918"/>
                    </a:lnTo>
                    <a:lnTo>
                      <a:pt x="1384" y="922"/>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2" name="Google Shape;282;p8"/>
              <p:cNvSpPr/>
              <p:nvPr/>
            </p:nvSpPr>
            <p:spPr>
              <a:xfrm>
                <a:off x="2107" y="2818"/>
                <a:ext cx="86" cy="116"/>
              </a:xfrm>
              <a:custGeom>
                <a:avLst/>
                <a:gdLst/>
                <a:ahLst/>
                <a:cxnLst/>
                <a:rect l="l" t="t" r="r" b="b"/>
                <a:pathLst>
                  <a:path w="86" h="116" extrusionOk="0">
                    <a:moveTo>
                      <a:pt x="0" y="26"/>
                    </a:moveTo>
                    <a:lnTo>
                      <a:pt x="2" y="26"/>
                    </a:lnTo>
                    <a:lnTo>
                      <a:pt x="4" y="26"/>
                    </a:lnTo>
                    <a:lnTo>
                      <a:pt x="8" y="28"/>
                    </a:lnTo>
                    <a:lnTo>
                      <a:pt x="8" y="30"/>
                    </a:lnTo>
                    <a:lnTo>
                      <a:pt x="10" y="32"/>
                    </a:lnTo>
                    <a:lnTo>
                      <a:pt x="10" y="36"/>
                    </a:lnTo>
                    <a:lnTo>
                      <a:pt x="20" y="36"/>
                    </a:lnTo>
                    <a:lnTo>
                      <a:pt x="22" y="40"/>
                    </a:lnTo>
                    <a:lnTo>
                      <a:pt x="22" y="44"/>
                    </a:lnTo>
                    <a:lnTo>
                      <a:pt x="22" y="48"/>
                    </a:lnTo>
                    <a:lnTo>
                      <a:pt x="20" y="54"/>
                    </a:lnTo>
                    <a:lnTo>
                      <a:pt x="20" y="58"/>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58" y="56"/>
                    </a:lnTo>
                    <a:lnTo>
                      <a:pt x="54" y="54"/>
                    </a:lnTo>
                    <a:lnTo>
                      <a:pt x="52" y="50"/>
                    </a:lnTo>
                    <a:lnTo>
                      <a:pt x="48" y="48"/>
                    </a:lnTo>
                    <a:lnTo>
                      <a:pt x="46" y="44"/>
                    </a:lnTo>
                    <a:lnTo>
                      <a:pt x="48" y="40"/>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0" y="2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3" name="Google Shape;283;p8"/>
              <p:cNvSpPr/>
              <p:nvPr/>
            </p:nvSpPr>
            <p:spPr>
              <a:xfrm>
                <a:off x="1621" y="2626"/>
                <a:ext cx="200" cy="174"/>
              </a:xfrm>
              <a:custGeom>
                <a:avLst/>
                <a:gdLst/>
                <a:ahLst/>
                <a:cxnLst/>
                <a:rect l="l" t="t" r="r" b="b"/>
                <a:pathLst>
                  <a:path w="200" h="174" extrusionOk="0">
                    <a:moveTo>
                      <a:pt x="154" y="0"/>
                    </a:moveTo>
                    <a:lnTo>
                      <a:pt x="154" y="2"/>
                    </a:lnTo>
                    <a:lnTo>
                      <a:pt x="150" y="2"/>
                    </a:lnTo>
                    <a:lnTo>
                      <a:pt x="148" y="4"/>
                    </a:lnTo>
                    <a:lnTo>
                      <a:pt x="144" y="8"/>
                    </a:lnTo>
                    <a:lnTo>
                      <a:pt x="142" y="10"/>
                    </a:lnTo>
                    <a:lnTo>
                      <a:pt x="142" y="14"/>
                    </a:lnTo>
                    <a:lnTo>
                      <a:pt x="126" y="1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2" y="132"/>
                    </a:lnTo>
                    <a:lnTo>
                      <a:pt x="8" y="134"/>
                    </a:lnTo>
                    <a:lnTo>
                      <a:pt x="6" y="138"/>
                    </a:lnTo>
                    <a:lnTo>
                      <a:pt x="4" y="144"/>
                    </a:lnTo>
                    <a:lnTo>
                      <a:pt x="4" y="146"/>
                    </a:lnTo>
                    <a:lnTo>
                      <a:pt x="4" y="150"/>
                    </a:lnTo>
                    <a:lnTo>
                      <a:pt x="4" y="154"/>
                    </a:lnTo>
                    <a:lnTo>
                      <a:pt x="6" y="158"/>
                    </a:lnTo>
                    <a:lnTo>
                      <a:pt x="8" y="162"/>
                    </a:lnTo>
                    <a:lnTo>
                      <a:pt x="10" y="160"/>
                    </a:lnTo>
                    <a:lnTo>
                      <a:pt x="14" y="160"/>
                    </a:lnTo>
                    <a:lnTo>
                      <a:pt x="18" y="158"/>
                    </a:lnTo>
                    <a:lnTo>
                      <a:pt x="22" y="158"/>
                    </a:lnTo>
                    <a:lnTo>
                      <a:pt x="24" y="156"/>
                    </a:lnTo>
                    <a:lnTo>
                      <a:pt x="30" y="156"/>
                    </a:lnTo>
                    <a:lnTo>
                      <a:pt x="34" y="158"/>
                    </a:lnTo>
                    <a:lnTo>
                      <a:pt x="40" y="158"/>
                    </a:lnTo>
                    <a:lnTo>
                      <a:pt x="44" y="158"/>
                    </a:lnTo>
                    <a:lnTo>
                      <a:pt x="46" y="158"/>
                    </a:lnTo>
                    <a:lnTo>
                      <a:pt x="48" y="158"/>
                    </a:lnTo>
                    <a:lnTo>
                      <a:pt x="52" y="158"/>
                    </a:lnTo>
                    <a:lnTo>
                      <a:pt x="56" y="160"/>
                    </a:lnTo>
                    <a:lnTo>
                      <a:pt x="60" y="160"/>
                    </a:lnTo>
                    <a:lnTo>
                      <a:pt x="64" y="162"/>
                    </a:lnTo>
                    <a:lnTo>
                      <a:pt x="66" y="166"/>
                    </a:lnTo>
                    <a:lnTo>
                      <a:pt x="76" y="174"/>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4"/>
                    </a:lnTo>
                    <a:lnTo>
                      <a:pt x="198" y="42"/>
                    </a:lnTo>
                    <a:lnTo>
                      <a:pt x="196" y="40"/>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58" y="26"/>
                    </a:lnTo>
                    <a:lnTo>
                      <a:pt x="156" y="22"/>
                    </a:lnTo>
                    <a:lnTo>
                      <a:pt x="156" y="18"/>
                    </a:lnTo>
                    <a:lnTo>
                      <a:pt x="156" y="14"/>
                    </a:lnTo>
                    <a:lnTo>
                      <a:pt x="172" y="0"/>
                    </a:lnTo>
                    <a:lnTo>
                      <a:pt x="15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4" name="Google Shape;284;p8"/>
              <p:cNvSpPr/>
              <p:nvPr/>
            </p:nvSpPr>
            <p:spPr>
              <a:xfrm>
                <a:off x="2099" y="3038"/>
                <a:ext cx="68" cy="66"/>
              </a:xfrm>
              <a:custGeom>
                <a:avLst/>
                <a:gdLst/>
                <a:ahLst/>
                <a:cxnLst/>
                <a:rect l="l" t="t" r="r" b="b"/>
                <a:pathLst>
                  <a:path w="68" h="66" extrusionOk="0">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5" name="Google Shape;285;p8"/>
              <p:cNvSpPr/>
              <p:nvPr/>
            </p:nvSpPr>
            <p:spPr>
              <a:xfrm>
                <a:off x="1961" y="2784"/>
                <a:ext cx="54" cy="56"/>
              </a:xfrm>
              <a:custGeom>
                <a:avLst/>
                <a:gdLst/>
                <a:ahLst/>
                <a:cxnLst/>
                <a:rect l="l" t="t" r="r" b="b"/>
                <a:pathLst>
                  <a:path w="54" h="56" extrusionOk="0">
                    <a:moveTo>
                      <a:pt x="54" y="56"/>
                    </a:moveTo>
                    <a:lnTo>
                      <a:pt x="48" y="44"/>
                    </a:lnTo>
                    <a:lnTo>
                      <a:pt x="48" y="42"/>
                    </a:lnTo>
                    <a:lnTo>
                      <a:pt x="44" y="40"/>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6" y="0"/>
                    </a:lnTo>
                    <a:lnTo>
                      <a:pt x="28" y="2"/>
                    </a:lnTo>
                    <a:lnTo>
                      <a:pt x="30" y="6"/>
                    </a:lnTo>
                    <a:lnTo>
                      <a:pt x="30" y="14"/>
                    </a:lnTo>
                    <a:lnTo>
                      <a:pt x="34" y="28"/>
                    </a:lnTo>
                    <a:lnTo>
                      <a:pt x="36" y="26"/>
                    </a:lnTo>
                    <a:lnTo>
                      <a:pt x="38" y="24"/>
                    </a:lnTo>
                    <a:lnTo>
                      <a:pt x="40" y="20"/>
                    </a:lnTo>
                    <a:lnTo>
                      <a:pt x="40" y="18"/>
                    </a:lnTo>
                    <a:lnTo>
                      <a:pt x="42" y="14"/>
                    </a:lnTo>
                    <a:lnTo>
                      <a:pt x="44" y="12"/>
                    </a:lnTo>
                    <a:lnTo>
                      <a:pt x="46" y="12"/>
                    </a:lnTo>
                    <a:lnTo>
                      <a:pt x="48" y="14"/>
                    </a:lnTo>
                    <a:lnTo>
                      <a:pt x="48" y="18"/>
                    </a:lnTo>
                    <a:lnTo>
                      <a:pt x="52" y="34"/>
                    </a:lnTo>
                    <a:lnTo>
                      <a:pt x="54" y="46"/>
                    </a:lnTo>
                    <a:lnTo>
                      <a:pt x="54" y="5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6" name="Google Shape;286;p8"/>
              <p:cNvSpPr/>
              <p:nvPr/>
            </p:nvSpPr>
            <p:spPr>
              <a:xfrm>
                <a:off x="2011" y="2746"/>
                <a:ext cx="100" cy="272"/>
              </a:xfrm>
              <a:custGeom>
                <a:avLst/>
                <a:gdLst/>
                <a:ahLst/>
                <a:cxnLst/>
                <a:rect l="l" t="t" r="r" b="b"/>
                <a:pathLst>
                  <a:path w="100" h="272" extrusionOk="0">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6"/>
                    </a:lnTo>
                    <a:lnTo>
                      <a:pt x="0" y="74"/>
                    </a:lnTo>
                    <a:lnTo>
                      <a:pt x="0" y="72"/>
                    </a:lnTo>
                    <a:lnTo>
                      <a:pt x="2" y="70"/>
                    </a:lnTo>
                    <a:lnTo>
                      <a:pt x="4" y="72"/>
                    </a:lnTo>
                    <a:lnTo>
                      <a:pt x="6" y="72"/>
                    </a:lnTo>
                    <a:lnTo>
                      <a:pt x="8" y="74"/>
                    </a:lnTo>
                    <a:lnTo>
                      <a:pt x="10" y="72"/>
                    </a:lnTo>
                    <a:lnTo>
                      <a:pt x="10" y="70"/>
                    </a:lnTo>
                    <a:lnTo>
                      <a:pt x="8" y="56"/>
                    </a:lnTo>
                    <a:lnTo>
                      <a:pt x="6" y="56"/>
                    </a:lnTo>
                    <a:lnTo>
                      <a:pt x="8" y="56"/>
                    </a:lnTo>
                    <a:lnTo>
                      <a:pt x="10" y="58"/>
                    </a:lnTo>
                    <a:lnTo>
                      <a:pt x="14" y="60"/>
                    </a:lnTo>
                    <a:lnTo>
                      <a:pt x="16" y="60"/>
                    </a:lnTo>
                    <a:lnTo>
                      <a:pt x="22" y="58"/>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7" name="Google Shape;287;p8"/>
              <p:cNvSpPr/>
              <p:nvPr/>
            </p:nvSpPr>
            <p:spPr>
              <a:xfrm>
                <a:off x="2137" y="2808"/>
                <a:ext cx="90" cy="168"/>
              </a:xfrm>
              <a:custGeom>
                <a:avLst/>
                <a:gdLst/>
                <a:ahLst/>
                <a:cxnLst/>
                <a:rect l="l" t="t" r="r" b="b"/>
                <a:pathLst>
                  <a:path w="90" h="168" extrusionOk="0">
                    <a:moveTo>
                      <a:pt x="56" y="124"/>
                    </a:moveTo>
                    <a:lnTo>
                      <a:pt x="58" y="124"/>
                    </a:lnTo>
                    <a:lnTo>
                      <a:pt x="60" y="126"/>
                    </a:lnTo>
                    <a:lnTo>
                      <a:pt x="62" y="128"/>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4" y="30"/>
                    </a:lnTo>
                    <a:lnTo>
                      <a:pt x="68" y="28"/>
                    </a:lnTo>
                    <a:lnTo>
                      <a:pt x="72" y="26"/>
                    </a:lnTo>
                    <a:lnTo>
                      <a:pt x="70" y="24"/>
                    </a:lnTo>
                    <a:lnTo>
                      <a:pt x="70" y="22"/>
                    </a:lnTo>
                    <a:lnTo>
                      <a:pt x="68" y="18"/>
                    </a:lnTo>
                    <a:lnTo>
                      <a:pt x="68" y="16"/>
                    </a:lnTo>
                    <a:lnTo>
                      <a:pt x="64" y="12"/>
                    </a:lnTo>
                    <a:lnTo>
                      <a:pt x="62" y="10"/>
                    </a:lnTo>
                    <a:lnTo>
                      <a:pt x="60" y="6"/>
                    </a:lnTo>
                    <a:lnTo>
                      <a:pt x="56" y="4"/>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18" y="50"/>
                    </a:lnTo>
                    <a:lnTo>
                      <a:pt x="16" y="54"/>
                    </a:lnTo>
                    <a:lnTo>
                      <a:pt x="18" y="58"/>
                    </a:lnTo>
                    <a:lnTo>
                      <a:pt x="22" y="60"/>
                    </a:lnTo>
                    <a:lnTo>
                      <a:pt x="24" y="64"/>
                    </a:lnTo>
                    <a:lnTo>
                      <a:pt x="28" y="66"/>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8" name="Google Shape;288;p8"/>
              <p:cNvSpPr/>
              <p:nvPr/>
            </p:nvSpPr>
            <p:spPr>
              <a:xfrm>
                <a:off x="2087" y="2844"/>
                <a:ext cx="82" cy="208"/>
              </a:xfrm>
              <a:custGeom>
                <a:avLst/>
                <a:gdLst/>
                <a:ahLst/>
                <a:cxnLst/>
                <a:rect l="l" t="t" r="r" b="b"/>
                <a:pathLst>
                  <a:path w="82" h="208" extrusionOk="0">
                    <a:moveTo>
                      <a:pt x="20" y="0"/>
                    </a:moveTo>
                    <a:lnTo>
                      <a:pt x="18" y="2"/>
                    </a:lnTo>
                    <a:lnTo>
                      <a:pt x="14" y="4"/>
                    </a:lnTo>
                    <a:lnTo>
                      <a:pt x="10" y="6"/>
                    </a:lnTo>
                    <a:lnTo>
                      <a:pt x="6" y="14"/>
                    </a:lnTo>
                    <a:lnTo>
                      <a:pt x="4" y="24"/>
                    </a:lnTo>
                    <a:lnTo>
                      <a:pt x="8"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40" y="32"/>
                    </a:lnTo>
                    <a:lnTo>
                      <a:pt x="40" y="28"/>
                    </a:lnTo>
                    <a:lnTo>
                      <a:pt x="42" y="22"/>
                    </a:lnTo>
                    <a:lnTo>
                      <a:pt x="42" y="18"/>
                    </a:lnTo>
                    <a:lnTo>
                      <a:pt x="42" y="14"/>
                    </a:lnTo>
                    <a:lnTo>
                      <a:pt x="40" y="10"/>
                    </a:lnTo>
                    <a:lnTo>
                      <a:pt x="30" y="10"/>
                    </a:lnTo>
                    <a:lnTo>
                      <a:pt x="30" y="6"/>
                    </a:lnTo>
                    <a:lnTo>
                      <a:pt x="28" y="4"/>
                    </a:lnTo>
                    <a:lnTo>
                      <a:pt x="28" y="2"/>
                    </a:lnTo>
                    <a:lnTo>
                      <a:pt x="24" y="0"/>
                    </a:lnTo>
                    <a:lnTo>
                      <a:pt x="22" y="0"/>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9" name="Google Shape;289;p8"/>
              <p:cNvSpPr/>
              <p:nvPr/>
            </p:nvSpPr>
            <p:spPr>
              <a:xfrm>
                <a:off x="1957" y="2734"/>
                <a:ext cx="70" cy="38"/>
              </a:xfrm>
              <a:custGeom>
                <a:avLst/>
                <a:gdLst/>
                <a:ahLst/>
                <a:cxnLst/>
                <a:rect l="l" t="t" r="r" b="b"/>
                <a:pathLst>
                  <a:path w="70" h="38" extrusionOk="0">
                    <a:moveTo>
                      <a:pt x="58" y="38"/>
                    </a:moveTo>
                    <a:lnTo>
                      <a:pt x="34" y="36"/>
                    </a:lnTo>
                    <a:lnTo>
                      <a:pt x="30" y="36"/>
                    </a:lnTo>
                    <a:lnTo>
                      <a:pt x="26" y="36"/>
                    </a:lnTo>
                    <a:lnTo>
                      <a:pt x="18" y="36"/>
                    </a:lnTo>
                    <a:lnTo>
                      <a:pt x="10" y="38"/>
                    </a:lnTo>
                    <a:lnTo>
                      <a:pt x="8" y="38"/>
                    </a:lnTo>
                    <a:lnTo>
                      <a:pt x="4" y="38"/>
                    </a:lnTo>
                    <a:lnTo>
                      <a:pt x="2" y="38"/>
                    </a:lnTo>
                    <a:lnTo>
                      <a:pt x="0" y="36"/>
                    </a:lnTo>
                    <a:lnTo>
                      <a:pt x="0" y="34"/>
                    </a:lnTo>
                    <a:lnTo>
                      <a:pt x="0" y="32"/>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0" name="Google Shape;290;p8"/>
              <p:cNvSpPr/>
              <p:nvPr/>
            </p:nvSpPr>
            <p:spPr>
              <a:xfrm>
                <a:off x="1855" y="2712"/>
                <a:ext cx="98" cy="52"/>
              </a:xfrm>
              <a:custGeom>
                <a:avLst/>
                <a:gdLst/>
                <a:ahLst/>
                <a:cxnLst/>
                <a:rect l="l" t="t" r="r" b="b"/>
                <a:pathLst>
                  <a:path w="98" h="52" extrusionOk="0">
                    <a:moveTo>
                      <a:pt x="8" y="0"/>
                    </a:moveTo>
                    <a:lnTo>
                      <a:pt x="8" y="0"/>
                    </a:lnTo>
                    <a:lnTo>
                      <a:pt x="6" y="2"/>
                    </a:lnTo>
                    <a:lnTo>
                      <a:pt x="4" y="4"/>
                    </a:lnTo>
                    <a:lnTo>
                      <a:pt x="2" y="6"/>
                    </a:lnTo>
                    <a:lnTo>
                      <a:pt x="0" y="10"/>
                    </a:lnTo>
                    <a:lnTo>
                      <a:pt x="0" y="12"/>
                    </a:lnTo>
                    <a:lnTo>
                      <a:pt x="2" y="16"/>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1" name="Google Shape;291;p8"/>
              <p:cNvSpPr/>
              <p:nvPr/>
            </p:nvSpPr>
            <p:spPr>
              <a:xfrm>
                <a:off x="1697" y="2634"/>
                <a:ext cx="378" cy="372"/>
              </a:xfrm>
              <a:custGeom>
                <a:avLst/>
                <a:gdLst/>
                <a:ahLst/>
                <a:cxnLst/>
                <a:rect l="l" t="t" r="r" b="b"/>
                <a:pathLst>
                  <a:path w="378" h="372" extrusionOk="0">
                    <a:moveTo>
                      <a:pt x="264" y="138"/>
                    </a:moveTo>
                    <a:lnTo>
                      <a:pt x="262" y="136"/>
                    </a:lnTo>
                    <a:lnTo>
                      <a:pt x="260" y="134"/>
                    </a:lnTo>
                    <a:lnTo>
                      <a:pt x="260" y="130"/>
                    </a:lnTo>
                    <a:lnTo>
                      <a:pt x="262" y="128"/>
                    </a:lnTo>
                    <a:lnTo>
                      <a:pt x="262" y="126"/>
                    </a:lnTo>
                    <a:lnTo>
                      <a:pt x="262" y="122"/>
                    </a:lnTo>
                    <a:lnTo>
                      <a:pt x="264" y="118"/>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4" y="2"/>
                    </a:lnTo>
                    <a:lnTo>
                      <a:pt x="140" y="6"/>
                    </a:lnTo>
                    <a:lnTo>
                      <a:pt x="140" y="8"/>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6" y="170"/>
                    </a:lnTo>
                    <a:lnTo>
                      <a:pt x="12" y="170"/>
                    </a:lnTo>
                    <a:lnTo>
                      <a:pt x="18" y="170"/>
                    </a:lnTo>
                    <a:lnTo>
                      <a:pt x="24" y="168"/>
                    </a:lnTo>
                    <a:lnTo>
                      <a:pt x="26" y="168"/>
                    </a:lnTo>
                    <a:lnTo>
                      <a:pt x="28" y="166"/>
                    </a:lnTo>
                    <a:lnTo>
                      <a:pt x="30" y="166"/>
                    </a:lnTo>
                    <a:lnTo>
                      <a:pt x="32" y="166"/>
                    </a:lnTo>
                    <a:lnTo>
                      <a:pt x="36" y="166"/>
                    </a:lnTo>
                    <a:lnTo>
                      <a:pt x="36" y="168"/>
                    </a:lnTo>
                    <a:lnTo>
                      <a:pt x="34" y="170"/>
                    </a:lnTo>
                    <a:lnTo>
                      <a:pt x="32" y="176"/>
                    </a:lnTo>
                    <a:lnTo>
                      <a:pt x="28" y="180"/>
                    </a:lnTo>
                    <a:lnTo>
                      <a:pt x="24" y="184"/>
                    </a:lnTo>
                    <a:lnTo>
                      <a:pt x="20" y="188"/>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4" y="354"/>
                    </a:lnTo>
                    <a:lnTo>
                      <a:pt x="108" y="358"/>
                    </a:lnTo>
                    <a:lnTo>
                      <a:pt x="110" y="362"/>
                    </a:lnTo>
                    <a:lnTo>
                      <a:pt x="112" y="366"/>
                    </a:lnTo>
                    <a:lnTo>
                      <a:pt x="114" y="370"/>
                    </a:lnTo>
                    <a:lnTo>
                      <a:pt x="116" y="372"/>
                    </a:lnTo>
                    <a:lnTo>
                      <a:pt x="120" y="372"/>
                    </a:lnTo>
                    <a:lnTo>
                      <a:pt x="126" y="372"/>
                    </a:lnTo>
                    <a:lnTo>
                      <a:pt x="130" y="372"/>
                    </a:lnTo>
                    <a:lnTo>
                      <a:pt x="132" y="372"/>
                    </a:lnTo>
                    <a:lnTo>
                      <a:pt x="132" y="370"/>
                    </a:lnTo>
                    <a:lnTo>
                      <a:pt x="132" y="368"/>
                    </a:lnTo>
                    <a:lnTo>
                      <a:pt x="134" y="364"/>
                    </a:lnTo>
                    <a:lnTo>
                      <a:pt x="134" y="362"/>
                    </a:lnTo>
                    <a:lnTo>
                      <a:pt x="138" y="358"/>
                    </a:lnTo>
                    <a:lnTo>
                      <a:pt x="140" y="356"/>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50" y="200"/>
                    </a:lnTo>
                    <a:lnTo>
                      <a:pt x="250" y="198"/>
                    </a:lnTo>
                    <a:lnTo>
                      <a:pt x="254" y="196"/>
                    </a:lnTo>
                    <a:lnTo>
                      <a:pt x="258" y="194"/>
                    </a:lnTo>
                    <a:lnTo>
                      <a:pt x="262" y="194"/>
                    </a:lnTo>
                    <a:lnTo>
                      <a:pt x="270" y="196"/>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90" y="150"/>
                    </a:lnTo>
                    <a:lnTo>
                      <a:pt x="292" y="152"/>
                    </a:lnTo>
                    <a:lnTo>
                      <a:pt x="294" y="156"/>
                    </a:lnTo>
                    <a:lnTo>
                      <a:pt x="294" y="164"/>
                    </a:lnTo>
                    <a:lnTo>
                      <a:pt x="298" y="178"/>
                    </a:lnTo>
                    <a:lnTo>
                      <a:pt x="300" y="176"/>
                    </a:lnTo>
                    <a:lnTo>
                      <a:pt x="302" y="174"/>
                    </a:lnTo>
                    <a:lnTo>
                      <a:pt x="304" y="170"/>
                    </a:lnTo>
                    <a:lnTo>
                      <a:pt x="304" y="168"/>
                    </a:lnTo>
                    <a:lnTo>
                      <a:pt x="306" y="164"/>
                    </a:lnTo>
                    <a:lnTo>
                      <a:pt x="308" y="162"/>
                    </a:lnTo>
                    <a:lnTo>
                      <a:pt x="310" y="162"/>
                    </a:lnTo>
                    <a:lnTo>
                      <a:pt x="312" y="164"/>
                    </a:lnTo>
                    <a:lnTo>
                      <a:pt x="312" y="168"/>
                    </a:lnTo>
                    <a:lnTo>
                      <a:pt x="314" y="176"/>
                    </a:lnTo>
                    <a:lnTo>
                      <a:pt x="316" y="184"/>
                    </a:lnTo>
                    <a:lnTo>
                      <a:pt x="316" y="182"/>
                    </a:lnTo>
                    <a:lnTo>
                      <a:pt x="318" y="182"/>
                    </a:lnTo>
                    <a:lnTo>
                      <a:pt x="320" y="182"/>
                    </a:lnTo>
                    <a:lnTo>
                      <a:pt x="320" y="184"/>
                    </a:lnTo>
                    <a:lnTo>
                      <a:pt x="322" y="184"/>
                    </a:lnTo>
                    <a:lnTo>
                      <a:pt x="324" y="184"/>
                    </a:lnTo>
                    <a:lnTo>
                      <a:pt x="324" y="182"/>
                    </a:lnTo>
                    <a:lnTo>
                      <a:pt x="324" y="178"/>
                    </a:lnTo>
                    <a:lnTo>
                      <a:pt x="322" y="174"/>
                    </a:lnTo>
                    <a:lnTo>
                      <a:pt x="322" y="170"/>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2" name="Google Shape;292;p8"/>
              <p:cNvSpPr/>
              <p:nvPr/>
            </p:nvSpPr>
            <p:spPr>
              <a:xfrm>
                <a:off x="1609" y="2590"/>
                <a:ext cx="196" cy="136"/>
              </a:xfrm>
              <a:custGeom>
                <a:avLst/>
                <a:gdLst/>
                <a:ahLst/>
                <a:cxnLst/>
                <a:rect l="l" t="t" r="r" b="b"/>
                <a:pathLst>
                  <a:path w="196" h="136" extrusionOk="0">
                    <a:moveTo>
                      <a:pt x="196" y="36"/>
                    </a:moveTo>
                    <a:lnTo>
                      <a:pt x="194" y="36"/>
                    </a:lnTo>
                    <a:lnTo>
                      <a:pt x="190" y="36"/>
                    </a:lnTo>
                    <a:lnTo>
                      <a:pt x="184" y="36"/>
                    </a:lnTo>
                    <a:lnTo>
                      <a:pt x="176" y="36"/>
                    </a:lnTo>
                    <a:lnTo>
                      <a:pt x="166" y="38"/>
                    </a:lnTo>
                    <a:lnTo>
                      <a:pt x="162" y="40"/>
                    </a:lnTo>
                    <a:lnTo>
                      <a:pt x="160" y="42"/>
                    </a:lnTo>
                    <a:lnTo>
                      <a:pt x="156" y="44"/>
                    </a:lnTo>
                    <a:lnTo>
                      <a:pt x="154" y="46"/>
                    </a:lnTo>
                    <a:lnTo>
                      <a:pt x="154" y="50"/>
                    </a:lnTo>
                    <a:lnTo>
                      <a:pt x="138" y="5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3" name="Google Shape;293;p8"/>
              <p:cNvSpPr/>
              <p:nvPr/>
            </p:nvSpPr>
            <p:spPr>
              <a:xfrm>
                <a:off x="2401" y="2464"/>
                <a:ext cx="116" cy="172"/>
              </a:xfrm>
              <a:custGeom>
                <a:avLst/>
                <a:gdLst/>
                <a:ahLst/>
                <a:cxnLst/>
                <a:rect l="l" t="t" r="r" b="b"/>
                <a:pathLst>
                  <a:path w="116" h="172" extrusionOk="0">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4" name="Google Shape;294;p8"/>
              <p:cNvSpPr/>
              <p:nvPr/>
            </p:nvSpPr>
            <p:spPr>
              <a:xfrm>
                <a:off x="1967" y="2350"/>
                <a:ext cx="420" cy="174"/>
              </a:xfrm>
              <a:custGeom>
                <a:avLst/>
                <a:gdLst/>
                <a:ahLst/>
                <a:cxnLst/>
                <a:rect l="l" t="t" r="r" b="b"/>
                <a:pathLst>
                  <a:path w="420" h="174" extrusionOk="0">
                    <a:moveTo>
                      <a:pt x="4" y="32"/>
                    </a:move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30" y="2"/>
                    </a:lnTo>
                    <a:lnTo>
                      <a:pt x="342" y="6"/>
                    </a:lnTo>
                    <a:lnTo>
                      <a:pt x="356" y="14"/>
                    </a:lnTo>
                    <a:lnTo>
                      <a:pt x="378" y="22"/>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5" name="Google Shape;295;p8"/>
              <p:cNvSpPr/>
              <p:nvPr/>
            </p:nvSpPr>
            <p:spPr>
              <a:xfrm>
                <a:off x="1775" y="2296"/>
                <a:ext cx="790" cy="574"/>
              </a:xfrm>
              <a:custGeom>
                <a:avLst/>
                <a:gdLst/>
                <a:ahLst/>
                <a:cxnLst/>
                <a:rect l="l" t="t" r="r" b="b"/>
                <a:pathLst>
                  <a:path w="790" h="574" extrusionOk="0">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78" y="514"/>
                    </a:lnTo>
                    <a:lnTo>
                      <a:pt x="372" y="514"/>
                    </a:lnTo>
                    <a:lnTo>
                      <a:pt x="370" y="516"/>
                    </a:lnTo>
                    <a:lnTo>
                      <a:pt x="368" y="516"/>
                    </a:lnTo>
                    <a:lnTo>
                      <a:pt x="364" y="516"/>
                    </a:lnTo>
                    <a:lnTo>
                      <a:pt x="362" y="518"/>
                    </a:lnTo>
                    <a:lnTo>
                      <a:pt x="362" y="520"/>
                    </a:lnTo>
                    <a:lnTo>
                      <a:pt x="362" y="522"/>
                    </a:lnTo>
                    <a:lnTo>
                      <a:pt x="358" y="524"/>
                    </a:lnTo>
                    <a:lnTo>
                      <a:pt x="356" y="526"/>
                    </a:lnTo>
                    <a:lnTo>
                      <a:pt x="356" y="528"/>
                    </a:lnTo>
                    <a:lnTo>
                      <a:pt x="356" y="532"/>
                    </a:lnTo>
                    <a:lnTo>
                      <a:pt x="358" y="538"/>
                    </a:lnTo>
                    <a:lnTo>
                      <a:pt x="356" y="542"/>
                    </a:lnTo>
                    <a:lnTo>
                      <a:pt x="356" y="544"/>
                    </a:lnTo>
                    <a:lnTo>
                      <a:pt x="354" y="544"/>
                    </a:lnTo>
                    <a:lnTo>
                      <a:pt x="352" y="544"/>
                    </a:lnTo>
                    <a:lnTo>
                      <a:pt x="350" y="544"/>
                    </a:lnTo>
                    <a:lnTo>
                      <a:pt x="348" y="544"/>
                    </a:lnTo>
                    <a:lnTo>
                      <a:pt x="342" y="546"/>
                    </a:lnTo>
                    <a:lnTo>
                      <a:pt x="338" y="548"/>
                    </a:lnTo>
                    <a:lnTo>
                      <a:pt x="334"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12" y="498"/>
                    </a:lnTo>
                    <a:lnTo>
                      <a:pt x="316" y="488"/>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4" y="310"/>
                    </a:lnTo>
                    <a:lnTo>
                      <a:pt x="22" y="308"/>
                    </a:lnTo>
                    <a:lnTo>
                      <a:pt x="20" y="304"/>
                    </a:lnTo>
                    <a:lnTo>
                      <a:pt x="18" y="300"/>
                    </a:lnTo>
                    <a:lnTo>
                      <a:pt x="16" y="294"/>
                    </a:lnTo>
                    <a:lnTo>
                      <a:pt x="16" y="290"/>
                    </a:lnTo>
                    <a:lnTo>
                      <a:pt x="14" y="286"/>
                    </a:lnTo>
                    <a:lnTo>
                      <a:pt x="12" y="284"/>
                    </a:lnTo>
                    <a:lnTo>
                      <a:pt x="10" y="282"/>
                    </a:lnTo>
                    <a:lnTo>
                      <a:pt x="6" y="282"/>
                    </a:lnTo>
                    <a:lnTo>
                      <a:pt x="4" y="280"/>
                    </a:lnTo>
                    <a:lnTo>
                      <a:pt x="2" y="280"/>
                    </a:lnTo>
                    <a:lnTo>
                      <a:pt x="0" y="276"/>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2" y="244"/>
                    </a:lnTo>
                    <a:lnTo>
                      <a:pt x="44" y="242"/>
                    </a:lnTo>
                    <a:lnTo>
                      <a:pt x="48" y="242"/>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90" y="178"/>
                    </a:lnTo>
                    <a:lnTo>
                      <a:pt x="90" y="176"/>
                    </a:lnTo>
                    <a:lnTo>
                      <a:pt x="90" y="174"/>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6" name="Google Shape;296;p8"/>
              <p:cNvSpPr/>
              <p:nvPr/>
            </p:nvSpPr>
            <p:spPr>
              <a:xfrm>
                <a:off x="2133" y="2924"/>
                <a:ext cx="68" cy="56"/>
              </a:xfrm>
              <a:custGeom>
                <a:avLst/>
                <a:gdLst/>
                <a:ahLst/>
                <a:cxnLst/>
                <a:rect l="l" t="t" r="r" b="b"/>
                <a:pathLst>
                  <a:path w="68" h="56" extrusionOk="0">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8"/>
              <p:cNvSpPr/>
              <p:nvPr/>
            </p:nvSpPr>
            <p:spPr>
              <a:xfrm>
                <a:off x="2487" y="2650"/>
                <a:ext cx="36" cy="44"/>
              </a:xfrm>
              <a:custGeom>
                <a:avLst/>
                <a:gdLst/>
                <a:ahLst/>
                <a:cxnLst/>
                <a:rect l="l" t="t" r="r" b="b"/>
                <a:pathLst>
                  <a:path w="36" h="44" extrusionOk="0">
                    <a:moveTo>
                      <a:pt x="6" y="0"/>
                    </a:moveTo>
                    <a:lnTo>
                      <a:pt x="6" y="2"/>
                    </a:lnTo>
                    <a:lnTo>
                      <a:pt x="2" y="4"/>
                    </a:lnTo>
                    <a:lnTo>
                      <a:pt x="0" y="6"/>
                    </a:lnTo>
                    <a:lnTo>
                      <a:pt x="0" y="10"/>
                    </a:lnTo>
                    <a:lnTo>
                      <a:pt x="2" y="12"/>
                    </a:lnTo>
                    <a:lnTo>
                      <a:pt x="4" y="16"/>
                    </a:lnTo>
                    <a:lnTo>
                      <a:pt x="8" y="20"/>
                    </a:lnTo>
                    <a:lnTo>
                      <a:pt x="10" y="24"/>
                    </a:lnTo>
                    <a:lnTo>
                      <a:pt x="14" y="28"/>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8"/>
              <p:cNvSpPr/>
              <p:nvPr/>
            </p:nvSpPr>
            <p:spPr>
              <a:xfrm>
                <a:off x="2499" y="2528"/>
                <a:ext cx="144" cy="122"/>
              </a:xfrm>
              <a:custGeom>
                <a:avLst/>
                <a:gdLst/>
                <a:ahLst/>
                <a:cxnLst/>
                <a:rect l="l" t="t" r="r" b="b"/>
                <a:pathLst>
                  <a:path w="144" h="122" extrusionOk="0">
                    <a:moveTo>
                      <a:pt x="6" y="106"/>
                    </a:moveTo>
                    <a:lnTo>
                      <a:pt x="0" y="114"/>
                    </a:lnTo>
                    <a:lnTo>
                      <a:pt x="14" y="118"/>
                    </a:lnTo>
                    <a:lnTo>
                      <a:pt x="22" y="114"/>
                    </a:lnTo>
                    <a:lnTo>
                      <a:pt x="38" y="110"/>
                    </a:lnTo>
                    <a:lnTo>
                      <a:pt x="58" y="106"/>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40" y="90"/>
                    </a:lnTo>
                    <a:lnTo>
                      <a:pt x="22" y="96"/>
                    </a:lnTo>
                    <a:lnTo>
                      <a:pt x="6" y="10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9" name="Google Shape;299;p8"/>
              <p:cNvSpPr/>
              <p:nvPr/>
            </p:nvSpPr>
            <p:spPr>
              <a:xfrm>
                <a:off x="2519" y="2644"/>
                <a:ext cx="24" cy="16"/>
              </a:xfrm>
              <a:custGeom>
                <a:avLst/>
                <a:gdLst/>
                <a:ahLst/>
                <a:cxnLst/>
                <a:rect l="l" t="t" r="r" b="b"/>
                <a:pathLst>
                  <a:path w="24" h="16" extrusionOk="0">
                    <a:moveTo>
                      <a:pt x="8" y="0"/>
                    </a:moveTo>
                    <a:lnTo>
                      <a:pt x="0" y="10"/>
                    </a:lnTo>
                    <a:lnTo>
                      <a:pt x="8" y="16"/>
                    </a:lnTo>
                    <a:lnTo>
                      <a:pt x="18" y="8"/>
                    </a:lnTo>
                    <a:lnTo>
                      <a:pt x="24" y="2"/>
                    </a:lnTo>
                    <a:lnTo>
                      <a:pt x="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8"/>
              <p:cNvSpPr/>
              <p:nvPr/>
            </p:nvSpPr>
            <p:spPr>
              <a:xfrm>
                <a:off x="2617" y="2454"/>
                <a:ext cx="78" cy="60"/>
              </a:xfrm>
              <a:custGeom>
                <a:avLst/>
                <a:gdLst/>
                <a:ahLst/>
                <a:cxnLst/>
                <a:rect l="l" t="t" r="r" b="b"/>
                <a:pathLst>
                  <a:path w="78" h="60" extrusionOk="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1" name="Google Shape;301;p8"/>
              <p:cNvSpPr/>
              <p:nvPr/>
            </p:nvSpPr>
            <p:spPr>
              <a:xfrm>
                <a:off x="1777" y="2624"/>
                <a:ext cx="80" cy="34"/>
              </a:xfrm>
              <a:custGeom>
                <a:avLst/>
                <a:gdLst/>
                <a:ahLst/>
                <a:cxnLst/>
                <a:rect l="l" t="t" r="r" b="b"/>
                <a:pathLst>
                  <a:path w="80" h="34" extrusionOk="0">
                    <a:moveTo>
                      <a:pt x="58" y="0"/>
                    </a:moveTo>
                    <a:lnTo>
                      <a:pt x="52" y="2"/>
                    </a:lnTo>
                    <a:lnTo>
                      <a:pt x="38" y="2"/>
                    </a:lnTo>
                    <a:lnTo>
                      <a:pt x="24" y="2"/>
                    </a:lnTo>
                    <a:lnTo>
                      <a:pt x="16" y="2"/>
                    </a:lnTo>
                    <a:lnTo>
                      <a:pt x="0" y="16"/>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2" name="Google Shape;302;p8"/>
              <p:cNvSpPr/>
              <p:nvPr/>
            </p:nvSpPr>
            <p:spPr>
              <a:xfrm>
                <a:off x="1777" y="2624"/>
                <a:ext cx="80" cy="34"/>
              </a:xfrm>
              <a:custGeom>
                <a:avLst/>
                <a:gdLst/>
                <a:ahLst/>
                <a:cxnLst/>
                <a:rect l="l" t="t" r="r" b="b"/>
                <a:pathLst>
                  <a:path w="80" h="34" extrusionOk="0">
                    <a:moveTo>
                      <a:pt x="56" y="0"/>
                    </a:moveTo>
                    <a:lnTo>
                      <a:pt x="50" y="2"/>
                    </a:lnTo>
                    <a:lnTo>
                      <a:pt x="38" y="2"/>
                    </a:lnTo>
                    <a:lnTo>
                      <a:pt x="24" y="2"/>
                    </a:lnTo>
                    <a:lnTo>
                      <a:pt x="16" y="2"/>
                    </a:lnTo>
                    <a:lnTo>
                      <a:pt x="0" y="16"/>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3" name="Google Shape;303;p8"/>
              <p:cNvSpPr/>
              <p:nvPr/>
            </p:nvSpPr>
            <p:spPr>
              <a:xfrm>
                <a:off x="925" y="1780"/>
                <a:ext cx="336" cy="412"/>
              </a:xfrm>
              <a:custGeom>
                <a:avLst/>
                <a:gdLst/>
                <a:ahLst/>
                <a:cxnLst/>
                <a:rect l="l" t="t" r="r" b="b"/>
                <a:pathLst>
                  <a:path w="336" h="412" extrusionOk="0">
                    <a:moveTo>
                      <a:pt x="326" y="52"/>
                    </a:moveTo>
                    <a:lnTo>
                      <a:pt x="314" y="48"/>
                    </a:lnTo>
                    <a:lnTo>
                      <a:pt x="308" y="46"/>
                    </a:lnTo>
                    <a:lnTo>
                      <a:pt x="302" y="44"/>
                    </a:lnTo>
                    <a:lnTo>
                      <a:pt x="300" y="44"/>
                    </a:lnTo>
                    <a:lnTo>
                      <a:pt x="298" y="44"/>
                    </a:lnTo>
                    <a:lnTo>
                      <a:pt x="314" y="42"/>
                    </a:lnTo>
                    <a:lnTo>
                      <a:pt x="312" y="42"/>
                    </a:lnTo>
                    <a:lnTo>
                      <a:pt x="314" y="42"/>
                    </a:lnTo>
                    <a:lnTo>
                      <a:pt x="318" y="42"/>
                    </a:lnTo>
                    <a:lnTo>
                      <a:pt x="322" y="40"/>
                    </a:lnTo>
                    <a:lnTo>
                      <a:pt x="326" y="38"/>
                    </a:lnTo>
                    <a:lnTo>
                      <a:pt x="328" y="34"/>
                    </a:lnTo>
                    <a:lnTo>
                      <a:pt x="328" y="30"/>
                    </a:lnTo>
                    <a:lnTo>
                      <a:pt x="330" y="26"/>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24" y="16"/>
                    </a:lnTo>
                    <a:lnTo>
                      <a:pt x="220" y="18"/>
                    </a:lnTo>
                    <a:lnTo>
                      <a:pt x="218" y="20"/>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4" y="290"/>
                    </a:lnTo>
                    <a:lnTo>
                      <a:pt x="12" y="294"/>
                    </a:lnTo>
                    <a:lnTo>
                      <a:pt x="10" y="298"/>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6" y="64"/>
                    </a:lnTo>
                    <a:lnTo>
                      <a:pt x="230" y="64"/>
                    </a:lnTo>
                    <a:lnTo>
                      <a:pt x="234" y="64"/>
                    </a:lnTo>
                    <a:lnTo>
                      <a:pt x="238" y="66"/>
                    </a:lnTo>
                    <a:lnTo>
                      <a:pt x="242" y="70"/>
                    </a:lnTo>
                    <a:lnTo>
                      <a:pt x="260" y="72"/>
                    </a:lnTo>
                    <a:lnTo>
                      <a:pt x="264" y="70"/>
                    </a:lnTo>
                    <a:lnTo>
                      <a:pt x="266" y="70"/>
                    </a:lnTo>
                    <a:lnTo>
                      <a:pt x="270" y="68"/>
                    </a:lnTo>
                    <a:lnTo>
                      <a:pt x="272" y="66"/>
                    </a:lnTo>
                    <a:lnTo>
                      <a:pt x="276" y="64"/>
                    </a:lnTo>
                    <a:lnTo>
                      <a:pt x="276" y="60"/>
                    </a:lnTo>
                    <a:lnTo>
                      <a:pt x="276" y="58"/>
                    </a:lnTo>
                    <a:lnTo>
                      <a:pt x="278" y="56"/>
                    </a:lnTo>
                    <a:lnTo>
                      <a:pt x="280" y="52"/>
                    </a:lnTo>
                    <a:lnTo>
                      <a:pt x="284" y="50"/>
                    </a:lnTo>
                    <a:lnTo>
                      <a:pt x="288" y="50"/>
                    </a:lnTo>
                    <a:lnTo>
                      <a:pt x="294" y="50"/>
                    </a:lnTo>
                    <a:lnTo>
                      <a:pt x="326" y="66"/>
                    </a:lnTo>
                    <a:lnTo>
                      <a:pt x="328" y="64"/>
                    </a:lnTo>
                    <a:lnTo>
                      <a:pt x="328" y="62"/>
                    </a:lnTo>
                    <a:lnTo>
                      <a:pt x="328" y="56"/>
                    </a:lnTo>
                    <a:lnTo>
                      <a:pt x="336" y="56"/>
                    </a:lnTo>
                    <a:lnTo>
                      <a:pt x="326" y="5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4" name="Google Shape;304;p8"/>
              <p:cNvSpPr/>
              <p:nvPr/>
            </p:nvSpPr>
            <p:spPr>
              <a:xfrm>
                <a:off x="739" y="2478"/>
                <a:ext cx="158" cy="132"/>
              </a:xfrm>
              <a:custGeom>
                <a:avLst/>
                <a:gdLst/>
                <a:ahLst/>
                <a:cxnLst/>
                <a:rect l="l" t="t" r="r" b="b"/>
                <a:pathLst>
                  <a:path w="158" h="132" extrusionOk="0">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4" y="116"/>
                    </a:lnTo>
                    <a:lnTo>
                      <a:pt x="60" y="118"/>
                    </a:lnTo>
                    <a:lnTo>
                      <a:pt x="56" y="118"/>
                    </a:lnTo>
                    <a:lnTo>
                      <a:pt x="52" y="120"/>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6" y="40"/>
                    </a:lnTo>
                    <a:lnTo>
                      <a:pt x="38" y="38"/>
                    </a:lnTo>
                    <a:lnTo>
                      <a:pt x="38" y="36"/>
                    </a:lnTo>
                    <a:lnTo>
                      <a:pt x="38" y="34"/>
                    </a:lnTo>
                    <a:lnTo>
                      <a:pt x="36" y="32"/>
                    </a:lnTo>
                    <a:lnTo>
                      <a:pt x="28" y="28"/>
                    </a:lnTo>
                    <a:lnTo>
                      <a:pt x="26"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6" y="20"/>
                    </a:lnTo>
                    <a:lnTo>
                      <a:pt x="120" y="22"/>
                    </a:lnTo>
                    <a:lnTo>
                      <a:pt x="122" y="24"/>
                    </a:lnTo>
                    <a:lnTo>
                      <a:pt x="126" y="28"/>
                    </a:lnTo>
                    <a:lnTo>
                      <a:pt x="126" y="26"/>
                    </a:lnTo>
                    <a:lnTo>
                      <a:pt x="134" y="36"/>
                    </a:lnTo>
                    <a:lnTo>
                      <a:pt x="152" y="42"/>
                    </a:lnTo>
                    <a:lnTo>
                      <a:pt x="158" y="44"/>
                    </a:lnTo>
                    <a:lnTo>
                      <a:pt x="154" y="4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8"/>
              <p:cNvSpPr/>
              <p:nvPr/>
            </p:nvSpPr>
            <p:spPr>
              <a:xfrm>
                <a:off x="939" y="2440"/>
                <a:ext cx="156" cy="146"/>
              </a:xfrm>
              <a:custGeom>
                <a:avLst/>
                <a:gdLst/>
                <a:ahLst/>
                <a:cxnLst/>
                <a:rect l="l" t="t" r="r" b="b"/>
                <a:pathLst>
                  <a:path w="156" h="146" extrusionOk="0">
                    <a:moveTo>
                      <a:pt x="94" y="14"/>
                    </a:moveTo>
                    <a:lnTo>
                      <a:pt x="94" y="14"/>
                    </a:lnTo>
                    <a:lnTo>
                      <a:pt x="92" y="16"/>
                    </a:lnTo>
                    <a:lnTo>
                      <a:pt x="94" y="18"/>
                    </a:lnTo>
                    <a:lnTo>
                      <a:pt x="94" y="20"/>
                    </a:lnTo>
                    <a:lnTo>
                      <a:pt x="84" y="24"/>
                    </a:lnTo>
                    <a:lnTo>
                      <a:pt x="76" y="28"/>
                    </a:lnTo>
                    <a:lnTo>
                      <a:pt x="78" y="32"/>
                    </a:lnTo>
                    <a:lnTo>
                      <a:pt x="82" y="34"/>
                    </a:lnTo>
                    <a:lnTo>
                      <a:pt x="84" y="38"/>
                    </a:lnTo>
                    <a:lnTo>
                      <a:pt x="88" y="42"/>
                    </a:lnTo>
                    <a:lnTo>
                      <a:pt x="94" y="46"/>
                    </a:lnTo>
                    <a:lnTo>
                      <a:pt x="98" y="50"/>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2"/>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2"/>
                    </a:lnTo>
                    <a:lnTo>
                      <a:pt x="30" y="14"/>
                    </a:lnTo>
                    <a:lnTo>
                      <a:pt x="32" y="16"/>
                    </a:lnTo>
                    <a:lnTo>
                      <a:pt x="34" y="14"/>
                    </a:lnTo>
                    <a:lnTo>
                      <a:pt x="36" y="14"/>
                    </a:lnTo>
                    <a:lnTo>
                      <a:pt x="40" y="12"/>
                    </a:lnTo>
                    <a:lnTo>
                      <a:pt x="40" y="10"/>
                    </a:lnTo>
                    <a:lnTo>
                      <a:pt x="42" y="10"/>
                    </a:lnTo>
                    <a:lnTo>
                      <a:pt x="46" y="6"/>
                    </a:lnTo>
                    <a:lnTo>
                      <a:pt x="44" y="8"/>
                    </a:lnTo>
                    <a:lnTo>
                      <a:pt x="44" y="10"/>
                    </a:lnTo>
                    <a:lnTo>
                      <a:pt x="46" y="12"/>
                    </a:lnTo>
                    <a:lnTo>
                      <a:pt x="48" y="12"/>
                    </a:lnTo>
                    <a:lnTo>
                      <a:pt x="48" y="10"/>
                    </a:lnTo>
                    <a:lnTo>
                      <a:pt x="48" y="8"/>
                    </a:lnTo>
                    <a:lnTo>
                      <a:pt x="48" y="6"/>
                    </a:lnTo>
                    <a:lnTo>
                      <a:pt x="46" y="4"/>
                    </a:lnTo>
                    <a:lnTo>
                      <a:pt x="48" y="4"/>
                    </a:lnTo>
                    <a:lnTo>
                      <a:pt x="50" y="4"/>
                    </a:lnTo>
                    <a:lnTo>
                      <a:pt x="50" y="2"/>
                    </a:lnTo>
                    <a:lnTo>
                      <a:pt x="52" y="2"/>
                    </a:lnTo>
                    <a:lnTo>
                      <a:pt x="54" y="0"/>
                    </a:lnTo>
                    <a:lnTo>
                      <a:pt x="58" y="0"/>
                    </a:lnTo>
                    <a:lnTo>
                      <a:pt x="62" y="0"/>
                    </a:lnTo>
                    <a:lnTo>
                      <a:pt x="64" y="0"/>
                    </a:lnTo>
                    <a:lnTo>
                      <a:pt x="66" y="0"/>
                    </a:lnTo>
                    <a:lnTo>
                      <a:pt x="70" y="0"/>
                    </a:lnTo>
                    <a:lnTo>
                      <a:pt x="72" y="0"/>
                    </a:lnTo>
                    <a:lnTo>
                      <a:pt x="74" y="4"/>
                    </a:lnTo>
                    <a:lnTo>
                      <a:pt x="76" y="6"/>
                    </a:lnTo>
                    <a:lnTo>
                      <a:pt x="80" y="8"/>
                    </a:lnTo>
                    <a:lnTo>
                      <a:pt x="84" y="10"/>
                    </a:lnTo>
                    <a:lnTo>
                      <a:pt x="88" y="12"/>
                    </a:lnTo>
                    <a:lnTo>
                      <a:pt x="92" y="12"/>
                    </a:lnTo>
                    <a:lnTo>
                      <a:pt x="94" y="1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8"/>
              <p:cNvSpPr/>
              <p:nvPr/>
            </p:nvSpPr>
            <p:spPr>
              <a:xfrm>
                <a:off x="1013" y="2576"/>
                <a:ext cx="42" cy="24"/>
              </a:xfrm>
              <a:custGeom>
                <a:avLst/>
                <a:gdLst/>
                <a:ahLst/>
                <a:cxnLst/>
                <a:rect l="l" t="t" r="r" b="b"/>
                <a:pathLst>
                  <a:path w="42" h="24" extrusionOk="0">
                    <a:moveTo>
                      <a:pt x="6" y="4"/>
                    </a:moveTo>
                    <a:lnTo>
                      <a:pt x="0" y="6"/>
                    </a:lnTo>
                    <a:lnTo>
                      <a:pt x="0" y="8"/>
                    </a:lnTo>
                    <a:lnTo>
                      <a:pt x="2" y="10"/>
                    </a:lnTo>
                    <a:lnTo>
                      <a:pt x="22" y="16"/>
                    </a:lnTo>
                    <a:lnTo>
                      <a:pt x="24" y="20"/>
                    </a:lnTo>
                    <a:lnTo>
                      <a:pt x="26" y="22"/>
                    </a:lnTo>
                    <a:lnTo>
                      <a:pt x="28" y="24"/>
                    </a:lnTo>
                    <a:lnTo>
                      <a:pt x="30" y="22"/>
                    </a:lnTo>
                    <a:lnTo>
                      <a:pt x="34" y="20"/>
                    </a:lnTo>
                    <a:lnTo>
                      <a:pt x="38" y="18"/>
                    </a:lnTo>
                    <a:lnTo>
                      <a:pt x="38" y="16"/>
                    </a:lnTo>
                    <a:lnTo>
                      <a:pt x="38" y="14"/>
                    </a:lnTo>
                    <a:lnTo>
                      <a:pt x="38" y="12"/>
                    </a:lnTo>
                    <a:lnTo>
                      <a:pt x="36" y="12"/>
                    </a:lnTo>
                    <a:lnTo>
                      <a:pt x="40" y="4"/>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8"/>
              <p:cNvSpPr/>
              <p:nvPr/>
            </p:nvSpPr>
            <p:spPr>
              <a:xfrm>
                <a:off x="963" y="2524"/>
                <a:ext cx="20" cy="42"/>
              </a:xfrm>
              <a:custGeom>
                <a:avLst/>
                <a:gdLst/>
                <a:ahLst/>
                <a:cxnLst/>
                <a:rect l="l" t="t" r="r" b="b"/>
                <a:pathLst>
                  <a:path w="20" h="42" extrusionOk="0">
                    <a:moveTo>
                      <a:pt x="14" y="0"/>
                    </a:moveTo>
                    <a:lnTo>
                      <a:pt x="14" y="2"/>
                    </a:lnTo>
                    <a:lnTo>
                      <a:pt x="12" y="2"/>
                    </a:lnTo>
                    <a:lnTo>
                      <a:pt x="10" y="4"/>
                    </a:lnTo>
                    <a:lnTo>
                      <a:pt x="8" y="6"/>
                    </a:lnTo>
                    <a:lnTo>
                      <a:pt x="4" y="6"/>
                    </a:lnTo>
                    <a:lnTo>
                      <a:pt x="2" y="6"/>
                    </a:lnTo>
                    <a:lnTo>
                      <a:pt x="2" y="4"/>
                    </a:lnTo>
                    <a:lnTo>
                      <a:pt x="0" y="4"/>
                    </a:lnTo>
                    <a:lnTo>
                      <a:pt x="2" y="8"/>
                    </a:lnTo>
                    <a:lnTo>
                      <a:pt x="2" y="12"/>
                    </a:lnTo>
                    <a:lnTo>
                      <a:pt x="2" y="16"/>
                    </a:lnTo>
                    <a:lnTo>
                      <a:pt x="0" y="20"/>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4"/>
                    </a:lnTo>
                    <a:lnTo>
                      <a:pt x="20" y="10"/>
                    </a:lnTo>
                    <a:lnTo>
                      <a:pt x="20" y="6"/>
                    </a:lnTo>
                    <a:lnTo>
                      <a:pt x="18" y="4"/>
                    </a:lnTo>
                    <a:lnTo>
                      <a:pt x="1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8" name="Google Shape;308;p8"/>
              <p:cNvSpPr/>
              <p:nvPr/>
            </p:nvSpPr>
            <p:spPr>
              <a:xfrm>
                <a:off x="967" y="2492"/>
                <a:ext cx="18" cy="28"/>
              </a:xfrm>
              <a:custGeom>
                <a:avLst/>
                <a:gdLst/>
                <a:ahLst/>
                <a:cxnLst/>
                <a:rect l="l" t="t" r="r" b="b"/>
                <a:pathLst>
                  <a:path w="18" h="28" extrusionOk="0">
                    <a:moveTo>
                      <a:pt x="8" y="4"/>
                    </a:moveTo>
                    <a:lnTo>
                      <a:pt x="6" y="4"/>
                    </a:lnTo>
                    <a:lnTo>
                      <a:pt x="4" y="4"/>
                    </a:lnTo>
                    <a:lnTo>
                      <a:pt x="2" y="6"/>
                    </a:lnTo>
                    <a:lnTo>
                      <a:pt x="0" y="8"/>
                    </a:lnTo>
                    <a:lnTo>
                      <a:pt x="2" y="10"/>
                    </a:lnTo>
                    <a:lnTo>
                      <a:pt x="2" y="12"/>
                    </a:lnTo>
                    <a:lnTo>
                      <a:pt x="2" y="16"/>
                    </a:lnTo>
                    <a:lnTo>
                      <a:pt x="4" y="20"/>
                    </a:lnTo>
                    <a:lnTo>
                      <a:pt x="6" y="22"/>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8"/>
              <p:cNvSpPr/>
              <p:nvPr/>
            </p:nvSpPr>
            <p:spPr>
              <a:xfrm>
                <a:off x="977" y="2384"/>
                <a:ext cx="102" cy="60"/>
              </a:xfrm>
              <a:custGeom>
                <a:avLst/>
                <a:gdLst/>
                <a:ahLst/>
                <a:cxnLst/>
                <a:rect l="l" t="t" r="r" b="b"/>
                <a:pathLst>
                  <a:path w="102" h="60" extrusionOk="0">
                    <a:moveTo>
                      <a:pt x="36" y="60"/>
                    </a:moveTo>
                    <a:lnTo>
                      <a:pt x="34" y="58"/>
                    </a:lnTo>
                    <a:lnTo>
                      <a:pt x="34" y="56"/>
                    </a:lnTo>
                    <a:lnTo>
                      <a:pt x="32" y="56"/>
                    </a:lnTo>
                    <a:lnTo>
                      <a:pt x="28" y="56"/>
                    </a:lnTo>
                    <a:lnTo>
                      <a:pt x="24" y="56"/>
                    </a:lnTo>
                    <a:lnTo>
                      <a:pt x="20" y="56"/>
                    </a:lnTo>
                    <a:lnTo>
                      <a:pt x="16" y="56"/>
                    </a:lnTo>
                    <a:lnTo>
                      <a:pt x="14" y="58"/>
                    </a:lnTo>
                    <a:lnTo>
                      <a:pt x="12" y="58"/>
                    </a:lnTo>
                    <a:lnTo>
                      <a:pt x="12" y="60"/>
                    </a:lnTo>
                    <a:lnTo>
                      <a:pt x="10" y="60"/>
                    </a:lnTo>
                    <a:lnTo>
                      <a:pt x="10" y="58"/>
                    </a:lnTo>
                    <a:lnTo>
                      <a:pt x="10"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6" y="0"/>
                    </a:lnTo>
                    <a:lnTo>
                      <a:pt x="58" y="4"/>
                    </a:lnTo>
                    <a:lnTo>
                      <a:pt x="60" y="4"/>
                    </a:lnTo>
                    <a:lnTo>
                      <a:pt x="64" y="4"/>
                    </a:lnTo>
                    <a:lnTo>
                      <a:pt x="68" y="4"/>
                    </a:lnTo>
                    <a:lnTo>
                      <a:pt x="70" y="4"/>
                    </a:lnTo>
                    <a:lnTo>
                      <a:pt x="72" y="0"/>
                    </a:lnTo>
                    <a:lnTo>
                      <a:pt x="80" y="0"/>
                    </a:lnTo>
                    <a:lnTo>
                      <a:pt x="80" y="2"/>
                    </a:lnTo>
                    <a:lnTo>
                      <a:pt x="80" y="4"/>
                    </a:lnTo>
                    <a:lnTo>
                      <a:pt x="82" y="6"/>
                    </a:lnTo>
                    <a:lnTo>
                      <a:pt x="86" y="8"/>
                    </a:lnTo>
                    <a:lnTo>
                      <a:pt x="88" y="8"/>
                    </a:lnTo>
                    <a:lnTo>
                      <a:pt x="92"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8"/>
              <p:cNvSpPr/>
              <p:nvPr/>
            </p:nvSpPr>
            <p:spPr>
              <a:xfrm>
                <a:off x="933" y="2422"/>
                <a:ext cx="54" cy="42"/>
              </a:xfrm>
              <a:custGeom>
                <a:avLst/>
                <a:gdLst/>
                <a:ahLst/>
                <a:cxnLst/>
                <a:rect l="l" t="t" r="r" b="b"/>
                <a:pathLst>
                  <a:path w="54" h="42" extrusionOk="0">
                    <a:moveTo>
                      <a:pt x="30" y="6"/>
                    </a:moveTo>
                    <a:lnTo>
                      <a:pt x="20" y="8"/>
                    </a:lnTo>
                    <a:lnTo>
                      <a:pt x="8" y="16"/>
                    </a:lnTo>
                    <a:lnTo>
                      <a:pt x="0" y="30"/>
                    </a:lnTo>
                    <a:lnTo>
                      <a:pt x="2" y="30"/>
                    </a:lnTo>
                    <a:lnTo>
                      <a:pt x="2" y="28"/>
                    </a:lnTo>
                    <a:lnTo>
                      <a:pt x="4"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30"/>
                    </a:lnTo>
                    <a:lnTo>
                      <a:pt x="36" y="32"/>
                    </a:lnTo>
                    <a:lnTo>
                      <a:pt x="38" y="34"/>
                    </a:lnTo>
                    <a:lnTo>
                      <a:pt x="40" y="32"/>
                    </a:lnTo>
                    <a:lnTo>
                      <a:pt x="42" y="32"/>
                    </a:lnTo>
                    <a:lnTo>
                      <a:pt x="44" y="32"/>
                    </a:lnTo>
                    <a:lnTo>
                      <a:pt x="46" y="30"/>
                    </a:lnTo>
                    <a:lnTo>
                      <a:pt x="48" y="28"/>
                    </a:lnTo>
                    <a:lnTo>
                      <a:pt x="52" y="24"/>
                    </a:lnTo>
                    <a:lnTo>
                      <a:pt x="50" y="26"/>
                    </a:lnTo>
                    <a:lnTo>
                      <a:pt x="50" y="28"/>
                    </a:lnTo>
                    <a:lnTo>
                      <a:pt x="52" y="30"/>
                    </a:lnTo>
                    <a:lnTo>
                      <a:pt x="54" y="30"/>
                    </a:lnTo>
                    <a:lnTo>
                      <a:pt x="54" y="26"/>
                    </a:lnTo>
                    <a:lnTo>
                      <a:pt x="54" y="24"/>
                    </a:lnTo>
                    <a:lnTo>
                      <a:pt x="52" y="24"/>
                    </a:lnTo>
                    <a:lnTo>
                      <a:pt x="54" y="22"/>
                    </a:lnTo>
                    <a:lnTo>
                      <a:pt x="54" y="20"/>
                    </a:lnTo>
                    <a:lnTo>
                      <a:pt x="54" y="18"/>
                    </a:lnTo>
                    <a:lnTo>
                      <a:pt x="52" y="18"/>
                    </a:lnTo>
                    <a:lnTo>
                      <a:pt x="50" y="18"/>
                    </a:lnTo>
                    <a:lnTo>
                      <a:pt x="52" y="14"/>
                    </a:lnTo>
                    <a:lnTo>
                      <a:pt x="44" y="0"/>
                    </a:lnTo>
                    <a:lnTo>
                      <a:pt x="38" y="4"/>
                    </a:lnTo>
                    <a:lnTo>
                      <a:pt x="30"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8"/>
              <p:cNvSpPr/>
              <p:nvPr/>
            </p:nvSpPr>
            <p:spPr>
              <a:xfrm>
                <a:off x="801" y="2340"/>
                <a:ext cx="158" cy="182"/>
              </a:xfrm>
              <a:custGeom>
                <a:avLst/>
                <a:gdLst/>
                <a:ahLst/>
                <a:cxnLst/>
                <a:rect l="l" t="t" r="r" b="b"/>
                <a:pathLst>
                  <a:path w="158" h="182" extrusionOk="0">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64" y="164"/>
                    </a:lnTo>
                    <a:lnTo>
                      <a:pt x="64" y="166"/>
                    </a:lnTo>
                    <a:lnTo>
                      <a:pt x="60" y="162"/>
                    </a:lnTo>
                    <a:lnTo>
                      <a:pt x="58" y="160"/>
                    </a:lnTo>
                    <a:lnTo>
                      <a:pt x="54" y="158"/>
                    </a:lnTo>
                    <a:lnTo>
                      <a:pt x="52" y="158"/>
                    </a:lnTo>
                    <a:lnTo>
                      <a:pt x="50" y="156"/>
                    </a:lnTo>
                    <a:lnTo>
                      <a:pt x="46" y="154"/>
                    </a:lnTo>
                    <a:lnTo>
                      <a:pt x="44" y="152"/>
                    </a:lnTo>
                    <a:lnTo>
                      <a:pt x="42" y="150"/>
                    </a:lnTo>
                    <a:lnTo>
                      <a:pt x="40" y="150"/>
                    </a:lnTo>
                    <a:lnTo>
                      <a:pt x="40" y="148"/>
                    </a:lnTo>
                    <a:lnTo>
                      <a:pt x="40" y="146"/>
                    </a:lnTo>
                    <a:lnTo>
                      <a:pt x="38"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0" y="56"/>
                    </a:lnTo>
                    <a:lnTo>
                      <a:pt x="0" y="54"/>
                    </a:lnTo>
                    <a:lnTo>
                      <a:pt x="2" y="50"/>
                    </a:lnTo>
                    <a:lnTo>
                      <a:pt x="4" y="48"/>
                    </a:lnTo>
                    <a:lnTo>
                      <a:pt x="14" y="50"/>
                    </a:lnTo>
                    <a:lnTo>
                      <a:pt x="14" y="38"/>
                    </a:lnTo>
                    <a:lnTo>
                      <a:pt x="22" y="36"/>
                    </a:lnTo>
                    <a:lnTo>
                      <a:pt x="26" y="36"/>
                    </a:lnTo>
                    <a:lnTo>
                      <a:pt x="30" y="36"/>
                    </a:lnTo>
                    <a:lnTo>
                      <a:pt x="36" y="34"/>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4"/>
                    </a:lnTo>
                    <a:lnTo>
                      <a:pt x="156" y="68"/>
                    </a:lnTo>
                    <a:lnTo>
                      <a:pt x="156" y="72"/>
                    </a:lnTo>
                    <a:lnTo>
                      <a:pt x="154" y="78"/>
                    </a:lnTo>
                    <a:lnTo>
                      <a:pt x="152" y="90"/>
                    </a:lnTo>
                    <a:lnTo>
                      <a:pt x="140" y="100"/>
                    </a:lnTo>
                    <a:lnTo>
                      <a:pt x="132" y="112"/>
                    </a:lnTo>
                    <a:lnTo>
                      <a:pt x="134" y="112"/>
                    </a:lnTo>
                    <a:lnTo>
                      <a:pt x="136" y="110"/>
                    </a:lnTo>
                    <a:lnTo>
                      <a:pt x="138" y="110"/>
                    </a:lnTo>
                    <a:lnTo>
                      <a:pt x="140" y="112"/>
                    </a:lnTo>
                    <a:lnTo>
                      <a:pt x="140" y="11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8"/>
              <p:cNvSpPr/>
              <p:nvPr/>
            </p:nvSpPr>
            <p:spPr>
              <a:xfrm>
                <a:off x="737" y="2506"/>
                <a:ext cx="40" cy="90"/>
              </a:xfrm>
              <a:custGeom>
                <a:avLst/>
                <a:gdLst/>
                <a:ahLst/>
                <a:cxnLst/>
                <a:rect l="l" t="t" r="r" b="b"/>
                <a:pathLst>
                  <a:path w="40" h="90" extrusionOk="0">
                    <a:moveTo>
                      <a:pt x="6" y="0"/>
                    </a:moveTo>
                    <a:lnTo>
                      <a:pt x="6" y="32"/>
                    </a:lnTo>
                    <a:lnTo>
                      <a:pt x="4" y="40"/>
                    </a:lnTo>
                    <a:lnTo>
                      <a:pt x="4" y="46"/>
                    </a:lnTo>
                    <a:lnTo>
                      <a:pt x="2" y="52"/>
                    </a:lnTo>
                    <a:lnTo>
                      <a:pt x="0" y="54"/>
                    </a:lnTo>
                    <a:lnTo>
                      <a:pt x="0" y="56"/>
                    </a:lnTo>
                    <a:lnTo>
                      <a:pt x="0" y="60"/>
                    </a:lnTo>
                    <a:lnTo>
                      <a:pt x="0" y="64"/>
                    </a:lnTo>
                    <a:lnTo>
                      <a:pt x="2" y="66"/>
                    </a:lnTo>
                    <a:lnTo>
                      <a:pt x="4" y="68"/>
                    </a:lnTo>
                    <a:lnTo>
                      <a:pt x="4" y="84"/>
                    </a:lnTo>
                    <a:lnTo>
                      <a:pt x="10" y="88"/>
                    </a:lnTo>
                    <a:lnTo>
                      <a:pt x="12" y="88"/>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8"/>
              <p:cNvSpPr/>
              <p:nvPr/>
            </p:nvSpPr>
            <p:spPr>
              <a:xfrm>
                <a:off x="927" y="2252"/>
                <a:ext cx="104" cy="178"/>
              </a:xfrm>
              <a:custGeom>
                <a:avLst/>
                <a:gdLst/>
                <a:ahLst/>
                <a:cxnLst/>
                <a:rect l="l" t="t" r="r" b="b"/>
                <a:pathLst>
                  <a:path w="104" h="178" extrusionOk="0">
                    <a:moveTo>
                      <a:pt x="32" y="150"/>
                    </a:moveTo>
                    <a:lnTo>
                      <a:pt x="30" y="150"/>
                    </a:lnTo>
                    <a:lnTo>
                      <a:pt x="28" y="148"/>
                    </a:lnTo>
                    <a:lnTo>
                      <a:pt x="24" y="148"/>
                    </a:lnTo>
                    <a:lnTo>
                      <a:pt x="20" y="146"/>
                    </a:lnTo>
                    <a:lnTo>
                      <a:pt x="16" y="144"/>
                    </a:lnTo>
                    <a:lnTo>
                      <a:pt x="12" y="144"/>
                    </a:lnTo>
                    <a:lnTo>
                      <a:pt x="12" y="142"/>
                    </a:lnTo>
                    <a:lnTo>
                      <a:pt x="6" y="116"/>
                    </a:lnTo>
                    <a:lnTo>
                      <a:pt x="8" y="114"/>
                    </a:lnTo>
                    <a:lnTo>
                      <a:pt x="6" y="112"/>
                    </a:lnTo>
                    <a:lnTo>
                      <a:pt x="4" y="108"/>
                    </a:lnTo>
                    <a:lnTo>
                      <a:pt x="2" y="106"/>
                    </a:lnTo>
                    <a:lnTo>
                      <a:pt x="0" y="102"/>
                    </a:lnTo>
                    <a:lnTo>
                      <a:pt x="0" y="98"/>
                    </a:lnTo>
                    <a:lnTo>
                      <a:pt x="10" y="88"/>
                    </a:lnTo>
                    <a:lnTo>
                      <a:pt x="8" y="88"/>
                    </a:lnTo>
                    <a:lnTo>
                      <a:pt x="8" y="86"/>
                    </a:lnTo>
                    <a:lnTo>
                      <a:pt x="6" y="86"/>
                    </a:lnTo>
                    <a:lnTo>
                      <a:pt x="6" y="84"/>
                    </a:lnTo>
                    <a:lnTo>
                      <a:pt x="12" y="76"/>
                    </a:lnTo>
                    <a:lnTo>
                      <a:pt x="16" y="76"/>
                    </a:lnTo>
                    <a:lnTo>
                      <a:pt x="18" y="76"/>
                    </a:lnTo>
                    <a:lnTo>
                      <a:pt x="18" y="74"/>
                    </a:lnTo>
                    <a:lnTo>
                      <a:pt x="18" y="70"/>
                    </a:lnTo>
                    <a:lnTo>
                      <a:pt x="18" y="66"/>
                    </a:lnTo>
                    <a:lnTo>
                      <a:pt x="18" y="62"/>
                    </a:lnTo>
                    <a:lnTo>
                      <a:pt x="16" y="62"/>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2"/>
                    </a:lnTo>
                    <a:lnTo>
                      <a:pt x="78" y="54"/>
                    </a:lnTo>
                    <a:lnTo>
                      <a:pt x="76" y="56"/>
                    </a:lnTo>
                    <a:lnTo>
                      <a:pt x="74" y="58"/>
                    </a:lnTo>
                    <a:lnTo>
                      <a:pt x="72" y="58"/>
                    </a:lnTo>
                    <a:lnTo>
                      <a:pt x="72" y="60"/>
                    </a:lnTo>
                    <a:lnTo>
                      <a:pt x="72" y="62"/>
                    </a:lnTo>
                    <a:lnTo>
                      <a:pt x="72" y="66"/>
                    </a:lnTo>
                    <a:lnTo>
                      <a:pt x="76" y="68"/>
                    </a:lnTo>
                    <a:lnTo>
                      <a:pt x="74" y="68"/>
                    </a:lnTo>
                    <a:lnTo>
                      <a:pt x="72" y="70"/>
                    </a:lnTo>
                    <a:lnTo>
                      <a:pt x="70" y="72"/>
                    </a:lnTo>
                    <a:lnTo>
                      <a:pt x="66" y="76"/>
                    </a:lnTo>
                    <a:lnTo>
                      <a:pt x="66" y="78"/>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4" name="Google Shape;314;p8"/>
              <p:cNvSpPr/>
              <p:nvPr/>
            </p:nvSpPr>
            <p:spPr>
              <a:xfrm>
                <a:off x="903" y="2288"/>
                <a:ext cx="46" cy="62"/>
              </a:xfrm>
              <a:custGeom>
                <a:avLst/>
                <a:gdLst/>
                <a:ahLst/>
                <a:cxnLst/>
                <a:rect l="l" t="t" r="r" b="b"/>
                <a:pathLst>
                  <a:path w="46" h="62" extrusionOk="0">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4" y="6"/>
                    </a:lnTo>
                    <a:lnTo>
                      <a:pt x="44" y="8"/>
                    </a:lnTo>
                    <a:lnTo>
                      <a:pt x="46" y="12"/>
                    </a:lnTo>
                    <a:lnTo>
                      <a:pt x="44" y="18"/>
                    </a:lnTo>
                    <a:lnTo>
                      <a:pt x="42" y="22"/>
                    </a:lnTo>
                    <a:lnTo>
                      <a:pt x="40" y="22"/>
                    </a:lnTo>
                    <a:lnTo>
                      <a:pt x="40" y="24"/>
                    </a:lnTo>
                    <a:lnTo>
                      <a:pt x="42" y="26"/>
                    </a:lnTo>
                    <a:lnTo>
                      <a:pt x="42" y="28"/>
                    </a:lnTo>
                    <a:lnTo>
                      <a:pt x="42" y="30"/>
                    </a:lnTo>
                    <a:lnTo>
                      <a:pt x="42" y="34"/>
                    </a:lnTo>
                    <a:lnTo>
                      <a:pt x="42" y="38"/>
                    </a:lnTo>
                    <a:lnTo>
                      <a:pt x="42" y="40"/>
                    </a:lnTo>
                    <a:lnTo>
                      <a:pt x="36" y="40"/>
                    </a:lnTo>
                    <a:lnTo>
                      <a:pt x="32" y="46"/>
                    </a:lnTo>
                    <a:lnTo>
                      <a:pt x="30" y="48"/>
                    </a:lnTo>
                    <a:lnTo>
                      <a:pt x="30" y="50"/>
                    </a:lnTo>
                    <a:lnTo>
                      <a:pt x="34" y="52"/>
                    </a:lnTo>
                    <a:lnTo>
                      <a:pt x="24" y="6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5" name="Google Shape;315;p8"/>
              <p:cNvSpPr/>
              <p:nvPr/>
            </p:nvSpPr>
            <p:spPr>
              <a:xfrm>
                <a:off x="895" y="2334"/>
                <a:ext cx="40" cy="46"/>
              </a:xfrm>
              <a:custGeom>
                <a:avLst/>
                <a:gdLst/>
                <a:ahLst/>
                <a:cxnLst/>
                <a:rect l="l" t="t" r="r" b="b"/>
                <a:pathLst>
                  <a:path w="40" h="46" extrusionOk="0">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40" y="32"/>
                    </a:lnTo>
                    <a:lnTo>
                      <a:pt x="38" y="34"/>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6" name="Google Shape;316;p8"/>
              <p:cNvSpPr/>
              <p:nvPr/>
            </p:nvSpPr>
            <p:spPr>
              <a:xfrm>
                <a:off x="923" y="2368"/>
                <a:ext cx="16" cy="26"/>
              </a:xfrm>
              <a:custGeom>
                <a:avLst/>
                <a:gdLst/>
                <a:ahLst/>
                <a:cxnLst/>
                <a:rect l="l" t="t" r="r" b="b"/>
                <a:pathLst>
                  <a:path w="16" h="26" extrusionOk="0">
                    <a:moveTo>
                      <a:pt x="10" y="0"/>
                    </a:moveTo>
                    <a:lnTo>
                      <a:pt x="10" y="0"/>
                    </a:lnTo>
                    <a:lnTo>
                      <a:pt x="8" y="0"/>
                    </a:lnTo>
                    <a:lnTo>
                      <a:pt x="6" y="2"/>
                    </a:lnTo>
                    <a:lnTo>
                      <a:pt x="4" y="4"/>
                    </a:lnTo>
                    <a:lnTo>
                      <a:pt x="2" y="6"/>
                    </a:lnTo>
                    <a:lnTo>
                      <a:pt x="0" y="12"/>
                    </a:lnTo>
                    <a:lnTo>
                      <a:pt x="2" y="14"/>
                    </a:lnTo>
                    <a:lnTo>
                      <a:pt x="2" y="16"/>
                    </a:lnTo>
                    <a:lnTo>
                      <a:pt x="6" y="20"/>
                    </a:lnTo>
                    <a:lnTo>
                      <a:pt x="10" y="24"/>
                    </a:lnTo>
                    <a:lnTo>
                      <a:pt x="16" y="26"/>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7" name="Google Shape;317;p8"/>
              <p:cNvSpPr/>
              <p:nvPr/>
            </p:nvSpPr>
            <p:spPr>
              <a:xfrm>
                <a:off x="719" y="2246"/>
                <a:ext cx="70" cy="84"/>
              </a:xfrm>
              <a:custGeom>
                <a:avLst/>
                <a:gdLst/>
                <a:ahLst/>
                <a:cxnLst/>
                <a:rect l="l" t="t" r="r" b="b"/>
                <a:pathLst>
                  <a:path w="70" h="84" extrusionOk="0">
                    <a:moveTo>
                      <a:pt x="62" y="30"/>
                    </a:moveTo>
                    <a:lnTo>
                      <a:pt x="58" y="30"/>
                    </a:lnTo>
                    <a:lnTo>
                      <a:pt x="56" y="28"/>
                    </a:lnTo>
                    <a:lnTo>
                      <a:pt x="54" y="26"/>
                    </a:lnTo>
                    <a:lnTo>
                      <a:pt x="54" y="24"/>
                    </a:lnTo>
                    <a:lnTo>
                      <a:pt x="54" y="20"/>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0" y="26"/>
                    </a:lnTo>
                    <a:lnTo>
                      <a:pt x="0" y="30"/>
                    </a:lnTo>
                    <a:lnTo>
                      <a:pt x="0" y="32"/>
                    </a:lnTo>
                    <a:lnTo>
                      <a:pt x="2" y="36"/>
                    </a:lnTo>
                    <a:lnTo>
                      <a:pt x="4" y="36"/>
                    </a:lnTo>
                    <a:lnTo>
                      <a:pt x="6" y="36"/>
                    </a:lnTo>
                    <a:lnTo>
                      <a:pt x="10" y="38"/>
                    </a:lnTo>
                    <a:lnTo>
                      <a:pt x="12" y="42"/>
                    </a:lnTo>
                    <a:lnTo>
                      <a:pt x="14" y="46"/>
                    </a:lnTo>
                    <a:lnTo>
                      <a:pt x="16" y="54"/>
                    </a:lnTo>
                    <a:lnTo>
                      <a:pt x="16" y="58"/>
                    </a:lnTo>
                    <a:lnTo>
                      <a:pt x="16" y="62"/>
                    </a:lnTo>
                    <a:lnTo>
                      <a:pt x="16" y="66"/>
                    </a:lnTo>
                    <a:lnTo>
                      <a:pt x="16" y="70"/>
                    </a:lnTo>
                    <a:lnTo>
                      <a:pt x="16" y="72"/>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8"/>
              <p:cNvSpPr/>
              <p:nvPr/>
            </p:nvSpPr>
            <p:spPr>
              <a:xfrm>
                <a:off x="779" y="2164"/>
                <a:ext cx="108" cy="200"/>
              </a:xfrm>
              <a:custGeom>
                <a:avLst/>
                <a:gdLst/>
                <a:ahLst/>
                <a:cxnLst/>
                <a:rect l="l" t="t" r="r" b="b"/>
                <a:pathLst>
                  <a:path w="108" h="200" extrusionOk="0">
                    <a:moveTo>
                      <a:pt x="40" y="2"/>
                    </a:moveTo>
                    <a:lnTo>
                      <a:pt x="38" y="2"/>
                    </a:lnTo>
                    <a:lnTo>
                      <a:pt x="36" y="2"/>
                    </a:lnTo>
                    <a:lnTo>
                      <a:pt x="32" y="0"/>
                    </a:lnTo>
                    <a:lnTo>
                      <a:pt x="28" y="0"/>
                    </a:lnTo>
                    <a:lnTo>
                      <a:pt x="24" y="2"/>
                    </a:lnTo>
                    <a:lnTo>
                      <a:pt x="14" y="16"/>
                    </a:lnTo>
                    <a:lnTo>
                      <a:pt x="16" y="18"/>
                    </a:lnTo>
                    <a:lnTo>
                      <a:pt x="16" y="22"/>
                    </a:lnTo>
                    <a:lnTo>
                      <a:pt x="16" y="26"/>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8"/>
              <p:cNvSpPr/>
              <p:nvPr/>
            </p:nvSpPr>
            <p:spPr>
              <a:xfrm>
                <a:off x="757" y="2246"/>
                <a:ext cx="36" cy="32"/>
              </a:xfrm>
              <a:custGeom>
                <a:avLst/>
                <a:gdLst/>
                <a:ahLst/>
                <a:cxnLst/>
                <a:rect l="l" t="t" r="r" b="b"/>
                <a:pathLst>
                  <a:path w="36" h="32" extrusionOk="0">
                    <a:moveTo>
                      <a:pt x="16" y="0"/>
                    </a:moveTo>
                    <a:lnTo>
                      <a:pt x="16" y="0"/>
                    </a:lnTo>
                    <a:lnTo>
                      <a:pt x="18" y="0"/>
                    </a:lnTo>
                    <a:lnTo>
                      <a:pt x="20" y="0"/>
                    </a:lnTo>
                    <a:lnTo>
                      <a:pt x="24" y="0"/>
                    </a:lnTo>
                    <a:lnTo>
                      <a:pt x="28" y="0"/>
                    </a:lnTo>
                    <a:lnTo>
                      <a:pt x="30" y="2"/>
                    </a:lnTo>
                    <a:lnTo>
                      <a:pt x="32" y="6"/>
                    </a:lnTo>
                    <a:lnTo>
                      <a:pt x="34" y="8"/>
                    </a:lnTo>
                    <a:lnTo>
                      <a:pt x="36" y="12"/>
                    </a:lnTo>
                    <a:lnTo>
                      <a:pt x="36" y="16"/>
                    </a:lnTo>
                    <a:lnTo>
                      <a:pt x="36" y="22"/>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0" name="Google Shape;320;p8"/>
              <p:cNvSpPr/>
              <p:nvPr/>
            </p:nvSpPr>
            <p:spPr>
              <a:xfrm>
                <a:off x="961" y="2194"/>
                <a:ext cx="36" cy="62"/>
              </a:xfrm>
              <a:custGeom>
                <a:avLst/>
                <a:gdLst/>
                <a:ahLst/>
                <a:cxnLst/>
                <a:rect l="l" t="t" r="r" b="b"/>
                <a:pathLst>
                  <a:path w="36" h="62" extrusionOk="0">
                    <a:moveTo>
                      <a:pt x="30" y="58"/>
                    </a:moveTo>
                    <a:lnTo>
                      <a:pt x="30" y="46"/>
                    </a:lnTo>
                    <a:lnTo>
                      <a:pt x="30" y="44"/>
                    </a:lnTo>
                    <a:lnTo>
                      <a:pt x="30" y="42"/>
                    </a:lnTo>
                    <a:lnTo>
                      <a:pt x="28" y="38"/>
                    </a:lnTo>
                    <a:lnTo>
                      <a:pt x="30" y="36"/>
                    </a:lnTo>
                    <a:lnTo>
                      <a:pt x="30" y="32"/>
                    </a:lnTo>
                    <a:lnTo>
                      <a:pt x="32" y="30"/>
                    </a:lnTo>
                    <a:lnTo>
                      <a:pt x="36" y="28"/>
                    </a:lnTo>
                    <a:lnTo>
                      <a:pt x="36" y="24"/>
                    </a:lnTo>
                    <a:lnTo>
                      <a:pt x="34" y="22"/>
                    </a:lnTo>
                    <a:lnTo>
                      <a:pt x="34" y="18"/>
                    </a:lnTo>
                    <a:lnTo>
                      <a:pt x="32" y="16"/>
                    </a:lnTo>
                    <a:lnTo>
                      <a:pt x="30" y="12"/>
                    </a:lnTo>
                    <a:lnTo>
                      <a:pt x="30" y="8"/>
                    </a:lnTo>
                    <a:lnTo>
                      <a:pt x="30" y="4"/>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1" name="Google Shape;321;p8"/>
              <p:cNvSpPr/>
              <p:nvPr/>
            </p:nvSpPr>
            <p:spPr>
              <a:xfrm>
                <a:off x="1011" y="1856"/>
                <a:ext cx="168" cy="390"/>
              </a:xfrm>
              <a:custGeom>
                <a:avLst/>
                <a:gdLst/>
                <a:ahLst/>
                <a:cxnLst/>
                <a:rect l="l" t="t" r="r" b="b"/>
                <a:pathLst>
                  <a:path w="168" h="390" extrusionOk="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2" name="Google Shape;322;p8"/>
              <p:cNvSpPr/>
              <p:nvPr/>
            </p:nvSpPr>
            <p:spPr>
              <a:xfrm>
                <a:off x="1129" y="1828"/>
                <a:ext cx="124" cy="310"/>
              </a:xfrm>
              <a:custGeom>
                <a:avLst/>
                <a:gdLst/>
                <a:ahLst/>
                <a:cxnLst/>
                <a:rect l="l" t="t" r="r" b="b"/>
                <a:pathLst>
                  <a:path w="124" h="310" extrusionOk="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50" y="146"/>
                    </a:lnTo>
                    <a:lnTo>
                      <a:pt x="50" y="144"/>
                    </a:lnTo>
                    <a:lnTo>
                      <a:pt x="48" y="142"/>
                    </a:lnTo>
                    <a:lnTo>
                      <a:pt x="42" y="132"/>
                    </a:lnTo>
                    <a:lnTo>
                      <a:pt x="38" y="122"/>
                    </a:lnTo>
                    <a:lnTo>
                      <a:pt x="34" y="11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3" name="Google Shape;323;p8"/>
              <p:cNvSpPr/>
              <p:nvPr/>
            </p:nvSpPr>
            <p:spPr>
              <a:xfrm>
                <a:off x="989" y="2266"/>
                <a:ext cx="54" cy="84"/>
              </a:xfrm>
              <a:custGeom>
                <a:avLst/>
                <a:gdLst/>
                <a:ahLst/>
                <a:cxnLst/>
                <a:rect l="l" t="t" r="r" b="b"/>
                <a:pathLst>
                  <a:path w="54" h="84" extrusionOk="0">
                    <a:moveTo>
                      <a:pt x="26" y="84"/>
                    </a:moveTo>
                    <a:lnTo>
                      <a:pt x="18" y="80"/>
                    </a:lnTo>
                    <a:lnTo>
                      <a:pt x="12" y="80"/>
                    </a:lnTo>
                    <a:lnTo>
                      <a:pt x="4" y="82"/>
                    </a:lnTo>
                    <a:lnTo>
                      <a:pt x="2" y="80"/>
                    </a:lnTo>
                    <a:lnTo>
                      <a:pt x="0" y="78"/>
                    </a:lnTo>
                    <a:lnTo>
                      <a:pt x="2" y="76"/>
                    </a:lnTo>
                    <a:lnTo>
                      <a:pt x="2" y="74"/>
                    </a:lnTo>
                    <a:lnTo>
                      <a:pt x="4" y="72"/>
                    </a:lnTo>
                    <a:lnTo>
                      <a:pt x="4" y="64"/>
                    </a:lnTo>
                    <a:lnTo>
                      <a:pt x="4" y="62"/>
                    </a:lnTo>
                    <a:lnTo>
                      <a:pt x="8" y="58"/>
                    </a:lnTo>
                    <a:lnTo>
                      <a:pt x="10" y="56"/>
                    </a:lnTo>
                    <a:lnTo>
                      <a:pt x="12" y="54"/>
                    </a:lnTo>
                    <a:lnTo>
                      <a:pt x="14" y="54"/>
                    </a:lnTo>
                    <a:lnTo>
                      <a:pt x="10" y="52"/>
                    </a:lnTo>
                    <a:lnTo>
                      <a:pt x="10" y="48"/>
                    </a:lnTo>
                    <a:lnTo>
                      <a:pt x="10" y="46"/>
                    </a:lnTo>
                    <a:lnTo>
                      <a:pt x="10" y="44"/>
                    </a:lnTo>
                    <a:lnTo>
                      <a:pt x="12" y="44"/>
                    </a:lnTo>
                    <a:lnTo>
                      <a:pt x="14" y="42"/>
                    </a:lnTo>
                    <a:lnTo>
                      <a:pt x="16" y="40"/>
                    </a:lnTo>
                    <a:lnTo>
                      <a:pt x="16" y="38"/>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2" y="16"/>
                    </a:lnTo>
                    <a:lnTo>
                      <a:pt x="14" y="14"/>
                    </a:lnTo>
                    <a:lnTo>
                      <a:pt x="16" y="14"/>
                    </a:lnTo>
                    <a:lnTo>
                      <a:pt x="20" y="10"/>
                    </a:lnTo>
                    <a:lnTo>
                      <a:pt x="32" y="0"/>
                    </a:lnTo>
                    <a:lnTo>
                      <a:pt x="38" y="2"/>
                    </a:lnTo>
                    <a:lnTo>
                      <a:pt x="46" y="12"/>
                    </a:lnTo>
                    <a:lnTo>
                      <a:pt x="46" y="16"/>
                    </a:lnTo>
                    <a:lnTo>
                      <a:pt x="46" y="20"/>
                    </a:lnTo>
                    <a:lnTo>
                      <a:pt x="46" y="24"/>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0" y="54"/>
                    </a:lnTo>
                    <a:lnTo>
                      <a:pt x="48" y="56"/>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6" y="76"/>
                    </a:lnTo>
                    <a:lnTo>
                      <a:pt x="44" y="76"/>
                    </a:lnTo>
                    <a:lnTo>
                      <a:pt x="46" y="80"/>
                    </a:lnTo>
                    <a:lnTo>
                      <a:pt x="44" y="80"/>
                    </a:lnTo>
                    <a:lnTo>
                      <a:pt x="42" y="80"/>
                    </a:lnTo>
                    <a:lnTo>
                      <a:pt x="40" y="82"/>
                    </a:lnTo>
                    <a:lnTo>
                      <a:pt x="38" y="82"/>
                    </a:lnTo>
                    <a:lnTo>
                      <a:pt x="34" y="82"/>
                    </a:lnTo>
                    <a:lnTo>
                      <a:pt x="32" y="82"/>
                    </a:lnTo>
                    <a:lnTo>
                      <a:pt x="32" y="84"/>
                    </a:lnTo>
                    <a:lnTo>
                      <a:pt x="30" y="84"/>
                    </a:lnTo>
                    <a:lnTo>
                      <a:pt x="28" y="84"/>
                    </a:lnTo>
                    <a:lnTo>
                      <a:pt x="26" y="8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4" name="Google Shape;324;p8"/>
              <p:cNvSpPr/>
              <p:nvPr/>
            </p:nvSpPr>
            <p:spPr>
              <a:xfrm>
                <a:off x="1191" y="2508"/>
                <a:ext cx="224" cy="110"/>
              </a:xfrm>
              <a:custGeom>
                <a:avLst/>
                <a:gdLst/>
                <a:ahLst/>
                <a:cxnLst/>
                <a:rect l="l" t="t" r="r" b="b"/>
                <a:pathLst>
                  <a:path w="224" h="110" extrusionOk="0">
                    <a:moveTo>
                      <a:pt x="188" y="30"/>
                    </a:moveTo>
                    <a:lnTo>
                      <a:pt x="192" y="32"/>
                    </a:lnTo>
                    <a:lnTo>
                      <a:pt x="194" y="34"/>
                    </a:lnTo>
                    <a:lnTo>
                      <a:pt x="198" y="36"/>
                    </a:lnTo>
                    <a:lnTo>
                      <a:pt x="202" y="38"/>
                    </a:lnTo>
                    <a:lnTo>
                      <a:pt x="204" y="40"/>
                    </a:lnTo>
                    <a:lnTo>
                      <a:pt x="210" y="46"/>
                    </a:lnTo>
                    <a:lnTo>
                      <a:pt x="216" y="58"/>
                    </a:lnTo>
                    <a:lnTo>
                      <a:pt x="220" y="70"/>
                    </a:lnTo>
                    <a:lnTo>
                      <a:pt x="224" y="78"/>
                    </a:lnTo>
                    <a:lnTo>
                      <a:pt x="224" y="80"/>
                    </a:lnTo>
                    <a:lnTo>
                      <a:pt x="222"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58" y="100"/>
                    </a:lnTo>
                    <a:lnTo>
                      <a:pt x="152" y="102"/>
                    </a:lnTo>
                    <a:lnTo>
                      <a:pt x="146" y="102"/>
                    </a:lnTo>
                    <a:lnTo>
                      <a:pt x="140" y="102"/>
                    </a:lnTo>
                    <a:lnTo>
                      <a:pt x="136" y="102"/>
                    </a:lnTo>
                    <a:lnTo>
                      <a:pt x="132" y="100"/>
                    </a:lnTo>
                    <a:lnTo>
                      <a:pt x="128" y="98"/>
                    </a:lnTo>
                    <a:lnTo>
                      <a:pt x="126" y="98"/>
                    </a:lnTo>
                    <a:lnTo>
                      <a:pt x="124" y="100"/>
                    </a:lnTo>
                    <a:lnTo>
                      <a:pt x="124" y="102"/>
                    </a:lnTo>
                    <a:lnTo>
                      <a:pt x="120" y="108"/>
                    </a:lnTo>
                    <a:lnTo>
                      <a:pt x="118" y="110"/>
                    </a:lnTo>
                    <a:lnTo>
                      <a:pt x="116" y="110"/>
                    </a:lnTo>
                    <a:lnTo>
                      <a:pt x="114" y="110"/>
                    </a:lnTo>
                    <a:lnTo>
                      <a:pt x="112" y="108"/>
                    </a:lnTo>
                    <a:lnTo>
                      <a:pt x="114" y="106"/>
                    </a:lnTo>
                    <a:lnTo>
                      <a:pt x="116" y="104"/>
                    </a:lnTo>
                    <a:lnTo>
                      <a:pt x="116" y="102"/>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8" y="44"/>
                    </a:lnTo>
                    <a:lnTo>
                      <a:pt x="20" y="46"/>
                    </a:lnTo>
                    <a:lnTo>
                      <a:pt x="26" y="46"/>
                    </a:lnTo>
                    <a:lnTo>
                      <a:pt x="30" y="44"/>
                    </a:lnTo>
                    <a:lnTo>
                      <a:pt x="32" y="42"/>
                    </a:lnTo>
                    <a:lnTo>
                      <a:pt x="36" y="40"/>
                    </a:lnTo>
                    <a:lnTo>
                      <a:pt x="38" y="40"/>
                    </a:lnTo>
                    <a:lnTo>
                      <a:pt x="42" y="40"/>
                    </a:lnTo>
                    <a:lnTo>
                      <a:pt x="50" y="40"/>
                    </a:lnTo>
                    <a:lnTo>
                      <a:pt x="46" y="38"/>
                    </a:lnTo>
                    <a:lnTo>
                      <a:pt x="42" y="38"/>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8" y="4"/>
                    </a:lnTo>
                    <a:lnTo>
                      <a:pt x="88" y="2"/>
                    </a:lnTo>
                    <a:lnTo>
                      <a:pt x="90" y="0"/>
                    </a:lnTo>
                    <a:lnTo>
                      <a:pt x="94" y="0"/>
                    </a:lnTo>
                    <a:lnTo>
                      <a:pt x="98" y="0"/>
                    </a:lnTo>
                    <a:lnTo>
                      <a:pt x="104" y="2"/>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62" y="18"/>
                    </a:lnTo>
                    <a:lnTo>
                      <a:pt x="166" y="22"/>
                    </a:lnTo>
                    <a:lnTo>
                      <a:pt x="170" y="24"/>
                    </a:lnTo>
                    <a:lnTo>
                      <a:pt x="180" y="26"/>
                    </a:lnTo>
                    <a:lnTo>
                      <a:pt x="182" y="28"/>
                    </a:lnTo>
                    <a:lnTo>
                      <a:pt x="186" y="28"/>
                    </a:lnTo>
                    <a:lnTo>
                      <a:pt x="188" y="3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8"/>
              <p:cNvSpPr/>
              <p:nvPr/>
            </p:nvSpPr>
            <p:spPr>
              <a:xfrm>
                <a:off x="1119" y="2438"/>
                <a:ext cx="110" cy="90"/>
              </a:xfrm>
              <a:custGeom>
                <a:avLst/>
                <a:gdLst/>
                <a:ahLst/>
                <a:cxnLst/>
                <a:rect l="l" t="t" r="r" b="b"/>
                <a:pathLst>
                  <a:path w="110" h="90" extrusionOk="0">
                    <a:moveTo>
                      <a:pt x="36" y="90"/>
                    </a:moveTo>
                    <a:lnTo>
                      <a:pt x="28" y="74"/>
                    </a:lnTo>
                    <a:lnTo>
                      <a:pt x="24" y="66"/>
                    </a:lnTo>
                    <a:lnTo>
                      <a:pt x="30" y="60"/>
                    </a:lnTo>
                    <a:lnTo>
                      <a:pt x="32" y="58"/>
                    </a:lnTo>
                    <a:lnTo>
                      <a:pt x="32" y="56"/>
                    </a:lnTo>
                    <a:lnTo>
                      <a:pt x="32" y="54"/>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6" name="Google Shape;326;p8"/>
              <p:cNvSpPr/>
              <p:nvPr/>
            </p:nvSpPr>
            <p:spPr>
              <a:xfrm>
                <a:off x="1107" y="2524"/>
                <a:ext cx="84" cy="84"/>
              </a:xfrm>
              <a:custGeom>
                <a:avLst/>
                <a:gdLst/>
                <a:ahLst/>
                <a:cxnLst/>
                <a:rect l="l" t="t" r="r" b="b"/>
                <a:pathLst>
                  <a:path w="84" h="84" extrusionOk="0">
                    <a:moveTo>
                      <a:pt x="84" y="2"/>
                    </a:moveTo>
                    <a:lnTo>
                      <a:pt x="72" y="4"/>
                    </a:lnTo>
                    <a:lnTo>
                      <a:pt x="70" y="4"/>
                    </a:lnTo>
                    <a:lnTo>
                      <a:pt x="68" y="2"/>
                    </a:lnTo>
                    <a:lnTo>
                      <a:pt x="66" y="0"/>
                    </a:lnTo>
                    <a:lnTo>
                      <a:pt x="48" y="4"/>
                    </a:lnTo>
                    <a:lnTo>
                      <a:pt x="34" y="6"/>
                    </a:lnTo>
                    <a:lnTo>
                      <a:pt x="20" y="8"/>
                    </a:lnTo>
                    <a:lnTo>
                      <a:pt x="20" y="10"/>
                    </a:lnTo>
                    <a:lnTo>
                      <a:pt x="18" y="12"/>
                    </a:lnTo>
                    <a:lnTo>
                      <a:pt x="18" y="16"/>
                    </a:lnTo>
                    <a:lnTo>
                      <a:pt x="16" y="18"/>
                    </a:lnTo>
                    <a:lnTo>
                      <a:pt x="12" y="20"/>
                    </a:lnTo>
                    <a:lnTo>
                      <a:pt x="8" y="22"/>
                    </a:lnTo>
                    <a:lnTo>
                      <a:pt x="6" y="26"/>
                    </a:lnTo>
                    <a:lnTo>
                      <a:pt x="2" y="30"/>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8"/>
              <p:cNvSpPr/>
              <p:nvPr/>
            </p:nvSpPr>
            <p:spPr>
              <a:xfrm>
                <a:off x="1099" y="2496"/>
                <a:ext cx="28" cy="64"/>
              </a:xfrm>
              <a:custGeom>
                <a:avLst/>
                <a:gdLst/>
                <a:ahLst/>
                <a:cxnLst/>
                <a:rect l="l" t="t" r="r" b="b"/>
                <a:pathLst>
                  <a:path w="28" h="64" extrusionOk="0">
                    <a:moveTo>
                      <a:pt x="0" y="20"/>
                    </a:moveTo>
                    <a:lnTo>
                      <a:pt x="8" y="28"/>
                    </a:lnTo>
                    <a:lnTo>
                      <a:pt x="10" y="28"/>
                    </a:lnTo>
                    <a:lnTo>
                      <a:pt x="10" y="32"/>
                    </a:lnTo>
                    <a:lnTo>
                      <a:pt x="12" y="36"/>
                    </a:lnTo>
                    <a:lnTo>
                      <a:pt x="12" y="40"/>
                    </a:lnTo>
                    <a:lnTo>
                      <a:pt x="10" y="40"/>
                    </a:lnTo>
                    <a:lnTo>
                      <a:pt x="10" y="44"/>
                    </a:lnTo>
                    <a:lnTo>
                      <a:pt x="8" y="48"/>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6" y="34"/>
                    </a:lnTo>
                    <a:lnTo>
                      <a:pt x="26" y="32"/>
                    </a:lnTo>
                    <a:lnTo>
                      <a:pt x="26" y="28"/>
                    </a:lnTo>
                    <a:lnTo>
                      <a:pt x="26" y="24"/>
                    </a:lnTo>
                    <a:lnTo>
                      <a:pt x="26" y="22"/>
                    </a:lnTo>
                    <a:lnTo>
                      <a:pt x="26" y="18"/>
                    </a:lnTo>
                    <a:lnTo>
                      <a:pt x="24" y="14"/>
                    </a:lnTo>
                    <a:lnTo>
                      <a:pt x="22" y="8"/>
                    </a:lnTo>
                    <a:lnTo>
                      <a:pt x="20" y="4"/>
                    </a:lnTo>
                    <a:lnTo>
                      <a:pt x="18" y="2"/>
                    </a:lnTo>
                    <a:lnTo>
                      <a:pt x="16" y="0"/>
                    </a:lnTo>
                    <a:lnTo>
                      <a:pt x="12" y="0"/>
                    </a:lnTo>
                    <a:lnTo>
                      <a:pt x="8" y="0"/>
                    </a:lnTo>
                    <a:lnTo>
                      <a:pt x="6" y="2"/>
                    </a:lnTo>
                    <a:lnTo>
                      <a:pt x="0"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8" name="Google Shape;328;p8"/>
              <p:cNvSpPr/>
              <p:nvPr/>
            </p:nvSpPr>
            <p:spPr>
              <a:xfrm>
                <a:off x="1013" y="2418"/>
                <a:ext cx="142" cy="114"/>
              </a:xfrm>
              <a:custGeom>
                <a:avLst/>
                <a:gdLst/>
                <a:ahLst/>
                <a:cxnLst/>
                <a:rect l="l" t="t" r="r" b="b"/>
                <a:pathLst>
                  <a:path w="142" h="114" extrusionOk="0">
                    <a:moveTo>
                      <a:pt x="26" y="52"/>
                    </a:moveTo>
                    <a:lnTo>
                      <a:pt x="20" y="42"/>
                    </a:lnTo>
                    <a:lnTo>
                      <a:pt x="20" y="40"/>
                    </a:lnTo>
                    <a:lnTo>
                      <a:pt x="18" y="38"/>
                    </a:lnTo>
                    <a:lnTo>
                      <a:pt x="20" y="36"/>
                    </a:lnTo>
                    <a:lnTo>
                      <a:pt x="18" y="34"/>
                    </a:lnTo>
                    <a:lnTo>
                      <a:pt x="14" y="34"/>
                    </a:lnTo>
                    <a:lnTo>
                      <a:pt x="10" y="32"/>
                    </a:lnTo>
                    <a:lnTo>
                      <a:pt x="6" y="30"/>
                    </a:lnTo>
                    <a:lnTo>
                      <a:pt x="2" y="28"/>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8" y="74"/>
                    </a:lnTo>
                    <a:lnTo>
                      <a:pt x="138" y="76"/>
                    </a:lnTo>
                    <a:lnTo>
                      <a:pt x="138" y="78"/>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98"/>
                    </a:lnTo>
                    <a:lnTo>
                      <a:pt x="110" y="92"/>
                    </a:lnTo>
                    <a:lnTo>
                      <a:pt x="110" y="88"/>
                    </a:lnTo>
                    <a:lnTo>
                      <a:pt x="108" y="86"/>
                    </a:lnTo>
                    <a:lnTo>
                      <a:pt x="106" y="82"/>
                    </a:lnTo>
                    <a:lnTo>
                      <a:pt x="102" y="78"/>
                    </a:lnTo>
                    <a:lnTo>
                      <a:pt x="98" y="78"/>
                    </a:lnTo>
                    <a:lnTo>
                      <a:pt x="96" y="78"/>
                    </a:lnTo>
                    <a:lnTo>
                      <a:pt x="94"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8"/>
              <p:cNvSpPr/>
              <p:nvPr/>
            </p:nvSpPr>
            <p:spPr>
              <a:xfrm>
                <a:off x="1073" y="2384"/>
                <a:ext cx="76" cy="58"/>
              </a:xfrm>
              <a:custGeom>
                <a:avLst/>
                <a:gdLst/>
                <a:ahLst/>
                <a:cxnLst/>
                <a:rect l="l" t="t" r="r" b="b"/>
                <a:pathLst>
                  <a:path w="76" h="58" extrusionOk="0">
                    <a:moveTo>
                      <a:pt x="42" y="18"/>
                    </a:moveTo>
                    <a:lnTo>
                      <a:pt x="40" y="18"/>
                    </a:lnTo>
                    <a:lnTo>
                      <a:pt x="36" y="18"/>
                    </a:lnTo>
                    <a:lnTo>
                      <a:pt x="34" y="20"/>
                    </a:lnTo>
                    <a:lnTo>
                      <a:pt x="30" y="22"/>
                    </a:lnTo>
                    <a:lnTo>
                      <a:pt x="28" y="22"/>
                    </a:lnTo>
                    <a:lnTo>
                      <a:pt x="26" y="22"/>
                    </a:lnTo>
                    <a:lnTo>
                      <a:pt x="20" y="24"/>
                    </a:lnTo>
                    <a:lnTo>
                      <a:pt x="12" y="22"/>
                    </a:lnTo>
                    <a:lnTo>
                      <a:pt x="10" y="20"/>
                    </a:lnTo>
                    <a:lnTo>
                      <a:pt x="8" y="18"/>
                    </a:lnTo>
                    <a:lnTo>
                      <a:pt x="6" y="16"/>
                    </a:lnTo>
                    <a:lnTo>
                      <a:pt x="6" y="18"/>
                    </a:lnTo>
                    <a:lnTo>
                      <a:pt x="4" y="18"/>
                    </a:lnTo>
                    <a:lnTo>
                      <a:pt x="2" y="20"/>
                    </a:lnTo>
                    <a:lnTo>
                      <a:pt x="0" y="24"/>
                    </a:lnTo>
                    <a:lnTo>
                      <a:pt x="0" y="28"/>
                    </a:lnTo>
                    <a:lnTo>
                      <a:pt x="0" y="32"/>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68" y="2"/>
                    </a:lnTo>
                    <a:lnTo>
                      <a:pt x="66" y="2"/>
                    </a:lnTo>
                    <a:lnTo>
                      <a:pt x="62" y="2"/>
                    </a:lnTo>
                    <a:lnTo>
                      <a:pt x="56" y="2"/>
                    </a:lnTo>
                    <a:lnTo>
                      <a:pt x="54" y="4"/>
                    </a:lnTo>
                    <a:lnTo>
                      <a:pt x="52" y="4"/>
                    </a:lnTo>
                    <a:lnTo>
                      <a:pt x="46" y="8"/>
                    </a:lnTo>
                    <a:lnTo>
                      <a:pt x="46" y="10"/>
                    </a:lnTo>
                    <a:lnTo>
                      <a:pt x="46" y="12"/>
                    </a:lnTo>
                    <a:lnTo>
                      <a:pt x="46" y="14"/>
                    </a:lnTo>
                    <a:lnTo>
                      <a:pt x="44" y="16"/>
                    </a:lnTo>
                    <a:lnTo>
                      <a:pt x="44" y="18"/>
                    </a:lnTo>
                    <a:lnTo>
                      <a:pt x="42"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8"/>
              <p:cNvSpPr/>
              <p:nvPr/>
            </p:nvSpPr>
            <p:spPr>
              <a:xfrm>
                <a:off x="1015" y="2342"/>
                <a:ext cx="138" cy="66"/>
              </a:xfrm>
              <a:custGeom>
                <a:avLst/>
                <a:gdLst/>
                <a:ahLst/>
                <a:cxnLst/>
                <a:rect l="l" t="t" r="r" b="b"/>
                <a:pathLst>
                  <a:path w="138" h="66" extrusionOk="0">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6"/>
                    </a:lnTo>
                    <a:lnTo>
                      <a:pt x="26" y="6"/>
                    </a:lnTo>
                    <a:lnTo>
                      <a:pt x="24" y="6"/>
                    </a:lnTo>
                    <a:lnTo>
                      <a:pt x="24" y="4"/>
                    </a:lnTo>
                    <a:lnTo>
                      <a:pt x="22" y="4"/>
                    </a:lnTo>
                    <a:lnTo>
                      <a:pt x="22" y="2"/>
                    </a:lnTo>
                    <a:lnTo>
                      <a:pt x="20" y="0"/>
                    </a:lnTo>
                    <a:lnTo>
                      <a:pt x="18" y="0"/>
                    </a:lnTo>
                    <a:lnTo>
                      <a:pt x="20" y="4"/>
                    </a:lnTo>
                    <a:lnTo>
                      <a:pt x="18" y="4"/>
                    </a:lnTo>
                    <a:lnTo>
                      <a:pt x="16" y="4"/>
                    </a:lnTo>
                    <a:lnTo>
                      <a:pt x="14" y="6"/>
                    </a:lnTo>
                    <a:lnTo>
                      <a:pt x="12" y="6"/>
                    </a:lnTo>
                    <a:lnTo>
                      <a:pt x="8" y="6"/>
                    </a:lnTo>
                    <a:lnTo>
                      <a:pt x="6" y="6"/>
                    </a:lnTo>
                    <a:lnTo>
                      <a:pt x="6" y="8"/>
                    </a:lnTo>
                    <a:lnTo>
                      <a:pt x="4" y="8"/>
                    </a:lnTo>
                    <a:lnTo>
                      <a:pt x="2" y="8"/>
                    </a:lnTo>
                    <a:lnTo>
                      <a:pt x="0" y="8"/>
                    </a:lnTo>
                    <a:lnTo>
                      <a:pt x="0" y="18"/>
                    </a:lnTo>
                    <a:lnTo>
                      <a:pt x="8" y="20"/>
                    </a:lnTo>
                    <a:lnTo>
                      <a:pt x="12" y="26"/>
                    </a:lnTo>
                    <a:lnTo>
                      <a:pt x="16" y="42"/>
                    </a:lnTo>
                    <a:lnTo>
                      <a:pt x="18" y="42"/>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6" y="36"/>
                    </a:lnTo>
                    <a:lnTo>
                      <a:pt x="136" y="34"/>
                    </a:lnTo>
                    <a:lnTo>
                      <a:pt x="136" y="30"/>
                    </a:lnTo>
                    <a:lnTo>
                      <a:pt x="138" y="26"/>
                    </a:lnTo>
                    <a:lnTo>
                      <a:pt x="138" y="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8"/>
              <p:cNvSpPr/>
              <p:nvPr/>
            </p:nvSpPr>
            <p:spPr>
              <a:xfrm>
                <a:off x="1031" y="2246"/>
                <a:ext cx="152" cy="122"/>
              </a:xfrm>
              <a:custGeom>
                <a:avLst/>
                <a:gdLst/>
                <a:ahLst/>
                <a:cxnLst/>
                <a:rect l="l" t="t" r="r" b="b"/>
                <a:pathLst>
                  <a:path w="152" h="122" extrusionOk="0">
                    <a:moveTo>
                      <a:pt x="90" y="4"/>
                    </a:moveTo>
                    <a:lnTo>
                      <a:pt x="84" y="0"/>
                    </a:lnTo>
                    <a:lnTo>
                      <a:pt x="84" y="2"/>
                    </a:lnTo>
                    <a:lnTo>
                      <a:pt x="82" y="4"/>
                    </a:lnTo>
                    <a:lnTo>
                      <a:pt x="82" y="8"/>
                    </a:lnTo>
                    <a:lnTo>
                      <a:pt x="80" y="10"/>
                    </a:lnTo>
                    <a:lnTo>
                      <a:pt x="78" y="12"/>
                    </a:lnTo>
                    <a:lnTo>
                      <a:pt x="60" y="18"/>
                    </a:lnTo>
                    <a:lnTo>
                      <a:pt x="56"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6"/>
                    </a:lnTo>
                    <a:lnTo>
                      <a:pt x="4" y="40"/>
                    </a:lnTo>
                    <a:lnTo>
                      <a:pt x="4" y="44"/>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8" y="74"/>
                    </a:lnTo>
                    <a:lnTo>
                      <a:pt x="6" y="76"/>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8" y="100"/>
                    </a:lnTo>
                    <a:lnTo>
                      <a:pt x="8" y="102"/>
                    </a:lnTo>
                    <a:lnTo>
                      <a:pt x="10" y="102"/>
                    </a:lnTo>
                    <a:lnTo>
                      <a:pt x="12" y="102"/>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8" y="58"/>
                    </a:lnTo>
                    <a:lnTo>
                      <a:pt x="130" y="56"/>
                    </a:lnTo>
                    <a:lnTo>
                      <a:pt x="132" y="54"/>
                    </a:lnTo>
                    <a:lnTo>
                      <a:pt x="134" y="50"/>
                    </a:lnTo>
                    <a:lnTo>
                      <a:pt x="136" y="46"/>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4" y="8"/>
                    </a:lnTo>
                    <a:lnTo>
                      <a:pt x="92" y="6"/>
                    </a:lnTo>
                    <a:lnTo>
                      <a:pt x="90"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8"/>
              <p:cNvSpPr/>
              <p:nvPr/>
            </p:nvSpPr>
            <p:spPr>
              <a:xfrm>
                <a:off x="1129" y="2384"/>
                <a:ext cx="102" cy="84"/>
              </a:xfrm>
              <a:custGeom>
                <a:avLst/>
                <a:gdLst/>
                <a:ahLst/>
                <a:cxnLst/>
                <a:rect l="l" t="t" r="r" b="b"/>
                <a:pathLst>
                  <a:path w="102" h="84" extrusionOk="0">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0" y="66"/>
                    </a:lnTo>
                    <a:lnTo>
                      <a:pt x="100" y="68"/>
                    </a:lnTo>
                    <a:lnTo>
                      <a:pt x="100" y="70"/>
                    </a:lnTo>
                    <a:lnTo>
                      <a:pt x="100" y="72"/>
                    </a:lnTo>
                    <a:lnTo>
                      <a:pt x="100" y="74"/>
                    </a:lnTo>
                    <a:lnTo>
                      <a:pt x="100" y="78"/>
                    </a:lnTo>
                    <a:lnTo>
                      <a:pt x="100" y="82"/>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54" y="66"/>
                    </a:lnTo>
                    <a:lnTo>
                      <a:pt x="48" y="66"/>
                    </a:lnTo>
                    <a:lnTo>
                      <a:pt x="42" y="68"/>
                    </a:lnTo>
                    <a:lnTo>
                      <a:pt x="34" y="72"/>
                    </a:lnTo>
                    <a:lnTo>
                      <a:pt x="32" y="72"/>
                    </a:lnTo>
                    <a:lnTo>
                      <a:pt x="30" y="72"/>
                    </a:lnTo>
                    <a:lnTo>
                      <a:pt x="26" y="72"/>
                    </a:lnTo>
                    <a:lnTo>
                      <a:pt x="22" y="68"/>
                    </a:lnTo>
                    <a:lnTo>
                      <a:pt x="16" y="64"/>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3" name="Google Shape;333;p8"/>
              <p:cNvSpPr/>
              <p:nvPr/>
            </p:nvSpPr>
            <p:spPr>
              <a:xfrm>
                <a:off x="1189" y="2506"/>
                <a:ext cx="42" cy="44"/>
              </a:xfrm>
              <a:custGeom>
                <a:avLst/>
                <a:gdLst/>
                <a:ahLst/>
                <a:cxnLst/>
                <a:rect l="l" t="t" r="r" b="b"/>
                <a:pathLst>
                  <a:path w="42" h="44" extrusionOk="0">
                    <a:moveTo>
                      <a:pt x="26" y="0"/>
                    </a:moveTo>
                    <a:lnTo>
                      <a:pt x="26" y="2"/>
                    </a:lnTo>
                    <a:lnTo>
                      <a:pt x="26" y="4"/>
                    </a:lnTo>
                    <a:lnTo>
                      <a:pt x="28" y="6"/>
                    </a:lnTo>
                    <a:lnTo>
                      <a:pt x="32" y="10"/>
                    </a:lnTo>
                    <a:lnTo>
                      <a:pt x="36" y="14"/>
                    </a:lnTo>
                    <a:lnTo>
                      <a:pt x="42" y="22"/>
                    </a:lnTo>
                    <a:lnTo>
                      <a:pt x="40" y="22"/>
                    </a:lnTo>
                    <a:lnTo>
                      <a:pt x="40" y="24"/>
                    </a:lnTo>
                    <a:lnTo>
                      <a:pt x="38" y="28"/>
                    </a:lnTo>
                    <a:lnTo>
                      <a:pt x="36" y="30"/>
                    </a:lnTo>
                    <a:lnTo>
                      <a:pt x="34" y="30"/>
                    </a:lnTo>
                    <a:lnTo>
                      <a:pt x="30" y="30"/>
                    </a:lnTo>
                    <a:lnTo>
                      <a:pt x="28" y="32"/>
                    </a:lnTo>
                    <a:lnTo>
                      <a:pt x="24" y="32"/>
                    </a:lnTo>
                    <a:lnTo>
                      <a:pt x="22" y="32"/>
                    </a:lnTo>
                    <a:lnTo>
                      <a:pt x="20" y="34"/>
                    </a:lnTo>
                    <a:lnTo>
                      <a:pt x="18" y="36"/>
                    </a:lnTo>
                    <a:lnTo>
                      <a:pt x="16" y="38"/>
                    </a:lnTo>
                    <a:lnTo>
                      <a:pt x="14" y="40"/>
                    </a:lnTo>
                    <a:lnTo>
                      <a:pt x="12" y="42"/>
                    </a:lnTo>
                    <a:lnTo>
                      <a:pt x="10" y="42"/>
                    </a:lnTo>
                    <a:lnTo>
                      <a:pt x="8" y="44"/>
                    </a:lnTo>
                    <a:lnTo>
                      <a:pt x="4" y="44"/>
                    </a:lnTo>
                    <a:lnTo>
                      <a:pt x="2" y="44"/>
                    </a:lnTo>
                    <a:lnTo>
                      <a:pt x="0" y="44"/>
                    </a:lnTo>
                    <a:lnTo>
                      <a:pt x="2" y="36"/>
                    </a:lnTo>
                    <a:lnTo>
                      <a:pt x="2" y="20"/>
                    </a:lnTo>
                    <a:lnTo>
                      <a:pt x="4" y="16"/>
                    </a:lnTo>
                    <a:lnTo>
                      <a:pt x="4" y="12"/>
                    </a:lnTo>
                    <a:lnTo>
                      <a:pt x="8" y="8"/>
                    </a:lnTo>
                    <a:lnTo>
                      <a:pt x="12" y="4"/>
                    </a:lnTo>
                    <a:lnTo>
                      <a:pt x="14" y="4"/>
                    </a:lnTo>
                    <a:lnTo>
                      <a:pt x="16" y="2"/>
                    </a:lnTo>
                    <a:lnTo>
                      <a:pt x="20" y="0"/>
                    </a:lnTo>
                    <a:lnTo>
                      <a:pt x="2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8"/>
              <p:cNvSpPr/>
              <p:nvPr/>
            </p:nvSpPr>
            <p:spPr>
              <a:xfrm>
                <a:off x="1295" y="2684"/>
                <a:ext cx="270" cy="232"/>
              </a:xfrm>
              <a:custGeom>
                <a:avLst/>
                <a:gdLst/>
                <a:ahLst/>
                <a:cxnLst/>
                <a:rect l="l" t="t" r="r" b="b"/>
                <a:pathLst>
                  <a:path w="270" h="232" extrusionOk="0">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6" y="204"/>
                    </a:lnTo>
                    <a:lnTo>
                      <a:pt x="108" y="204"/>
                    </a:lnTo>
                    <a:lnTo>
                      <a:pt x="110" y="204"/>
                    </a:lnTo>
                    <a:lnTo>
                      <a:pt x="114" y="204"/>
                    </a:lnTo>
                    <a:lnTo>
                      <a:pt x="136" y="232"/>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72" y="54"/>
                    </a:lnTo>
                    <a:lnTo>
                      <a:pt x="154" y="54"/>
                    </a:lnTo>
                    <a:lnTo>
                      <a:pt x="154" y="52"/>
                    </a:lnTo>
                    <a:lnTo>
                      <a:pt x="152" y="50"/>
                    </a:lnTo>
                    <a:lnTo>
                      <a:pt x="150" y="48"/>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0" y="2"/>
                    </a:lnTo>
                    <a:lnTo>
                      <a:pt x="58" y="2"/>
                    </a:lnTo>
                    <a:lnTo>
                      <a:pt x="54"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8"/>
              <p:cNvSpPr/>
              <p:nvPr/>
            </p:nvSpPr>
            <p:spPr>
              <a:xfrm>
                <a:off x="1389" y="2886"/>
                <a:ext cx="42" cy="66"/>
              </a:xfrm>
              <a:custGeom>
                <a:avLst/>
                <a:gdLst/>
                <a:ahLst/>
                <a:cxnLst/>
                <a:rect l="l" t="t" r="r" b="b"/>
                <a:pathLst>
                  <a:path w="42" h="66" extrusionOk="0">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2" y="12"/>
                    </a:lnTo>
                    <a:lnTo>
                      <a:pt x="4" y="10"/>
                    </a:lnTo>
                    <a:lnTo>
                      <a:pt x="6" y="8"/>
                    </a:lnTo>
                    <a:lnTo>
                      <a:pt x="8" y="8"/>
                    </a:lnTo>
                    <a:lnTo>
                      <a:pt x="8" y="6"/>
                    </a:lnTo>
                    <a:lnTo>
                      <a:pt x="10" y="4"/>
                    </a:lnTo>
                    <a:lnTo>
                      <a:pt x="10" y="2"/>
                    </a:lnTo>
                    <a:lnTo>
                      <a:pt x="10" y="0"/>
                    </a:lnTo>
                    <a:lnTo>
                      <a:pt x="14" y="2"/>
                    </a:lnTo>
                    <a:lnTo>
                      <a:pt x="18" y="2"/>
                    </a:lnTo>
                    <a:lnTo>
                      <a:pt x="20" y="2"/>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4" y="48"/>
                    </a:lnTo>
                    <a:lnTo>
                      <a:pt x="34" y="50"/>
                    </a:lnTo>
                    <a:lnTo>
                      <a:pt x="32" y="52"/>
                    </a:lnTo>
                    <a:lnTo>
                      <a:pt x="30" y="54"/>
                    </a:lnTo>
                    <a:lnTo>
                      <a:pt x="28" y="56"/>
                    </a:lnTo>
                    <a:lnTo>
                      <a:pt x="30" y="60"/>
                    </a:lnTo>
                    <a:lnTo>
                      <a:pt x="28" y="62"/>
                    </a:lnTo>
                    <a:lnTo>
                      <a:pt x="26" y="60"/>
                    </a:lnTo>
                    <a:lnTo>
                      <a:pt x="24" y="60"/>
                    </a:lnTo>
                    <a:lnTo>
                      <a:pt x="24" y="62"/>
                    </a:lnTo>
                    <a:lnTo>
                      <a:pt x="22" y="64"/>
                    </a:lnTo>
                    <a:lnTo>
                      <a:pt x="20" y="6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p8"/>
              <p:cNvSpPr/>
              <p:nvPr/>
            </p:nvSpPr>
            <p:spPr>
              <a:xfrm>
                <a:off x="1409" y="2868"/>
                <a:ext cx="118" cy="86"/>
              </a:xfrm>
              <a:custGeom>
                <a:avLst/>
                <a:gdLst/>
                <a:ahLst/>
                <a:cxnLst/>
                <a:rect l="l" t="t" r="r" b="b"/>
                <a:pathLst>
                  <a:path w="118" h="86" extrusionOk="0">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2" y="84"/>
                    </a:lnTo>
                    <a:lnTo>
                      <a:pt x="4" y="80"/>
                    </a:lnTo>
                    <a:lnTo>
                      <a:pt x="6" y="80"/>
                    </a:lnTo>
                    <a:lnTo>
                      <a:pt x="8" y="80"/>
                    </a:lnTo>
                    <a:lnTo>
                      <a:pt x="10" y="78"/>
                    </a:lnTo>
                    <a:lnTo>
                      <a:pt x="8" y="74"/>
                    </a:lnTo>
                    <a:lnTo>
                      <a:pt x="12" y="68"/>
                    </a:lnTo>
                    <a:lnTo>
                      <a:pt x="14" y="68"/>
                    </a:lnTo>
                    <a:lnTo>
                      <a:pt x="14" y="66"/>
                    </a:lnTo>
                    <a:lnTo>
                      <a:pt x="16" y="66"/>
                    </a:lnTo>
                    <a:lnTo>
                      <a:pt x="18" y="66"/>
                    </a:lnTo>
                    <a:lnTo>
                      <a:pt x="20" y="66"/>
                    </a:lnTo>
                    <a:lnTo>
                      <a:pt x="22" y="64"/>
                    </a:lnTo>
                    <a:lnTo>
                      <a:pt x="20" y="62"/>
                    </a:lnTo>
                    <a:lnTo>
                      <a:pt x="20" y="60"/>
                    </a:lnTo>
                    <a:lnTo>
                      <a:pt x="20" y="58"/>
                    </a:lnTo>
                    <a:lnTo>
                      <a:pt x="18" y="56"/>
                    </a:lnTo>
                    <a:lnTo>
                      <a:pt x="18" y="54"/>
                    </a:lnTo>
                    <a:lnTo>
                      <a:pt x="18" y="50"/>
                    </a:lnTo>
                    <a:lnTo>
                      <a:pt x="22" y="48"/>
                    </a:lnTo>
                    <a:lnTo>
                      <a:pt x="24" y="46"/>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6" y="0"/>
                    </a:lnTo>
                    <a:lnTo>
                      <a:pt x="108" y="2"/>
                    </a:lnTo>
                    <a:lnTo>
                      <a:pt x="118"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8"/>
              <p:cNvSpPr/>
              <p:nvPr/>
            </p:nvSpPr>
            <p:spPr>
              <a:xfrm>
                <a:off x="1515" y="2794"/>
                <a:ext cx="92" cy="102"/>
              </a:xfrm>
              <a:custGeom>
                <a:avLst/>
                <a:gdLst/>
                <a:ahLst/>
                <a:cxnLst/>
                <a:rect l="l" t="t" r="r" b="b"/>
                <a:pathLst>
                  <a:path w="92" h="102" extrusionOk="0">
                    <a:moveTo>
                      <a:pt x="72" y="0"/>
                    </a:moveTo>
                    <a:lnTo>
                      <a:pt x="72" y="4"/>
                    </a:lnTo>
                    <a:lnTo>
                      <a:pt x="72" y="8"/>
                    </a:lnTo>
                    <a:lnTo>
                      <a:pt x="76" y="14"/>
                    </a:lnTo>
                    <a:lnTo>
                      <a:pt x="80" y="18"/>
                    </a:lnTo>
                    <a:lnTo>
                      <a:pt x="84" y="22"/>
                    </a:lnTo>
                    <a:lnTo>
                      <a:pt x="88" y="22"/>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6"/>
                    </a:lnTo>
                    <a:lnTo>
                      <a:pt x="62" y="4"/>
                    </a:lnTo>
                    <a:lnTo>
                      <a:pt x="64" y="4"/>
                    </a:lnTo>
                    <a:lnTo>
                      <a:pt x="7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8"/>
              <p:cNvSpPr/>
              <p:nvPr/>
            </p:nvSpPr>
            <p:spPr>
              <a:xfrm>
                <a:off x="1339" y="2586"/>
                <a:ext cx="116" cy="134"/>
              </a:xfrm>
              <a:custGeom>
                <a:avLst/>
                <a:gdLst/>
                <a:ahLst/>
                <a:cxnLst/>
                <a:rect l="l" t="t" r="r" b="b"/>
                <a:pathLst>
                  <a:path w="116" h="134" extrusionOk="0">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2"/>
                    </a:lnTo>
                    <a:lnTo>
                      <a:pt x="72" y="4"/>
                    </a:lnTo>
                    <a:lnTo>
                      <a:pt x="74" y="4"/>
                    </a:lnTo>
                    <a:lnTo>
                      <a:pt x="76" y="4"/>
                    </a:lnTo>
                    <a:lnTo>
                      <a:pt x="78" y="2"/>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6" y="42"/>
                    </a:lnTo>
                    <a:lnTo>
                      <a:pt x="94" y="46"/>
                    </a:lnTo>
                    <a:lnTo>
                      <a:pt x="92" y="52"/>
                    </a:lnTo>
                    <a:lnTo>
                      <a:pt x="92" y="56"/>
                    </a:lnTo>
                    <a:lnTo>
                      <a:pt x="90" y="60"/>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8"/>
                    </a:lnTo>
                    <a:lnTo>
                      <a:pt x="110" y="100"/>
                    </a:lnTo>
                    <a:lnTo>
                      <a:pt x="112" y="102"/>
                    </a:lnTo>
                    <a:lnTo>
                      <a:pt x="114" y="104"/>
                    </a:lnTo>
                    <a:lnTo>
                      <a:pt x="114" y="106"/>
                    </a:lnTo>
                    <a:lnTo>
                      <a:pt x="114" y="108"/>
                    </a:lnTo>
                    <a:lnTo>
                      <a:pt x="116" y="112"/>
                    </a:lnTo>
                    <a:lnTo>
                      <a:pt x="116" y="114"/>
                    </a:lnTo>
                    <a:lnTo>
                      <a:pt x="114" y="124"/>
                    </a:lnTo>
                    <a:lnTo>
                      <a:pt x="112" y="124"/>
                    </a:lnTo>
                    <a:lnTo>
                      <a:pt x="110" y="126"/>
                    </a:lnTo>
                    <a:lnTo>
                      <a:pt x="108" y="128"/>
                    </a:lnTo>
                    <a:lnTo>
                      <a:pt x="88" y="13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8"/>
              <p:cNvSpPr/>
              <p:nvPr/>
            </p:nvSpPr>
            <p:spPr>
              <a:xfrm>
                <a:off x="1295" y="2654"/>
                <a:ext cx="62" cy="72"/>
              </a:xfrm>
              <a:custGeom>
                <a:avLst/>
                <a:gdLst/>
                <a:ahLst/>
                <a:cxnLst/>
                <a:rect l="l" t="t" r="r" b="b"/>
                <a:pathLst>
                  <a:path w="62" h="72" extrusionOk="0">
                    <a:moveTo>
                      <a:pt x="4" y="40"/>
                    </a:moveTo>
                    <a:lnTo>
                      <a:pt x="4" y="8"/>
                    </a:lnTo>
                    <a:lnTo>
                      <a:pt x="6" y="10"/>
                    </a:lnTo>
                    <a:lnTo>
                      <a:pt x="8" y="10"/>
                    </a:lnTo>
                    <a:lnTo>
                      <a:pt x="8" y="12"/>
                    </a:lnTo>
                    <a:lnTo>
                      <a:pt x="10" y="14"/>
                    </a:lnTo>
                    <a:lnTo>
                      <a:pt x="12" y="16"/>
                    </a:lnTo>
                    <a:lnTo>
                      <a:pt x="16" y="16"/>
                    </a:lnTo>
                    <a:lnTo>
                      <a:pt x="20" y="16"/>
                    </a:lnTo>
                    <a:lnTo>
                      <a:pt x="26" y="14"/>
                    </a:lnTo>
                    <a:lnTo>
                      <a:pt x="44" y="0"/>
                    </a:lnTo>
                    <a:lnTo>
                      <a:pt x="46" y="4"/>
                    </a:lnTo>
                    <a:lnTo>
                      <a:pt x="48" y="8"/>
                    </a:lnTo>
                    <a:lnTo>
                      <a:pt x="50" y="10"/>
                    </a:lnTo>
                    <a:lnTo>
                      <a:pt x="54" y="14"/>
                    </a:lnTo>
                    <a:lnTo>
                      <a:pt x="56" y="18"/>
                    </a:lnTo>
                    <a:lnTo>
                      <a:pt x="58" y="22"/>
                    </a:lnTo>
                    <a:lnTo>
                      <a:pt x="60" y="26"/>
                    </a:lnTo>
                    <a:lnTo>
                      <a:pt x="62" y="28"/>
                    </a:lnTo>
                    <a:lnTo>
                      <a:pt x="62" y="30"/>
                    </a:lnTo>
                    <a:lnTo>
                      <a:pt x="60" y="32"/>
                    </a:lnTo>
                    <a:lnTo>
                      <a:pt x="56" y="34"/>
                    </a:lnTo>
                    <a:lnTo>
                      <a:pt x="48" y="34"/>
                    </a:lnTo>
                    <a:lnTo>
                      <a:pt x="40" y="36"/>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8"/>
              <p:cNvSpPr/>
              <p:nvPr/>
            </p:nvSpPr>
            <p:spPr>
              <a:xfrm>
                <a:off x="1277" y="2662"/>
                <a:ext cx="22" cy="62"/>
              </a:xfrm>
              <a:custGeom>
                <a:avLst/>
                <a:gdLst/>
                <a:ahLst/>
                <a:cxnLst/>
                <a:rect l="l" t="t" r="r" b="b"/>
                <a:pathLst>
                  <a:path w="22" h="62" extrusionOk="0">
                    <a:moveTo>
                      <a:pt x="22" y="0"/>
                    </a:moveTo>
                    <a:lnTo>
                      <a:pt x="16" y="2"/>
                    </a:lnTo>
                    <a:lnTo>
                      <a:pt x="16" y="6"/>
                    </a:lnTo>
                    <a:lnTo>
                      <a:pt x="16" y="8"/>
                    </a:lnTo>
                    <a:lnTo>
                      <a:pt x="14" y="12"/>
                    </a:lnTo>
                    <a:lnTo>
                      <a:pt x="14" y="14"/>
                    </a:lnTo>
                    <a:lnTo>
                      <a:pt x="14" y="16"/>
                    </a:lnTo>
                    <a:lnTo>
                      <a:pt x="12" y="20"/>
                    </a:lnTo>
                    <a:lnTo>
                      <a:pt x="8" y="24"/>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8"/>
              <p:cNvSpPr/>
              <p:nvPr/>
            </p:nvSpPr>
            <p:spPr>
              <a:xfrm>
                <a:off x="1299" y="2594"/>
                <a:ext cx="80" cy="76"/>
              </a:xfrm>
              <a:custGeom>
                <a:avLst/>
                <a:gdLst/>
                <a:ahLst/>
                <a:cxnLst/>
                <a:rect l="l" t="t" r="r" b="b"/>
                <a:pathLst>
                  <a:path w="80" h="76" extrusionOk="0">
                    <a:moveTo>
                      <a:pt x="72" y="2"/>
                    </a:moveTo>
                    <a:lnTo>
                      <a:pt x="70" y="4"/>
                    </a:lnTo>
                    <a:lnTo>
                      <a:pt x="66" y="6"/>
                    </a:lnTo>
                    <a:lnTo>
                      <a:pt x="64" y="6"/>
                    </a:lnTo>
                    <a:lnTo>
                      <a:pt x="62" y="6"/>
                    </a:lnTo>
                    <a:lnTo>
                      <a:pt x="60" y="6"/>
                    </a:lnTo>
                    <a:lnTo>
                      <a:pt x="58" y="8"/>
                    </a:lnTo>
                    <a:lnTo>
                      <a:pt x="56" y="10"/>
                    </a:lnTo>
                    <a:lnTo>
                      <a:pt x="54" y="12"/>
                    </a:lnTo>
                    <a:lnTo>
                      <a:pt x="50" y="14"/>
                    </a:lnTo>
                    <a:lnTo>
                      <a:pt x="44" y="16"/>
                    </a:lnTo>
                    <a:lnTo>
                      <a:pt x="38" y="16"/>
                    </a:lnTo>
                    <a:lnTo>
                      <a:pt x="32" y="16"/>
                    </a:lnTo>
                    <a:lnTo>
                      <a:pt x="28" y="16"/>
                    </a:lnTo>
                    <a:lnTo>
                      <a:pt x="24" y="14"/>
                    </a:lnTo>
                    <a:lnTo>
                      <a:pt x="20" y="12"/>
                    </a:lnTo>
                    <a:lnTo>
                      <a:pt x="18" y="12"/>
                    </a:lnTo>
                    <a:lnTo>
                      <a:pt x="16" y="14"/>
                    </a:lnTo>
                    <a:lnTo>
                      <a:pt x="16" y="16"/>
                    </a:lnTo>
                    <a:lnTo>
                      <a:pt x="12" y="20"/>
                    </a:lnTo>
                    <a:lnTo>
                      <a:pt x="10" y="24"/>
                    </a:lnTo>
                    <a:lnTo>
                      <a:pt x="8" y="24"/>
                    </a:lnTo>
                    <a:lnTo>
                      <a:pt x="6" y="24"/>
                    </a:lnTo>
                    <a:lnTo>
                      <a:pt x="4" y="22"/>
                    </a:lnTo>
                    <a:lnTo>
                      <a:pt x="4" y="24"/>
                    </a:lnTo>
                    <a:lnTo>
                      <a:pt x="6" y="26"/>
                    </a:lnTo>
                    <a:lnTo>
                      <a:pt x="6" y="28"/>
                    </a:lnTo>
                    <a:lnTo>
                      <a:pt x="6" y="30"/>
                    </a:lnTo>
                    <a:lnTo>
                      <a:pt x="6" y="32"/>
                    </a:lnTo>
                    <a:lnTo>
                      <a:pt x="4" y="34"/>
                    </a:lnTo>
                    <a:lnTo>
                      <a:pt x="4" y="36"/>
                    </a:lnTo>
                    <a:lnTo>
                      <a:pt x="4" y="38"/>
                    </a:lnTo>
                    <a:lnTo>
                      <a:pt x="2"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4"/>
                    </a:lnTo>
                    <a:lnTo>
                      <a:pt x="2" y="66"/>
                    </a:lnTo>
                    <a:lnTo>
                      <a:pt x="0" y="68"/>
                    </a:lnTo>
                    <a:lnTo>
                      <a:pt x="2"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8"/>
              <p:cNvSpPr/>
              <p:nvPr/>
            </p:nvSpPr>
            <p:spPr>
              <a:xfrm>
                <a:off x="1403" y="2548"/>
                <a:ext cx="234" cy="248"/>
              </a:xfrm>
              <a:custGeom>
                <a:avLst/>
                <a:gdLst/>
                <a:ahLst/>
                <a:cxnLst/>
                <a:rect l="l" t="t" r="r" b="b"/>
                <a:pathLst>
                  <a:path w="234" h="248" extrusionOk="0">
                    <a:moveTo>
                      <a:pt x="14" y="42"/>
                    </a:moveTo>
                    <a:lnTo>
                      <a:pt x="16"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2" y="80"/>
                    </a:lnTo>
                    <a:lnTo>
                      <a:pt x="30" y="84"/>
                    </a:lnTo>
                    <a:lnTo>
                      <a:pt x="28" y="90"/>
                    </a:lnTo>
                    <a:lnTo>
                      <a:pt x="28" y="94"/>
                    </a:lnTo>
                    <a:lnTo>
                      <a:pt x="26" y="98"/>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4" y="56"/>
                    </a:lnTo>
                    <a:lnTo>
                      <a:pt x="122" y="56"/>
                    </a:lnTo>
                    <a:lnTo>
                      <a:pt x="118" y="58"/>
                    </a:lnTo>
                    <a:lnTo>
                      <a:pt x="112" y="58"/>
                    </a:lnTo>
                    <a:lnTo>
                      <a:pt x="102" y="58"/>
                    </a:lnTo>
                    <a:lnTo>
                      <a:pt x="100" y="60"/>
                    </a:lnTo>
                    <a:lnTo>
                      <a:pt x="98" y="60"/>
                    </a:lnTo>
                    <a:lnTo>
                      <a:pt x="96" y="58"/>
                    </a:lnTo>
                    <a:lnTo>
                      <a:pt x="90" y="56"/>
                    </a:lnTo>
                    <a:lnTo>
                      <a:pt x="82" y="50"/>
                    </a:lnTo>
                    <a:lnTo>
                      <a:pt x="76" y="40"/>
                    </a:lnTo>
                    <a:lnTo>
                      <a:pt x="72" y="26"/>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40"/>
                    </a:lnTo>
                    <a:lnTo>
                      <a:pt x="10" y="42"/>
                    </a:lnTo>
                    <a:lnTo>
                      <a:pt x="14" y="4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p8"/>
              <p:cNvSpPr/>
              <p:nvPr/>
            </p:nvSpPr>
            <p:spPr>
              <a:xfrm>
                <a:off x="987" y="3172"/>
                <a:ext cx="28" cy="22"/>
              </a:xfrm>
              <a:custGeom>
                <a:avLst/>
                <a:gdLst/>
                <a:ahLst/>
                <a:cxnLst/>
                <a:rect l="l" t="t" r="r" b="b"/>
                <a:pathLst>
                  <a:path w="28" h="22" extrusionOk="0">
                    <a:moveTo>
                      <a:pt x="2" y="10"/>
                    </a:moveTo>
                    <a:lnTo>
                      <a:pt x="4" y="22"/>
                    </a:lnTo>
                    <a:lnTo>
                      <a:pt x="28" y="4"/>
                    </a:lnTo>
                    <a:lnTo>
                      <a:pt x="26" y="2"/>
                    </a:lnTo>
                    <a:lnTo>
                      <a:pt x="24" y="0"/>
                    </a:lnTo>
                    <a:lnTo>
                      <a:pt x="22" y="0"/>
                    </a:lnTo>
                    <a:lnTo>
                      <a:pt x="20" y="0"/>
                    </a:lnTo>
                    <a:lnTo>
                      <a:pt x="14" y="2"/>
                    </a:lnTo>
                    <a:lnTo>
                      <a:pt x="0" y="8"/>
                    </a:lnTo>
                    <a:lnTo>
                      <a:pt x="2"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4" name="Google Shape;344;p8"/>
              <p:cNvSpPr/>
              <p:nvPr/>
            </p:nvSpPr>
            <p:spPr>
              <a:xfrm>
                <a:off x="731" y="2596"/>
                <a:ext cx="260" cy="246"/>
              </a:xfrm>
              <a:custGeom>
                <a:avLst/>
                <a:gdLst/>
                <a:ahLst/>
                <a:cxnLst/>
                <a:rect l="l" t="t" r="r" b="b"/>
                <a:pathLst>
                  <a:path w="260" h="246" extrusionOk="0">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20" y="62"/>
                    </a:lnTo>
                    <a:lnTo>
                      <a:pt x="220" y="64"/>
                    </a:lnTo>
                    <a:lnTo>
                      <a:pt x="222" y="74"/>
                    </a:lnTo>
                    <a:lnTo>
                      <a:pt x="224" y="88"/>
                    </a:lnTo>
                    <a:lnTo>
                      <a:pt x="228" y="102"/>
                    </a:lnTo>
                    <a:lnTo>
                      <a:pt x="234" y="110"/>
                    </a:lnTo>
                    <a:lnTo>
                      <a:pt x="234" y="112"/>
                    </a:lnTo>
                    <a:lnTo>
                      <a:pt x="234" y="116"/>
                    </a:lnTo>
                    <a:lnTo>
                      <a:pt x="234" y="120"/>
                    </a:lnTo>
                    <a:lnTo>
                      <a:pt x="236" y="126"/>
                    </a:lnTo>
                    <a:lnTo>
                      <a:pt x="236" y="130"/>
                    </a:lnTo>
                    <a:lnTo>
                      <a:pt x="238" y="134"/>
                    </a:lnTo>
                    <a:lnTo>
                      <a:pt x="238" y="138"/>
                    </a:lnTo>
                    <a:lnTo>
                      <a:pt x="238" y="140"/>
                    </a:lnTo>
                    <a:lnTo>
                      <a:pt x="240" y="142"/>
                    </a:lnTo>
                    <a:lnTo>
                      <a:pt x="244" y="144"/>
                    </a:lnTo>
                    <a:lnTo>
                      <a:pt x="244" y="146"/>
                    </a:lnTo>
                    <a:lnTo>
                      <a:pt x="244" y="150"/>
                    </a:lnTo>
                    <a:lnTo>
                      <a:pt x="244" y="154"/>
                    </a:lnTo>
                    <a:lnTo>
                      <a:pt x="246" y="158"/>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8"/>
              <p:cNvSpPr/>
              <p:nvPr/>
            </p:nvSpPr>
            <p:spPr>
              <a:xfrm>
                <a:off x="623" y="2734"/>
                <a:ext cx="112" cy="98"/>
              </a:xfrm>
              <a:custGeom>
                <a:avLst/>
                <a:gdLst/>
                <a:ahLst/>
                <a:cxnLst/>
                <a:rect l="l" t="t" r="r" b="b"/>
                <a:pathLst>
                  <a:path w="112" h="98" extrusionOk="0">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6"/>
                    </a:lnTo>
                    <a:lnTo>
                      <a:pt x="80" y="58"/>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8"/>
              <p:cNvSpPr/>
              <p:nvPr/>
            </p:nvSpPr>
            <p:spPr>
              <a:xfrm>
                <a:off x="617" y="2740"/>
                <a:ext cx="158" cy="182"/>
              </a:xfrm>
              <a:custGeom>
                <a:avLst/>
                <a:gdLst/>
                <a:ahLst/>
                <a:cxnLst/>
                <a:rect l="l" t="t" r="r" b="b"/>
                <a:pathLst>
                  <a:path w="158" h="182" extrusionOk="0">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6" y="52"/>
                    </a:lnTo>
                    <a:lnTo>
                      <a:pt x="86" y="50"/>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118" y="14"/>
                    </a:lnTo>
                    <a:lnTo>
                      <a:pt x="118" y="4"/>
                    </a:lnTo>
                    <a:lnTo>
                      <a:pt x="118" y="0"/>
                    </a:lnTo>
                    <a:lnTo>
                      <a:pt x="158" y="28"/>
                    </a:lnTo>
                    <a:lnTo>
                      <a:pt x="138" y="28"/>
                    </a:lnTo>
                    <a:lnTo>
                      <a:pt x="136" y="28"/>
                    </a:lnTo>
                    <a:lnTo>
                      <a:pt x="136" y="30"/>
                    </a:lnTo>
                    <a:lnTo>
                      <a:pt x="136" y="32"/>
                    </a:lnTo>
                    <a:lnTo>
                      <a:pt x="142" y="142"/>
                    </a:lnTo>
                    <a:lnTo>
                      <a:pt x="144" y="146"/>
                    </a:lnTo>
                    <a:lnTo>
                      <a:pt x="144" y="148"/>
                    </a:lnTo>
                    <a:lnTo>
                      <a:pt x="146" y="152"/>
                    </a:lnTo>
                    <a:lnTo>
                      <a:pt x="146" y="156"/>
                    </a:lnTo>
                    <a:lnTo>
                      <a:pt x="140" y="164"/>
                    </a:lnTo>
                    <a:lnTo>
                      <a:pt x="88" y="158"/>
                    </a:lnTo>
                    <a:lnTo>
                      <a:pt x="86" y="160"/>
                    </a:lnTo>
                    <a:lnTo>
                      <a:pt x="84" y="162"/>
                    </a:lnTo>
                    <a:lnTo>
                      <a:pt x="82" y="162"/>
                    </a:lnTo>
                    <a:lnTo>
                      <a:pt x="80" y="160"/>
                    </a:lnTo>
                    <a:lnTo>
                      <a:pt x="78" y="160"/>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7" name="Google Shape;347;p8"/>
              <p:cNvSpPr/>
              <p:nvPr/>
            </p:nvSpPr>
            <p:spPr>
              <a:xfrm>
                <a:off x="631" y="2938"/>
                <a:ext cx="40" cy="28"/>
              </a:xfrm>
              <a:custGeom>
                <a:avLst/>
                <a:gdLst/>
                <a:ahLst/>
                <a:cxnLst/>
                <a:rect l="l" t="t" r="r" b="b"/>
                <a:pathLst>
                  <a:path w="40" h="28" extrusionOk="0">
                    <a:moveTo>
                      <a:pt x="24" y="0"/>
                    </a:moveTo>
                    <a:lnTo>
                      <a:pt x="24" y="0"/>
                    </a:lnTo>
                    <a:lnTo>
                      <a:pt x="22" y="0"/>
                    </a:lnTo>
                    <a:lnTo>
                      <a:pt x="20" y="0"/>
                    </a:lnTo>
                    <a:lnTo>
                      <a:pt x="18" y="2"/>
                    </a:lnTo>
                    <a:lnTo>
                      <a:pt x="14" y="2"/>
                    </a:lnTo>
                    <a:lnTo>
                      <a:pt x="8" y="4"/>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8" name="Google Shape;348;p8"/>
              <p:cNvSpPr/>
              <p:nvPr/>
            </p:nvSpPr>
            <p:spPr>
              <a:xfrm>
                <a:off x="617" y="2896"/>
                <a:ext cx="66" cy="50"/>
              </a:xfrm>
              <a:custGeom>
                <a:avLst/>
                <a:gdLst/>
                <a:ahLst/>
                <a:cxnLst/>
                <a:rect l="l" t="t" r="r" b="b"/>
                <a:pathLst>
                  <a:path w="66" h="50" extrusionOk="0">
                    <a:moveTo>
                      <a:pt x="2" y="30"/>
                    </a:moveTo>
                    <a:lnTo>
                      <a:pt x="2" y="22"/>
                    </a:lnTo>
                    <a:lnTo>
                      <a:pt x="0" y="16"/>
                    </a:lnTo>
                    <a:lnTo>
                      <a:pt x="0" y="10"/>
                    </a:lnTo>
                    <a:lnTo>
                      <a:pt x="0" y="6"/>
                    </a:lnTo>
                    <a:lnTo>
                      <a:pt x="2" y="6"/>
                    </a:lnTo>
                    <a:lnTo>
                      <a:pt x="20" y="0"/>
                    </a:lnTo>
                    <a:lnTo>
                      <a:pt x="26" y="0"/>
                    </a:lnTo>
                    <a:lnTo>
                      <a:pt x="32" y="2"/>
                    </a:lnTo>
                    <a:lnTo>
                      <a:pt x="38" y="4"/>
                    </a:lnTo>
                    <a:lnTo>
                      <a:pt x="40" y="8"/>
                    </a:lnTo>
                    <a:lnTo>
                      <a:pt x="42" y="10"/>
                    </a:lnTo>
                    <a:lnTo>
                      <a:pt x="44" y="10"/>
                    </a:lnTo>
                    <a:lnTo>
                      <a:pt x="46" y="14"/>
                    </a:lnTo>
                    <a:lnTo>
                      <a:pt x="48" y="18"/>
                    </a:lnTo>
                    <a:lnTo>
                      <a:pt x="50" y="20"/>
                    </a:lnTo>
                    <a:lnTo>
                      <a:pt x="56" y="22"/>
                    </a:lnTo>
                    <a:lnTo>
                      <a:pt x="60" y="24"/>
                    </a:lnTo>
                    <a:lnTo>
                      <a:pt x="62" y="26"/>
                    </a:lnTo>
                    <a:lnTo>
                      <a:pt x="64" y="26"/>
                    </a:lnTo>
                    <a:lnTo>
                      <a:pt x="64" y="30"/>
                    </a:lnTo>
                    <a:lnTo>
                      <a:pt x="64" y="32"/>
                    </a:lnTo>
                    <a:lnTo>
                      <a:pt x="64" y="36"/>
                    </a:lnTo>
                    <a:lnTo>
                      <a:pt x="66" y="42"/>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8"/>
              <p:cNvSpPr/>
              <p:nvPr/>
            </p:nvSpPr>
            <p:spPr>
              <a:xfrm>
                <a:off x="621" y="2916"/>
                <a:ext cx="42" cy="10"/>
              </a:xfrm>
              <a:custGeom>
                <a:avLst/>
                <a:gdLst/>
                <a:ahLst/>
                <a:cxnLst/>
                <a:rect l="l" t="t" r="r" b="b"/>
                <a:pathLst>
                  <a:path w="42" h="10" extrusionOk="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8"/>
              <p:cNvSpPr/>
              <p:nvPr/>
            </p:nvSpPr>
            <p:spPr>
              <a:xfrm>
                <a:off x="697" y="3000"/>
                <a:ext cx="84" cy="56"/>
              </a:xfrm>
              <a:custGeom>
                <a:avLst/>
                <a:gdLst/>
                <a:ahLst/>
                <a:cxnLst/>
                <a:rect l="l" t="t" r="r" b="b"/>
                <a:pathLst>
                  <a:path w="84" h="56" extrusionOk="0">
                    <a:moveTo>
                      <a:pt x="24" y="44"/>
                    </a:moveTo>
                    <a:lnTo>
                      <a:pt x="22" y="38"/>
                    </a:lnTo>
                    <a:lnTo>
                      <a:pt x="0" y="20"/>
                    </a:lnTo>
                    <a:lnTo>
                      <a:pt x="4" y="18"/>
                    </a:lnTo>
                    <a:lnTo>
                      <a:pt x="6" y="16"/>
                    </a:lnTo>
                    <a:lnTo>
                      <a:pt x="12" y="12"/>
                    </a:lnTo>
                    <a:lnTo>
                      <a:pt x="14" y="8"/>
                    </a:lnTo>
                    <a:lnTo>
                      <a:pt x="16"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6" y="56"/>
                    </a:lnTo>
                    <a:lnTo>
                      <a:pt x="44" y="56"/>
                    </a:lnTo>
                    <a:lnTo>
                      <a:pt x="38" y="54"/>
                    </a:lnTo>
                    <a:lnTo>
                      <a:pt x="32" y="52"/>
                    </a:lnTo>
                    <a:lnTo>
                      <a:pt x="28" y="50"/>
                    </a:lnTo>
                    <a:lnTo>
                      <a:pt x="26" y="48"/>
                    </a:lnTo>
                    <a:lnTo>
                      <a:pt x="24" y="4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1" name="Google Shape;351;p8"/>
              <p:cNvSpPr/>
              <p:nvPr/>
            </p:nvSpPr>
            <p:spPr>
              <a:xfrm>
                <a:off x="679" y="2976"/>
                <a:ext cx="36" cy="44"/>
              </a:xfrm>
              <a:custGeom>
                <a:avLst/>
                <a:gdLst/>
                <a:ahLst/>
                <a:cxnLst/>
                <a:rect l="l" t="t" r="r" b="b"/>
                <a:pathLst>
                  <a:path w="36" h="44" extrusionOk="0">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28" y="38"/>
                    </a:lnTo>
                    <a:lnTo>
                      <a:pt x="24" y="40"/>
                    </a:lnTo>
                    <a:lnTo>
                      <a:pt x="20" y="44"/>
                    </a:lnTo>
                    <a:lnTo>
                      <a:pt x="18" y="44"/>
                    </a:lnTo>
                    <a:lnTo>
                      <a:pt x="16" y="44"/>
                    </a:lnTo>
                    <a:lnTo>
                      <a:pt x="14" y="42"/>
                    </a:lnTo>
                    <a:lnTo>
                      <a:pt x="10" y="40"/>
                    </a:lnTo>
                    <a:lnTo>
                      <a:pt x="8" y="38"/>
                    </a:lnTo>
                    <a:lnTo>
                      <a:pt x="0"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8"/>
              <p:cNvSpPr/>
              <p:nvPr/>
            </p:nvSpPr>
            <p:spPr>
              <a:xfrm>
                <a:off x="647" y="2940"/>
                <a:ext cx="100" cy="70"/>
              </a:xfrm>
              <a:custGeom>
                <a:avLst/>
                <a:gdLst/>
                <a:ahLst/>
                <a:cxnLst/>
                <a:rect l="l" t="t" r="r" b="b"/>
                <a:pathLst>
                  <a:path w="100" h="70" extrusionOk="0">
                    <a:moveTo>
                      <a:pt x="18" y="40"/>
                    </a:moveTo>
                    <a:lnTo>
                      <a:pt x="0" y="26"/>
                    </a:lnTo>
                    <a:lnTo>
                      <a:pt x="18" y="20"/>
                    </a:lnTo>
                    <a:lnTo>
                      <a:pt x="20" y="18"/>
                    </a:lnTo>
                    <a:lnTo>
                      <a:pt x="22" y="16"/>
                    </a:lnTo>
                    <a:lnTo>
                      <a:pt x="24" y="12"/>
                    </a:lnTo>
                    <a:lnTo>
                      <a:pt x="24" y="8"/>
                    </a:lnTo>
                    <a:lnTo>
                      <a:pt x="22" y="4"/>
                    </a:lnTo>
                    <a:lnTo>
                      <a:pt x="22" y="0"/>
                    </a:lnTo>
                    <a:lnTo>
                      <a:pt x="24" y="0"/>
                    </a:lnTo>
                    <a:lnTo>
                      <a:pt x="26" y="0"/>
                    </a:lnTo>
                    <a:lnTo>
                      <a:pt x="30" y="0"/>
                    </a:lnTo>
                    <a:lnTo>
                      <a:pt x="34" y="0"/>
                    </a:lnTo>
                    <a:lnTo>
                      <a:pt x="36" y="2"/>
                    </a:lnTo>
                    <a:lnTo>
                      <a:pt x="38" y="4"/>
                    </a:lnTo>
                    <a:lnTo>
                      <a:pt x="38" y="6"/>
                    </a:lnTo>
                    <a:lnTo>
                      <a:pt x="40" y="6"/>
                    </a:lnTo>
                    <a:lnTo>
                      <a:pt x="44" y="6"/>
                    </a:lnTo>
                    <a:lnTo>
                      <a:pt x="46" y="8"/>
                    </a:lnTo>
                    <a:lnTo>
                      <a:pt x="52" y="10"/>
                    </a:lnTo>
                    <a:lnTo>
                      <a:pt x="58" y="10"/>
                    </a:lnTo>
                    <a:lnTo>
                      <a:pt x="62" y="10"/>
                    </a:lnTo>
                    <a:lnTo>
                      <a:pt x="64" y="8"/>
                    </a:lnTo>
                    <a:lnTo>
                      <a:pt x="66" y="6"/>
                    </a:lnTo>
                    <a:lnTo>
                      <a:pt x="64" y="6"/>
                    </a:lnTo>
                    <a:lnTo>
                      <a:pt x="64"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48" y="36"/>
                    </a:lnTo>
                    <a:lnTo>
                      <a:pt x="44" y="38"/>
                    </a:lnTo>
                    <a:lnTo>
                      <a:pt x="40" y="40"/>
                    </a:lnTo>
                    <a:lnTo>
                      <a:pt x="36" y="42"/>
                    </a:lnTo>
                    <a:lnTo>
                      <a:pt x="32" y="46"/>
                    </a:lnTo>
                    <a:lnTo>
                      <a:pt x="32" y="52"/>
                    </a:lnTo>
                    <a:lnTo>
                      <a:pt x="18" y="4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8"/>
              <p:cNvSpPr/>
              <p:nvPr/>
            </p:nvSpPr>
            <p:spPr>
              <a:xfrm>
                <a:off x="735" y="2960"/>
                <a:ext cx="84" cy="88"/>
              </a:xfrm>
              <a:custGeom>
                <a:avLst/>
                <a:gdLst/>
                <a:ahLst/>
                <a:cxnLst/>
                <a:rect l="l" t="t" r="r" b="b"/>
                <a:pathLst>
                  <a:path w="84" h="88" extrusionOk="0">
                    <a:moveTo>
                      <a:pt x="42" y="86"/>
                    </a:moveTo>
                    <a:lnTo>
                      <a:pt x="42" y="84"/>
                    </a:lnTo>
                    <a:lnTo>
                      <a:pt x="44" y="82"/>
                    </a:lnTo>
                    <a:lnTo>
                      <a:pt x="44" y="78"/>
                    </a:lnTo>
                    <a:lnTo>
                      <a:pt x="46" y="74"/>
                    </a:lnTo>
                    <a:lnTo>
                      <a:pt x="44" y="68"/>
                    </a:lnTo>
                    <a:lnTo>
                      <a:pt x="42" y="66"/>
                    </a:lnTo>
                    <a:lnTo>
                      <a:pt x="40" y="64"/>
                    </a:lnTo>
                    <a:lnTo>
                      <a:pt x="36" y="64"/>
                    </a:lnTo>
                    <a:lnTo>
                      <a:pt x="32" y="64"/>
                    </a:lnTo>
                    <a:lnTo>
                      <a:pt x="30" y="64"/>
                    </a:lnTo>
                    <a:lnTo>
                      <a:pt x="28" y="62"/>
                    </a:lnTo>
                    <a:lnTo>
                      <a:pt x="26" y="58"/>
                    </a:lnTo>
                    <a:lnTo>
                      <a:pt x="26" y="54"/>
                    </a:lnTo>
                    <a:lnTo>
                      <a:pt x="26" y="50"/>
                    </a:lnTo>
                    <a:lnTo>
                      <a:pt x="26" y="48"/>
                    </a:lnTo>
                    <a:lnTo>
                      <a:pt x="24" y="46"/>
                    </a:lnTo>
                    <a:lnTo>
                      <a:pt x="22" y="44"/>
                    </a:lnTo>
                    <a:lnTo>
                      <a:pt x="18" y="42"/>
                    </a:lnTo>
                    <a:lnTo>
                      <a:pt x="14" y="44"/>
                    </a:lnTo>
                    <a:lnTo>
                      <a:pt x="10" y="48"/>
                    </a:lnTo>
                    <a:lnTo>
                      <a:pt x="10" y="46"/>
                    </a:lnTo>
                    <a:lnTo>
                      <a:pt x="10" y="44"/>
                    </a:lnTo>
                    <a:lnTo>
                      <a:pt x="10" y="40"/>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4" name="Google Shape;354;p8"/>
              <p:cNvSpPr/>
              <p:nvPr/>
            </p:nvSpPr>
            <p:spPr>
              <a:xfrm>
                <a:off x="773" y="2924"/>
                <a:ext cx="74" cy="38"/>
              </a:xfrm>
              <a:custGeom>
                <a:avLst/>
                <a:gdLst/>
                <a:ahLst/>
                <a:cxnLst/>
                <a:rect l="l" t="t" r="r" b="b"/>
                <a:pathLst>
                  <a:path w="74" h="38" extrusionOk="0">
                    <a:moveTo>
                      <a:pt x="28" y="8"/>
                    </a:moveTo>
                    <a:lnTo>
                      <a:pt x="28" y="8"/>
                    </a:lnTo>
                    <a:lnTo>
                      <a:pt x="24" y="8"/>
                    </a:lnTo>
                    <a:lnTo>
                      <a:pt x="20" y="8"/>
                    </a:lnTo>
                    <a:lnTo>
                      <a:pt x="16" y="10"/>
                    </a:lnTo>
                    <a:lnTo>
                      <a:pt x="12" y="12"/>
                    </a:lnTo>
                    <a:lnTo>
                      <a:pt x="8" y="16"/>
                    </a:lnTo>
                    <a:lnTo>
                      <a:pt x="4" y="22"/>
                    </a:lnTo>
                    <a:lnTo>
                      <a:pt x="0" y="38"/>
                    </a:lnTo>
                    <a:lnTo>
                      <a:pt x="2" y="38"/>
                    </a:lnTo>
                    <a:lnTo>
                      <a:pt x="6" y="36"/>
                    </a:lnTo>
                    <a:lnTo>
                      <a:pt x="10" y="36"/>
                    </a:lnTo>
                    <a:lnTo>
                      <a:pt x="16" y="38"/>
                    </a:lnTo>
                    <a:lnTo>
                      <a:pt x="18" y="38"/>
                    </a:lnTo>
                    <a:lnTo>
                      <a:pt x="22" y="38"/>
                    </a:lnTo>
                    <a:lnTo>
                      <a:pt x="28" y="36"/>
                    </a:lnTo>
                    <a:lnTo>
                      <a:pt x="30" y="36"/>
                    </a:lnTo>
                    <a:lnTo>
                      <a:pt x="32"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18"/>
                    </a:lnTo>
                    <a:lnTo>
                      <a:pt x="72" y="16"/>
                    </a:lnTo>
                    <a:lnTo>
                      <a:pt x="70" y="16"/>
                    </a:lnTo>
                    <a:lnTo>
                      <a:pt x="66" y="14"/>
                    </a:lnTo>
                    <a:lnTo>
                      <a:pt x="64" y="12"/>
                    </a:lnTo>
                    <a:lnTo>
                      <a:pt x="62" y="8"/>
                    </a:lnTo>
                    <a:lnTo>
                      <a:pt x="60" y="4"/>
                    </a:lnTo>
                    <a:lnTo>
                      <a:pt x="60" y="2"/>
                    </a:lnTo>
                    <a:lnTo>
                      <a:pt x="58" y="0"/>
                    </a:lnTo>
                    <a:lnTo>
                      <a:pt x="56" y="0"/>
                    </a:lnTo>
                    <a:lnTo>
                      <a:pt x="54" y="2"/>
                    </a:lnTo>
                    <a:lnTo>
                      <a:pt x="50" y="2"/>
                    </a:lnTo>
                    <a:lnTo>
                      <a:pt x="46" y="4"/>
                    </a:lnTo>
                    <a:lnTo>
                      <a:pt x="40" y="6"/>
                    </a:lnTo>
                    <a:lnTo>
                      <a:pt x="36" y="8"/>
                    </a:lnTo>
                    <a:lnTo>
                      <a:pt x="28"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5" name="Google Shape;355;p8"/>
              <p:cNvSpPr/>
              <p:nvPr/>
            </p:nvSpPr>
            <p:spPr>
              <a:xfrm>
                <a:off x="809" y="2944"/>
                <a:ext cx="32" cy="106"/>
              </a:xfrm>
              <a:custGeom>
                <a:avLst/>
                <a:gdLst/>
                <a:ahLst/>
                <a:cxnLst/>
                <a:rect l="l" t="t" r="r" b="b"/>
                <a:pathLst>
                  <a:path w="32" h="106" extrusionOk="0">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8"/>
              <p:cNvSpPr/>
              <p:nvPr/>
            </p:nvSpPr>
            <p:spPr>
              <a:xfrm>
                <a:off x="829" y="2944"/>
                <a:ext cx="26" cy="106"/>
              </a:xfrm>
              <a:custGeom>
                <a:avLst/>
                <a:gdLst/>
                <a:ahLst/>
                <a:cxnLst/>
                <a:rect l="l" t="t" r="r" b="b"/>
                <a:pathLst>
                  <a:path w="26" h="106" extrusionOk="0">
                    <a:moveTo>
                      <a:pt x="0" y="2"/>
                    </a:moveTo>
                    <a:lnTo>
                      <a:pt x="0" y="2"/>
                    </a:lnTo>
                    <a:lnTo>
                      <a:pt x="4" y="0"/>
                    </a:lnTo>
                    <a:lnTo>
                      <a:pt x="8" y="2"/>
                    </a:lnTo>
                    <a:lnTo>
                      <a:pt x="14" y="2"/>
                    </a:lnTo>
                    <a:lnTo>
                      <a:pt x="14" y="4"/>
                    </a:lnTo>
                    <a:lnTo>
                      <a:pt x="14" y="6"/>
                    </a:lnTo>
                    <a:lnTo>
                      <a:pt x="14" y="8"/>
                    </a:lnTo>
                    <a:lnTo>
                      <a:pt x="14" y="10"/>
                    </a:lnTo>
                    <a:lnTo>
                      <a:pt x="16" y="12"/>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7" name="Google Shape;357;p8"/>
              <p:cNvSpPr/>
              <p:nvPr/>
            </p:nvSpPr>
            <p:spPr>
              <a:xfrm>
                <a:off x="841" y="2938"/>
                <a:ext cx="42" cy="102"/>
              </a:xfrm>
              <a:custGeom>
                <a:avLst/>
                <a:gdLst/>
                <a:ahLst/>
                <a:cxnLst/>
                <a:rect l="l" t="t" r="r" b="b"/>
                <a:pathLst>
                  <a:path w="42" h="102" extrusionOk="0">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8" name="Google Shape;358;p8"/>
              <p:cNvSpPr/>
              <p:nvPr/>
            </p:nvSpPr>
            <p:spPr>
              <a:xfrm>
                <a:off x="683" y="2614"/>
                <a:ext cx="158" cy="126"/>
              </a:xfrm>
              <a:custGeom>
                <a:avLst/>
                <a:gdLst/>
                <a:ahLst/>
                <a:cxnLst/>
                <a:rect l="l" t="t" r="r" b="b"/>
                <a:pathLst>
                  <a:path w="158" h="126" extrusionOk="0">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9" name="Google Shape;359;p8"/>
              <p:cNvSpPr/>
              <p:nvPr/>
            </p:nvSpPr>
            <p:spPr>
              <a:xfrm>
                <a:off x="941" y="2592"/>
                <a:ext cx="52" cy="112"/>
              </a:xfrm>
              <a:custGeom>
                <a:avLst/>
                <a:gdLst/>
                <a:ahLst/>
                <a:cxnLst/>
                <a:rect l="l" t="t" r="r" b="b"/>
                <a:pathLst>
                  <a:path w="52" h="112" extrusionOk="0">
                    <a:moveTo>
                      <a:pt x="10" y="12"/>
                    </a:moveTo>
                    <a:lnTo>
                      <a:pt x="8" y="12"/>
                    </a:lnTo>
                    <a:lnTo>
                      <a:pt x="8" y="14"/>
                    </a:lnTo>
                    <a:lnTo>
                      <a:pt x="6" y="18"/>
                    </a:lnTo>
                    <a:lnTo>
                      <a:pt x="4" y="22"/>
                    </a:lnTo>
                    <a:lnTo>
                      <a:pt x="4" y="28"/>
                    </a:lnTo>
                    <a:lnTo>
                      <a:pt x="4" y="30"/>
                    </a:lnTo>
                    <a:lnTo>
                      <a:pt x="4" y="32"/>
                    </a:lnTo>
                    <a:lnTo>
                      <a:pt x="4" y="36"/>
                    </a:lnTo>
                    <a:lnTo>
                      <a:pt x="2" y="38"/>
                    </a:lnTo>
                    <a:lnTo>
                      <a:pt x="0" y="40"/>
                    </a:lnTo>
                    <a:lnTo>
                      <a:pt x="0" y="42"/>
                    </a:lnTo>
                    <a:lnTo>
                      <a:pt x="0" y="46"/>
                    </a:lnTo>
                    <a:lnTo>
                      <a:pt x="0" y="48"/>
                    </a:lnTo>
                    <a:lnTo>
                      <a:pt x="2" y="50"/>
                    </a:lnTo>
                    <a:lnTo>
                      <a:pt x="2" y="52"/>
                    </a:lnTo>
                    <a:lnTo>
                      <a:pt x="2" y="54"/>
                    </a:lnTo>
                    <a:lnTo>
                      <a:pt x="2" y="56"/>
                    </a:lnTo>
                    <a:lnTo>
                      <a:pt x="2" y="58"/>
                    </a:lnTo>
                    <a:lnTo>
                      <a:pt x="4" y="62"/>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6" y="48"/>
                    </a:lnTo>
                    <a:lnTo>
                      <a:pt x="48" y="46"/>
                    </a:lnTo>
                    <a:lnTo>
                      <a:pt x="50" y="46"/>
                    </a:lnTo>
                    <a:lnTo>
                      <a:pt x="50" y="44"/>
                    </a:lnTo>
                    <a:lnTo>
                      <a:pt x="50" y="42"/>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0" y="0"/>
                    </a:lnTo>
                    <a:lnTo>
                      <a:pt x="26" y="0"/>
                    </a:lnTo>
                    <a:lnTo>
                      <a:pt x="22" y="2"/>
                    </a:lnTo>
                    <a:lnTo>
                      <a:pt x="18" y="4"/>
                    </a:lnTo>
                    <a:lnTo>
                      <a:pt x="16" y="4"/>
                    </a:lnTo>
                    <a:lnTo>
                      <a:pt x="14" y="6"/>
                    </a:lnTo>
                    <a:lnTo>
                      <a:pt x="12" y="8"/>
                    </a:lnTo>
                    <a:lnTo>
                      <a:pt x="10" y="1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0" name="Google Shape;360;p8"/>
              <p:cNvSpPr/>
              <p:nvPr/>
            </p:nvSpPr>
            <p:spPr>
              <a:xfrm>
                <a:off x="963" y="2654"/>
                <a:ext cx="206" cy="202"/>
              </a:xfrm>
              <a:custGeom>
                <a:avLst/>
                <a:gdLst/>
                <a:ahLst/>
                <a:cxnLst/>
                <a:rect l="l" t="t" r="r" b="b"/>
                <a:pathLst>
                  <a:path w="206" h="202" extrusionOk="0">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58" y="12"/>
                    </a:lnTo>
                    <a:lnTo>
                      <a:pt x="56" y="10"/>
                    </a:lnTo>
                    <a:lnTo>
                      <a:pt x="52" y="8"/>
                    </a:lnTo>
                    <a:lnTo>
                      <a:pt x="46" y="6"/>
                    </a:lnTo>
                    <a:lnTo>
                      <a:pt x="42" y="4"/>
                    </a:lnTo>
                    <a:lnTo>
                      <a:pt x="38" y="4"/>
                    </a:lnTo>
                    <a:lnTo>
                      <a:pt x="24" y="0"/>
                    </a:lnTo>
                    <a:lnTo>
                      <a:pt x="24" y="2"/>
                    </a:lnTo>
                    <a:lnTo>
                      <a:pt x="24" y="4"/>
                    </a:lnTo>
                    <a:lnTo>
                      <a:pt x="26" y="8"/>
                    </a:lnTo>
                    <a:lnTo>
                      <a:pt x="26" y="12"/>
                    </a:lnTo>
                    <a:lnTo>
                      <a:pt x="26" y="16"/>
                    </a:lnTo>
                    <a:lnTo>
                      <a:pt x="24" y="18"/>
                    </a:lnTo>
                    <a:lnTo>
                      <a:pt x="22" y="20"/>
                    </a:lnTo>
                    <a:lnTo>
                      <a:pt x="20" y="20"/>
                    </a:lnTo>
                    <a:lnTo>
                      <a:pt x="18" y="20"/>
                    </a:lnTo>
                    <a:lnTo>
                      <a:pt x="18" y="22"/>
                    </a:lnTo>
                    <a:lnTo>
                      <a:pt x="16" y="22"/>
                    </a:lnTo>
                    <a:lnTo>
                      <a:pt x="16" y="26"/>
                    </a:lnTo>
                    <a:lnTo>
                      <a:pt x="18" y="30"/>
                    </a:lnTo>
                    <a:lnTo>
                      <a:pt x="18" y="32"/>
                    </a:lnTo>
                    <a:lnTo>
                      <a:pt x="16" y="34"/>
                    </a:lnTo>
                    <a:lnTo>
                      <a:pt x="14" y="36"/>
                    </a:lnTo>
                    <a:lnTo>
                      <a:pt x="12" y="40"/>
                    </a:lnTo>
                    <a:lnTo>
                      <a:pt x="8" y="42"/>
                    </a:lnTo>
                    <a:lnTo>
                      <a:pt x="6" y="46"/>
                    </a:lnTo>
                    <a:lnTo>
                      <a:pt x="2" y="48"/>
                    </a:lnTo>
                    <a:lnTo>
                      <a:pt x="2" y="50"/>
                    </a:lnTo>
                    <a:lnTo>
                      <a:pt x="0" y="50"/>
                    </a:lnTo>
                    <a:lnTo>
                      <a:pt x="2" y="50"/>
                    </a:lnTo>
                    <a:lnTo>
                      <a:pt x="2" y="54"/>
                    </a:lnTo>
                    <a:lnTo>
                      <a:pt x="2" y="56"/>
                    </a:lnTo>
                    <a:lnTo>
                      <a:pt x="4" y="60"/>
                    </a:lnTo>
                    <a:lnTo>
                      <a:pt x="4" y="66"/>
                    </a:lnTo>
                    <a:lnTo>
                      <a:pt x="4" y="72"/>
                    </a:lnTo>
                    <a:lnTo>
                      <a:pt x="6" y="76"/>
                    </a:lnTo>
                    <a:lnTo>
                      <a:pt x="6" y="80"/>
                    </a:lnTo>
                    <a:lnTo>
                      <a:pt x="8" y="82"/>
                    </a:lnTo>
                    <a:lnTo>
                      <a:pt x="10" y="84"/>
                    </a:lnTo>
                    <a:lnTo>
                      <a:pt x="12" y="88"/>
                    </a:lnTo>
                    <a:lnTo>
                      <a:pt x="12" y="92"/>
                    </a:lnTo>
                    <a:lnTo>
                      <a:pt x="12" y="96"/>
                    </a:lnTo>
                    <a:lnTo>
                      <a:pt x="12" y="102"/>
                    </a:lnTo>
                    <a:lnTo>
                      <a:pt x="12" y="106"/>
                    </a:lnTo>
                    <a:lnTo>
                      <a:pt x="10" y="108"/>
                    </a:lnTo>
                    <a:lnTo>
                      <a:pt x="12" y="110"/>
                    </a:lnTo>
                    <a:lnTo>
                      <a:pt x="14" y="112"/>
                    </a:lnTo>
                    <a:lnTo>
                      <a:pt x="14" y="116"/>
                    </a:lnTo>
                    <a:lnTo>
                      <a:pt x="14" y="122"/>
                    </a:lnTo>
                    <a:lnTo>
                      <a:pt x="28" y="142"/>
                    </a:lnTo>
                    <a:lnTo>
                      <a:pt x="30" y="142"/>
                    </a:lnTo>
                    <a:lnTo>
                      <a:pt x="32" y="142"/>
                    </a:lnTo>
                    <a:lnTo>
                      <a:pt x="36" y="142"/>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8"/>
              <p:cNvSpPr/>
              <p:nvPr/>
            </p:nvSpPr>
            <p:spPr>
              <a:xfrm>
                <a:off x="875" y="2936"/>
                <a:ext cx="146" cy="120"/>
              </a:xfrm>
              <a:custGeom>
                <a:avLst/>
                <a:gdLst/>
                <a:ahLst/>
                <a:cxnLst/>
                <a:rect l="l" t="t" r="r" b="b"/>
                <a:pathLst>
                  <a:path w="146" h="120" extrusionOk="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58" y="14"/>
                    </a:lnTo>
                    <a:lnTo>
                      <a:pt x="54" y="10"/>
                    </a:lnTo>
                    <a:lnTo>
                      <a:pt x="50" y="10"/>
                    </a:lnTo>
                    <a:lnTo>
                      <a:pt x="46" y="8"/>
                    </a:lnTo>
                    <a:lnTo>
                      <a:pt x="42" y="8"/>
                    </a:lnTo>
                    <a:lnTo>
                      <a:pt x="40" y="6"/>
                    </a:lnTo>
                    <a:lnTo>
                      <a:pt x="38" y="6"/>
                    </a:lnTo>
                    <a:lnTo>
                      <a:pt x="34" y="6"/>
                    </a:lnTo>
                    <a:lnTo>
                      <a:pt x="30" y="6"/>
                    </a:lnTo>
                    <a:lnTo>
                      <a:pt x="22" y="6"/>
                    </a:lnTo>
                    <a:lnTo>
                      <a:pt x="16" y="8"/>
                    </a:lnTo>
                    <a:lnTo>
                      <a:pt x="10" y="12"/>
                    </a:lnTo>
                    <a:lnTo>
                      <a:pt x="6" y="14"/>
                    </a:lnTo>
                    <a:lnTo>
                      <a:pt x="4" y="18"/>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4" y="72"/>
                    </a:lnTo>
                    <a:lnTo>
                      <a:pt x="126" y="72"/>
                    </a:lnTo>
                    <a:lnTo>
                      <a:pt x="128" y="70"/>
                    </a:lnTo>
                    <a:lnTo>
                      <a:pt x="132" y="68"/>
                    </a:lnTo>
                    <a:lnTo>
                      <a:pt x="136" y="64"/>
                    </a:lnTo>
                    <a:lnTo>
                      <a:pt x="138" y="5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2" name="Google Shape;362;p8"/>
              <p:cNvSpPr/>
              <p:nvPr/>
            </p:nvSpPr>
            <p:spPr>
              <a:xfrm>
                <a:off x="995" y="2796"/>
                <a:ext cx="52" cy="132"/>
              </a:xfrm>
              <a:custGeom>
                <a:avLst/>
                <a:gdLst/>
                <a:ahLst/>
                <a:cxnLst/>
                <a:rect l="l" t="t" r="r" b="b"/>
                <a:pathLst>
                  <a:path w="52" h="132" extrusionOk="0">
                    <a:moveTo>
                      <a:pt x="28" y="132"/>
                    </a:move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3" name="Google Shape;363;p8"/>
              <p:cNvSpPr/>
              <p:nvPr/>
            </p:nvSpPr>
            <p:spPr>
              <a:xfrm>
                <a:off x="829" y="2796"/>
                <a:ext cx="218" cy="162"/>
              </a:xfrm>
              <a:custGeom>
                <a:avLst/>
                <a:gdLst/>
                <a:ahLst/>
                <a:cxnLst/>
                <a:rect l="l" t="t" r="r" b="b"/>
                <a:pathLst>
                  <a:path w="218" h="162" extrusionOk="0">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40"/>
                    </a:lnTo>
                    <a:lnTo>
                      <a:pt x="10" y="142"/>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4" name="Google Shape;364;p8"/>
              <p:cNvSpPr/>
              <p:nvPr/>
            </p:nvSpPr>
            <p:spPr>
              <a:xfrm>
                <a:off x="961" y="2936"/>
                <a:ext cx="88" cy="148"/>
              </a:xfrm>
              <a:custGeom>
                <a:avLst/>
                <a:gdLst/>
                <a:ahLst/>
                <a:cxnLst/>
                <a:rect l="l" t="t" r="r" b="b"/>
                <a:pathLst>
                  <a:path w="88" h="148" extrusionOk="0">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6" y="42"/>
                    </a:lnTo>
                    <a:lnTo>
                      <a:pt x="74" y="40"/>
                    </a:lnTo>
                    <a:lnTo>
                      <a:pt x="72" y="34"/>
                    </a:lnTo>
                    <a:lnTo>
                      <a:pt x="72" y="30"/>
                    </a:lnTo>
                    <a:lnTo>
                      <a:pt x="72" y="24"/>
                    </a:lnTo>
                    <a:lnTo>
                      <a:pt x="72" y="20"/>
                    </a:lnTo>
                    <a:lnTo>
                      <a:pt x="72" y="16"/>
                    </a:lnTo>
                    <a:lnTo>
                      <a:pt x="72" y="12"/>
                    </a:lnTo>
                    <a:lnTo>
                      <a:pt x="72" y="8"/>
                    </a:lnTo>
                    <a:lnTo>
                      <a:pt x="70" y="4"/>
                    </a:lnTo>
                    <a:lnTo>
                      <a:pt x="66" y="2"/>
                    </a:lnTo>
                    <a:lnTo>
                      <a:pt x="6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8"/>
              <p:cNvSpPr/>
              <p:nvPr/>
            </p:nvSpPr>
            <p:spPr>
              <a:xfrm>
                <a:off x="1021" y="2810"/>
                <a:ext cx="126" cy="212"/>
              </a:xfrm>
              <a:custGeom>
                <a:avLst/>
                <a:gdLst/>
                <a:ahLst/>
                <a:cxnLst/>
                <a:rect l="l" t="t" r="r" b="b"/>
                <a:pathLst>
                  <a:path w="126" h="212" extrusionOk="0">
                    <a:moveTo>
                      <a:pt x="18" y="0"/>
                    </a:moveTo>
                    <a:lnTo>
                      <a:pt x="126" y="46"/>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4" y="178"/>
                    </a:lnTo>
                    <a:lnTo>
                      <a:pt x="100" y="178"/>
                    </a:lnTo>
                    <a:lnTo>
                      <a:pt x="96" y="180"/>
                    </a:lnTo>
                    <a:lnTo>
                      <a:pt x="92" y="182"/>
                    </a:lnTo>
                    <a:lnTo>
                      <a:pt x="88" y="186"/>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6" name="Google Shape;366;p8"/>
              <p:cNvSpPr/>
              <p:nvPr/>
            </p:nvSpPr>
            <p:spPr>
              <a:xfrm>
                <a:off x="1119" y="2816"/>
                <a:ext cx="218" cy="250"/>
              </a:xfrm>
              <a:custGeom>
                <a:avLst/>
                <a:gdLst/>
                <a:ahLst/>
                <a:cxnLst/>
                <a:rect l="l" t="t" r="r" b="b"/>
                <a:pathLst>
                  <a:path w="218" h="250" extrusionOk="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8" y="94"/>
                    </a:lnTo>
                    <a:lnTo>
                      <a:pt x="8" y="98"/>
                    </a:lnTo>
                    <a:lnTo>
                      <a:pt x="6" y="100"/>
                    </a:lnTo>
                    <a:lnTo>
                      <a:pt x="6" y="102"/>
                    </a:lnTo>
                    <a:lnTo>
                      <a:pt x="4" y="104"/>
                    </a:lnTo>
                    <a:lnTo>
                      <a:pt x="2" y="106"/>
                    </a:lnTo>
                    <a:lnTo>
                      <a:pt x="0" y="108"/>
                    </a:lnTo>
                    <a:lnTo>
                      <a:pt x="0" y="110"/>
                    </a:lnTo>
                    <a:lnTo>
                      <a:pt x="0" y="114"/>
                    </a:lnTo>
                    <a:lnTo>
                      <a:pt x="2" y="118"/>
                    </a:lnTo>
                    <a:lnTo>
                      <a:pt x="4" y="122"/>
                    </a:lnTo>
                    <a:lnTo>
                      <a:pt x="6" y="124"/>
                    </a:lnTo>
                    <a:lnTo>
                      <a:pt x="6" y="128"/>
                    </a:lnTo>
                    <a:lnTo>
                      <a:pt x="6" y="132"/>
                    </a:lnTo>
                    <a:lnTo>
                      <a:pt x="6" y="136"/>
                    </a:lnTo>
                    <a:lnTo>
                      <a:pt x="4" y="140"/>
                    </a:lnTo>
                    <a:lnTo>
                      <a:pt x="4" y="146"/>
                    </a:lnTo>
                    <a:lnTo>
                      <a:pt x="6" y="152"/>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198" y="18"/>
                    </a:lnTo>
                    <a:lnTo>
                      <a:pt x="196" y="12"/>
                    </a:lnTo>
                    <a:lnTo>
                      <a:pt x="192" y="8"/>
                    </a:lnTo>
                    <a:lnTo>
                      <a:pt x="18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7" name="Google Shape;367;p8"/>
              <p:cNvSpPr/>
              <p:nvPr/>
            </p:nvSpPr>
            <p:spPr>
              <a:xfrm>
                <a:off x="1023" y="2986"/>
                <a:ext cx="148" cy="84"/>
              </a:xfrm>
              <a:custGeom>
                <a:avLst/>
                <a:gdLst/>
                <a:ahLst/>
                <a:cxnLst/>
                <a:rect l="l" t="t" r="r" b="b"/>
                <a:pathLst>
                  <a:path w="148" h="84" extrusionOk="0">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2" y="50"/>
                    </a:lnTo>
                    <a:lnTo>
                      <a:pt x="0" y="50"/>
                    </a:lnTo>
                    <a:lnTo>
                      <a:pt x="2" y="52"/>
                    </a:lnTo>
                    <a:lnTo>
                      <a:pt x="4" y="52"/>
                    </a:lnTo>
                    <a:lnTo>
                      <a:pt x="4" y="54"/>
                    </a:lnTo>
                    <a:lnTo>
                      <a:pt x="4" y="56"/>
                    </a:lnTo>
                    <a:lnTo>
                      <a:pt x="6" y="60"/>
                    </a:lnTo>
                    <a:lnTo>
                      <a:pt x="6" y="66"/>
                    </a:lnTo>
                    <a:lnTo>
                      <a:pt x="10" y="70"/>
                    </a:lnTo>
                    <a:lnTo>
                      <a:pt x="14" y="74"/>
                    </a:lnTo>
                    <a:lnTo>
                      <a:pt x="26" y="84"/>
                    </a:lnTo>
                    <a:lnTo>
                      <a:pt x="38" y="74"/>
                    </a:lnTo>
                    <a:lnTo>
                      <a:pt x="40" y="72"/>
                    </a:lnTo>
                    <a:lnTo>
                      <a:pt x="42" y="68"/>
                    </a:lnTo>
                    <a:lnTo>
                      <a:pt x="44" y="66"/>
                    </a:lnTo>
                    <a:lnTo>
                      <a:pt x="48" y="62"/>
                    </a:lnTo>
                    <a:lnTo>
                      <a:pt x="52" y="60"/>
                    </a:lnTo>
                    <a:lnTo>
                      <a:pt x="58" y="60"/>
                    </a:lnTo>
                    <a:lnTo>
                      <a:pt x="60" y="62"/>
                    </a:lnTo>
                    <a:lnTo>
                      <a:pt x="60" y="66"/>
                    </a:lnTo>
                    <a:lnTo>
                      <a:pt x="62" y="68"/>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8"/>
              <p:cNvSpPr/>
              <p:nvPr/>
            </p:nvSpPr>
            <p:spPr>
              <a:xfrm>
                <a:off x="953" y="3082"/>
                <a:ext cx="74" cy="82"/>
              </a:xfrm>
              <a:custGeom>
                <a:avLst/>
                <a:gdLst/>
                <a:ahLst/>
                <a:cxnLst/>
                <a:rect l="l" t="t" r="r" b="b"/>
                <a:pathLst>
                  <a:path w="74" h="82" extrusionOk="0">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4"/>
                    </a:lnTo>
                    <a:lnTo>
                      <a:pt x="74" y="18"/>
                    </a:lnTo>
                    <a:lnTo>
                      <a:pt x="74" y="22"/>
                    </a:lnTo>
                    <a:lnTo>
                      <a:pt x="72" y="26"/>
                    </a:lnTo>
                    <a:lnTo>
                      <a:pt x="70" y="26"/>
                    </a:lnTo>
                    <a:lnTo>
                      <a:pt x="68" y="26"/>
                    </a:lnTo>
                    <a:lnTo>
                      <a:pt x="68" y="28"/>
                    </a:lnTo>
                    <a:lnTo>
                      <a:pt x="68" y="30"/>
                    </a:lnTo>
                    <a:lnTo>
                      <a:pt x="68" y="34"/>
                    </a:lnTo>
                    <a:lnTo>
                      <a:pt x="68" y="36"/>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0" y="74"/>
                    </a:lnTo>
                    <a:lnTo>
                      <a:pt x="28" y="78"/>
                    </a:lnTo>
                    <a:lnTo>
                      <a:pt x="26" y="80"/>
                    </a:lnTo>
                    <a:lnTo>
                      <a:pt x="24" y="82"/>
                    </a:lnTo>
                    <a:lnTo>
                      <a:pt x="22" y="74"/>
                    </a:lnTo>
                    <a:lnTo>
                      <a:pt x="20" y="72"/>
                    </a:lnTo>
                    <a:lnTo>
                      <a:pt x="20" y="68"/>
                    </a:lnTo>
                    <a:lnTo>
                      <a:pt x="16" y="68"/>
                    </a:lnTo>
                    <a:lnTo>
                      <a:pt x="16" y="66"/>
                    </a:lnTo>
                    <a:lnTo>
                      <a:pt x="14" y="66"/>
                    </a:lnTo>
                    <a:lnTo>
                      <a:pt x="10" y="62"/>
                    </a:lnTo>
                    <a:lnTo>
                      <a:pt x="6" y="58"/>
                    </a:lnTo>
                    <a:lnTo>
                      <a:pt x="2" y="54"/>
                    </a:lnTo>
                    <a:lnTo>
                      <a:pt x="0" y="46"/>
                    </a:lnTo>
                    <a:lnTo>
                      <a:pt x="0" y="44"/>
                    </a:lnTo>
                    <a:lnTo>
                      <a:pt x="6" y="18"/>
                    </a:lnTo>
                    <a:lnTo>
                      <a:pt x="26" y="18"/>
                    </a:lnTo>
                    <a:lnTo>
                      <a:pt x="28" y="18"/>
                    </a:lnTo>
                    <a:lnTo>
                      <a:pt x="30" y="18"/>
                    </a:lnTo>
                    <a:lnTo>
                      <a:pt x="30" y="14"/>
                    </a:lnTo>
                    <a:lnTo>
                      <a:pt x="3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9" name="Google Shape;369;p8"/>
              <p:cNvSpPr/>
              <p:nvPr/>
            </p:nvSpPr>
            <p:spPr>
              <a:xfrm>
                <a:off x="959" y="3084"/>
                <a:ext cx="26" cy="16"/>
              </a:xfrm>
              <a:custGeom>
                <a:avLst/>
                <a:gdLst/>
                <a:ahLst/>
                <a:cxnLst/>
                <a:rect l="l" t="t" r="r" b="b"/>
                <a:pathLst>
                  <a:path w="26" h="16" extrusionOk="0">
                    <a:moveTo>
                      <a:pt x="20" y="0"/>
                    </a:moveTo>
                    <a:lnTo>
                      <a:pt x="20" y="0"/>
                    </a:lnTo>
                    <a:lnTo>
                      <a:pt x="18" y="0"/>
                    </a:lnTo>
                    <a:lnTo>
                      <a:pt x="14" y="0"/>
                    </a:lnTo>
                    <a:lnTo>
                      <a:pt x="10" y="2"/>
                    </a:lnTo>
                    <a:lnTo>
                      <a:pt x="6" y="4"/>
                    </a:lnTo>
                    <a:lnTo>
                      <a:pt x="4" y="8"/>
                    </a:lnTo>
                    <a:lnTo>
                      <a:pt x="0" y="16"/>
                    </a:lnTo>
                    <a:lnTo>
                      <a:pt x="22" y="16"/>
                    </a:lnTo>
                    <a:lnTo>
                      <a:pt x="24" y="14"/>
                    </a:lnTo>
                    <a:lnTo>
                      <a:pt x="24" y="12"/>
                    </a:lnTo>
                    <a:lnTo>
                      <a:pt x="24" y="10"/>
                    </a:lnTo>
                    <a:lnTo>
                      <a:pt x="26" y="6"/>
                    </a:lnTo>
                    <a:lnTo>
                      <a:pt x="26" y="2"/>
                    </a:lnTo>
                    <a:lnTo>
                      <a:pt x="26" y="0"/>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0" name="Google Shape;370;p8"/>
              <p:cNvSpPr/>
              <p:nvPr/>
            </p:nvSpPr>
            <p:spPr>
              <a:xfrm>
                <a:off x="977" y="3060"/>
                <a:ext cx="88" cy="122"/>
              </a:xfrm>
              <a:custGeom>
                <a:avLst/>
                <a:gdLst/>
                <a:ahLst/>
                <a:cxnLst/>
                <a:rect l="l" t="t" r="r" b="b"/>
                <a:pathLst>
                  <a:path w="88" h="122" extrusionOk="0">
                    <a:moveTo>
                      <a:pt x="10" y="120"/>
                    </a:moveTo>
                    <a:lnTo>
                      <a:pt x="10" y="120"/>
                    </a:lnTo>
                    <a:lnTo>
                      <a:pt x="12" y="122"/>
                    </a:lnTo>
                    <a:lnTo>
                      <a:pt x="10" y="120"/>
                    </a:lnTo>
                    <a:lnTo>
                      <a:pt x="0" y="108"/>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8" y="0"/>
                    </a:lnTo>
                    <a:lnTo>
                      <a:pt x="88" y="4"/>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4" y="112"/>
                    </a:lnTo>
                    <a:lnTo>
                      <a:pt x="50" y="112"/>
                    </a:lnTo>
                    <a:lnTo>
                      <a:pt x="46" y="110"/>
                    </a:lnTo>
                    <a:lnTo>
                      <a:pt x="44" y="112"/>
                    </a:lnTo>
                    <a:lnTo>
                      <a:pt x="42" y="112"/>
                    </a:lnTo>
                    <a:lnTo>
                      <a:pt x="38" y="116"/>
                    </a:lnTo>
                    <a:lnTo>
                      <a:pt x="34" y="114"/>
                    </a:lnTo>
                    <a:lnTo>
                      <a:pt x="34" y="112"/>
                    </a:lnTo>
                    <a:lnTo>
                      <a:pt x="32" y="112"/>
                    </a:lnTo>
                    <a:lnTo>
                      <a:pt x="30" y="112"/>
                    </a:lnTo>
                    <a:lnTo>
                      <a:pt x="28" y="112"/>
                    </a:lnTo>
                    <a:lnTo>
                      <a:pt x="24" y="114"/>
                    </a:lnTo>
                    <a:lnTo>
                      <a:pt x="18" y="116"/>
                    </a:lnTo>
                    <a:lnTo>
                      <a:pt x="10" y="1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1" name="Google Shape;371;p8"/>
              <p:cNvSpPr/>
              <p:nvPr/>
            </p:nvSpPr>
            <p:spPr>
              <a:xfrm>
                <a:off x="987" y="3200"/>
                <a:ext cx="130" cy="156"/>
              </a:xfrm>
              <a:custGeom>
                <a:avLst/>
                <a:gdLst/>
                <a:ahLst/>
                <a:cxnLst/>
                <a:rect l="l" t="t" r="r" b="b"/>
                <a:pathLst>
                  <a:path w="130" h="156" extrusionOk="0">
                    <a:moveTo>
                      <a:pt x="6" y="4"/>
                    </a:moveTo>
                    <a:lnTo>
                      <a:pt x="24" y="2"/>
                    </a:lnTo>
                    <a:lnTo>
                      <a:pt x="32" y="0"/>
                    </a:lnTo>
                    <a:lnTo>
                      <a:pt x="42" y="0"/>
                    </a:lnTo>
                    <a:lnTo>
                      <a:pt x="52" y="0"/>
                    </a:lnTo>
                    <a:lnTo>
                      <a:pt x="56" y="0"/>
                    </a:lnTo>
                    <a:lnTo>
                      <a:pt x="64" y="24"/>
                    </a:lnTo>
                    <a:lnTo>
                      <a:pt x="86" y="26"/>
                    </a:lnTo>
                    <a:lnTo>
                      <a:pt x="86" y="22"/>
                    </a:lnTo>
                    <a:lnTo>
                      <a:pt x="86" y="18"/>
                    </a:lnTo>
                    <a:lnTo>
                      <a:pt x="88" y="14"/>
                    </a:lnTo>
                    <a:lnTo>
                      <a:pt x="102" y="12"/>
                    </a:lnTo>
                    <a:lnTo>
                      <a:pt x="102" y="18"/>
                    </a:lnTo>
                    <a:lnTo>
                      <a:pt x="112" y="18"/>
                    </a:lnTo>
                    <a:lnTo>
                      <a:pt x="112" y="24"/>
                    </a:lnTo>
                    <a:lnTo>
                      <a:pt x="112" y="28"/>
                    </a:lnTo>
                    <a:lnTo>
                      <a:pt x="112" y="34"/>
                    </a:lnTo>
                    <a:lnTo>
                      <a:pt x="114" y="38"/>
                    </a:lnTo>
                    <a:lnTo>
                      <a:pt x="116" y="42"/>
                    </a:lnTo>
                    <a:lnTo>
                      <a:pt x="116" y="48"/>
                    </a:lnTo>
                    <a:lnTo>
                      <a:pt x="116" y="52"/>
                    </a:lnTo>
                    <a:lnTo>
                      <a:pt x="114" y="56"/>
                    </a:lnTo>
                    <a:lnTo>
                      <a:pt x="114" y="60"/>
                    </a:lnTo>
                    <a:lnTo>
                      <a:pt x="128" y="62"/>
                    </a:lnTo>
                    <a:lnTo>
                      <a:pt x="128" y="66"/>
                    </a:lnTo>
                    <a:lnTo>
                      <a:pt x="128" y="70"/>
                    </a:lnTo>
                    <a:lnTo>
                      <a:pt x="128" y="76"/>
                    </a:lnTo>
                    <a:lnTo>
                      <a:pt x="128" y="82"/>
                    </a:lnTo>
                    <a:lnTo>
                      <a:pt x="128" y="86"/>
                    </a:lnTo>
                    <a:lnTo>
                      <a:pt x="128" y="88"/>
                    </a:lnTo>
                    <a:lnTo>
                      <a:pt x="112" y="90"/>
                    </a:lnTo>
                    <a:lnTo>
                      <a:pt x="112" y="136"/>
                    </a:lnTo>
                    <a:lnTo>
                      <a:pt x="114" y="138"/>
                    </a:lnTo>
                    <a:lnTo>
                      <a:pt x="116" y="140"/>
                    </a:lnTo>
                    <a:lnTo>
                      <a:pt x="118" y="144"/>
                    </a:lnTo>
                    <a:lnTo>
                      <a:pt x="124" y="148"/>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8" y="66"/>
                    </a:lnTo>
                    <a:lnTo>
                      <a:pt x="28" y="62"/>
                    </a:lnTo>
                    <a:lnTo>
                      <a:pt x="28" y="58"/>
                    </a:lnTo>
                    <a:lnTo>
                      <a:pt x="28" y="54"/>
                    </a:lnTo>
                    <a:lnTo>
                      <a:pt x="26" y="46"/>
                    </a:lnTo>
                    <a:lnTo>
                      <a:pt x="24" y="38"/>
                    </a:lnTo>
                    <a:lnTo>
                      <a:pt x="14" y="16"/>
                    </a:lnTo>
                    <a:lnTo>
                      <a:pt x="6" y="10"/>
                    </a:lnTo>
                    <a:lnTo>
                      <a:pt x="6"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2" name="Google Shape;372;p8"/>
              <p:cNvSpPr/>
              <p:nvPr/>
            </p:nvSpPr>
            <p:spPr>
              <a:xfrm>
                <a:off x="991" y="3042"/>
                <a:ext cx="254" cy="258"/>
              </a:xfrm>
              <a:custGeom>
                <a:avLst/>
                <a:gdLst/>
                <a:ahLst/>
                <a:cxnLst/>
                <a:rect l="l" t="t" r="r" b="b"/>
                <a:pathLst>
                  <a:path w="254" h="258" extrusionOk="0">
                    <a:moveTo>
                      <a:pt x="0" y="152"/>
                    </a:moveTo>
                    <a:lnTo>
                      <a:pt x="24" y="134"/>
                    </a:lnTo>
                    <a:lnTo>
                      <a:pt x="24" y="132"/>
                    </a:lnTo>
                    <a:lnTo>
                      <a:pt x="26" y="132"/>
                    </a:lnTo>
                    <a:lnTo>
                      <a:pt x="28" y="130"/>
                    </a:lnTo>
                    <a:lnTo>
                      <a:pt x="32" y="128"/>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8" y="84"/>
                    </a:lnTo>
                    <a:lnTo>
                      <a:pt x="68" y="80"/>
                    </a:lnTo>
                    <a:lnTo>
                      <a:pt x="70" y="74"/>
                    </a:lnTo>
                    <a:lnTo>
                      <a:pt x="70" y="72"/>
                    </a:lnTo>
                    <a:lnTo>
                      <a:pt x="72" y="70"/>
                    </a:lnTo>
                    <a:lnTo>
                      <a:pt x="72" y="64"/>
                    </a:lnTo>
                    <a:lnTo>
                      <a:pt x="72" y="58"/>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4"/>
                    </a:lnTo>
                    <a:lnTo>
                      <a:pt x="112" y="210"/>
                    </a:lnTo>
                    <a:lnTo>
                      <a:pt x="112" y="206"/>
                    </a:lnTo>
                    <a:lnTo>
                      <a:pt x="112" y="200"/>
                    </a:lnTo>
                    <a:lnTo>
                      <a:pt x="110" y="196"/>
                    </a:lnTo>
                    <a:lnTo>
                      <a:pt x="108" y="192"/>
                    </a:lnTo>
                    <a:lnTo>
                      <a:pt x="108" y="186"/>
                    </a:lnTo>
                    <a:lnTo>
                      <a:pt x="108" y="182"/>
                    </a:lnTo>
                    <a:lnTo>
                      <a:pt x="108" y="176"/>
                    </a:lnTo>
                    <a:lnTo>
                      <a:pt x="98" y="176"/>
                    </a:lnTo>
                    <a:lnTo>
                      <a:pt x="98" y="170"/>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3" name="Google Shape;373;p8"/>
              <p:cNvSpPr/>
              <p:nvPr/>
            </p:nvSpPr>
            <p:spPr>
              <a:xfrm>
                <a:off x="1099" y="3234"/>
                <a:ext cx="194" cy="120"/>
              </a:xfrm>
              <a:custGeom>
                <a:avLst/>
                <a:gdLst/>
                <a:ahLst/>
                <a:cxnLst/>
                <a:rect l="l" t="t" r="r" b="b"/>
                <a:pathLst>
                  <a:path w="194" h="120" extrusionOk="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6" y="26"/>
                    </a:lnTo>
                    <a:lnTo>
                      <a:pt x="42" y="26"/>
                    </a:lnTo>
                    <a:lnTo>
                      <a:pt x="38" y="26"/>
                    </a:lnTo>
                    <a:lnTo>
                      <a:pt x="36" y="26"/>
                    </a:lnTo>
                    <a:lnTo>
                      <a:pt x="32" y="26"/>
                    </a:lnTo>
                    <a:lnTo>
                      <a:pt x="28" y="26"/>
                    </a:lnTo>
                    <a:lnTo>
                      <a:pt x="22" y="26"/>
                    </a:lnTo>
                    <a:lnTo>
                      <a:pt x="16" y="28"/>
                    </a:lnTo>
                    <a:lnTo>
                      <a:pt x="16" y="32"/>
                    </a:lnTo>
                    <a:lnTo>
                      <a:pt x="16" y="38"/>
                    </a:lnTo>
                    <a:lnTo>
                      <a:pt x="14" y="42"/>
                    </a:lnTo>
                    <a:lnTo>
                      <a:pt x="14" y="48"/>
                    </a:lnTo>
                    <a:lnTo>
                      <a:pt x="16" y="52"/>
                    </a:lnTo>
                    <a:lnTo>
                      <a:pt x="16" y="54"/>
                    </a:lnTo>
                    <a:lnTo>
                      <a:pt x="0" y="56"/>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4" name="Google Shape;374;p8"/>
              <p:cNvSpPr/>
              <p:nvPr/>
            </p:nvSpPr>
            <p:spPr>
              <a:xfrm>
                <a:off x="985" y="3342"/>
                <a:ext cx="192" cy="166"/>
              </a:xfrm>
              <a:custGeom>
                <a:avLst/>
                <a:gdLst/>
                <a:ahLst/>
                <a:cxnLst/>
                <a:rect l="l" t="t" r="r" b="b"/>
                <a:pathLst>
                  <a:path w="192" h="166" extrusionOk="0">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4" y="158"/>
                    </a:lnTo>
                    <a:lnTo>
                      <a:pt x="74" y="156"/>
                    </a:lnTo>
                    <a:lnTo>
                      <a:pt x="76" y="154"/>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8" y="18"/>
                    </a:lnTo>
                    <a:lnTo>
                      <a:pt x="168" y="20"/>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5" name="Google Shape;375;p8"/>
              <p:cNvSpPr/>
              <p:nvPr/>
            </p:nvSpPr>
            <p:spPr>
              <a:xfrm>
                <a:off x="1099" y="3356"/>
                <a:ext cx="120" cy="138"/>
              </a:xfrm>
              <a:custGeom>
                <a:avLst/>
                <a:gdLst/>
                <a:ahLst/>
                <a:cxnLst/>
                <a:rect l="l" t="t" r="r" b="b"/>
                <a:pathLst>
                  <a:path w="120" h="138" extrusionOk="0">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6" y="110"/>
                    </a:lnTo>
                    <a:lnTo>
                      <a:pt x="50" y="110"/>
                    </a:lnTo>
                    <a:lnTo>
                      <a:pt x="52" y="108"/>
                    </a:lnTo>
                    <a:lnTo>
                      <a:pt x="56" y="108"/>
                    </a:lnTo>
                    <a:lnTo>
                      <a:pt x="60" y="110"/>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0" y="60"/>
                    </a:lnTo>
                    <a:lnTo>
                      <a:pt x="108" y="58"/>
                    </a:lnTo>
                    <a:lnTo>
                      <a:pt x="106" y="56"/>
                    </a:lnTo>
                    <a:lnTo>
                      <a:pt x="104" y="54"/>
                    </a:lnTo>
                    <a:lnTo>
                      <a:pt x="102" y="4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6" name="Google Shape;376;p8"/>
              <p:cNvSpPr/>
              <p:nvPr/>
            </p:nvSpPr>
            <p:spPr>
              <a:xfrm>
                <a:off x="1377" y="2960"/>
                <a:ext cx="116" cy="164"/>
              </a:xfrm>
              <a:custGeom>
                <a:avLst/>
                <a:gdLst/>
                <a:ahLst/>
                <a:cxnLst/>
                <a:rect l="l" t="t" r="r" b="b"/>
                <a:pathLst>
                  <a:path w="116" h="164" extrusionOk="0">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6" y="2"/>
                    </a:lnTo>
                    <a:lnTo>
                      <a:pt x="102" y="2"/>
                    </a:lnTo>
                    <a:lnTo>
                      <a:pt x="98" y="4"/>
                    </a:lnTo>
                    <a:lnTo>
                      <a:pt x="92" y="4"/>
                    </a:lnTo>
                    <a:lnTo>
                      <a:pt x="80" y="6"/>
                    </a:lnTo>
                    <a:lnTo>
                      <a:pt x="66" y="8"/>
                    </a:lnTo>
                    <a:lnTo>
                      <a:pt x="54" y="10"/>
                    </a:lnTo>
                    <a:lnTo>
                      <a:pt x="50" y="10"/>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7" name="Google Shape;377;p8"/>
              <p:cNvSpPr/>
              <p:nvPr/>
            </p:nvSpPr>
            <p:spPr>
              <a:xfrm>
                <a:off x="1277" y="3056"/>
                <a:ext cx="106" cy="124"/>
              </a:xfrm>
              <a:custGeom>
                <a:avLst/>
                <a:gdLst/>
                <a:ahLst/>
                <a:cxnLst/>
                <a:rect l="l" t="t" r="r" b="b"/>
                <a:pathLst>
                  <a:path w="106" h="124" extrusionOk="0">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4" y="2"/>
                    </a:lnTo>
                    <a:lnTo>
                      <a:pt x="22" y="4"/>
                    </a:lnTo>
                    <a:lnTo>
                      <a:pt x="16" y="4"/>
                    </a:lnTo>
                    <a:lnTo>
                      <a:pt x="8" y="6"/>
                    </a:lnTo>
                    <a:lnTo>
                      <a:pt x="10" y="12"/>
                    </a:lnTo>
                    <a:lnTo>
                      <a:pt x="14" y="40"/>
                    </a:lnTo>
                    <a:lnTo>
                      <a:pt x="0" y="56"/>
                    </a:lnTo>
                    <a:lnTo>
                      <a:pt x="2" y="58"/>
                    </a:lnTo>
                    <a:lnTo>
                      <a:pt x="4" y="62"/>
                    </a:lnTo>
                    <a:lnTo>
                      <a:pt x="4" y="66"/>
                    </a:lnTo>
                    <a:lnTo>
                      <a:pt x="6" y="70"/>
                    </a:lnTo>
                    <a:lnTo>
                      <a:pt x="4" y="74"/>
                    </a:lnTo>
                    <a:lnTo>
                      <a:pt x="2" y="78"/>
                    </a:lnTo>
                    <a:lnTo>
                      <a:pt x="46" y="110"/>
                    </a:lnTo>
                    <a:lnTo>
                      <a:pt x="48" y="112"/>
                    </a:lnTo>
                    <a:lnTo>
                      <a:pt x="48" y="114"/>
                    </a:lnTo>
                    <a:lnTo>
                      <a:pt x="50" y="116"/>
                    </a:lnTo>
                    <a:lnTo>
                      <a:pt x="62" y="1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8" name="Google Shape;378;p8"/>
              <p:cNvSpPr/>
              <p:nvPr/>
            </p:nvSpPr>
            <p:spPr>
              <a:xfrm>
                <a:off x="1219" y="3062"/>
                <a:ext cx="72" cy="76"/>
              </a:xfrm>
              <a:custGeom>
                <a:avLst/>
                <a:gdLst/>
                <a:ahLst/>
                <a:cxnLst/>
                <a:rect l="l" t="t" r="r" b="b"/>
                <a:pathLst>
                  <a:path w="72" h="76" extrusionOk="0">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0" y="2"/>
                    </a:lnTo>
                    <a:lnTo>
                      <a:pt x="54" y="2"/>
                    </a:lnTo>
                    <a:lnTo>
                      <a:pt x="48" y="2"/>
                    </a:lnTo>
                    <a:lnTo>
                      <a:pt x="44" y="4"/>
                    </a:lnTo>
                    <a:lnTo>
                      <a:pt x="42" y="4"/>
                    </a:lnTo>
                    <a:lnTo>
                      <a:pt x="22" y="4"/>
                    </a:lnTo>
                    <a:lnTo>
                      <a:pt x="16"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9" name="Google Shape;379;p8"/>
              <p:cNvSpPr/>
              <p:nvPr/>
            </p:nvSpPr>
            <p:spPr>
              <a:xfrm>
                <a:off x="1271" y="2884"/>
                <a:ext cx="178" cy="190"/>
              </a:xfrm>
              <a:custGeom>
                <a:avLst/>
                <a:gdLst/>
                <a:ahLst/>
                <a:cxnLst/>
                <a:rect l="l" t="t" r="r" b="b"/>
                <a:pathLst>
                  <a:path w="178" h="190" extrusionOk="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8"/>
              <p:cNvSpPr/>
              <p:nvPr/>
            </p:nvSpPr>
            <p:spPr>
              <a:xfrm>
                <a:off x="1221" y="3132"/>
                <a:ext cx="22" cy="26"/>
              </a:xfrm>
              <a:custGeom>
                <a:avLst/>
                <a:gdLst/>
                <a:ahLst/>
                <a:cxnLst/>
                <a:rect l="l" t="t" r="r" b="b"/>
                <a:pathLst>
                  <a:path w="22" h="26" extrusionOk="0">
                    <a:moveTo>
                      <a:pt x="0" y="6"/>
                    </a:moveTo>
                    <a:lnTo>
                      <a:pt x="18" y="0"/>
                    </a:lnTo>
                    <a:lnTo>
                      <a:pt x="20" y="0"/>
                    </a:lnTo>
                    <a:lnTo>
                      <a:pt x="20" y="2"/>
                    </a:lnTo>
                    <a:lnTo>
                      <a:pt x="22" y="4"/>
                    </a:lnTo>
                    <a:lnTo>
                      <a:pt x="22" y="6"/>
                    </a:lnTo>
                    <a:lnTo>
                      <a:pt x="22" y="8"/>
                    </a:lnTo>
                    <a:lnTo>
                      <a:pt x="22" y="12"/>
                    </a:lnTo>
                    <a:lnTo>
                      <a:pt x="22" y="16"/>
                    </a:lnTo>
                    <a:lnTo>
                      <a:pt x="22" y="20"/>
                    </a:lnTo>
                    <a:lnTo>
                      <a:pt x="18" y="22"/>
                    </a:lnTo>
                    <a:lnTo>
                      <a:pt x="16" y="22"/>
                    </a:lnTo>
                    <a:lnTo>
                      <a:pt x="12" y="24"/>
                    </a:lnTo>
                    <a:lnTo>
                      <a:pt x="12" y="26"/>
                    </a:lnTo>
                    <a:lnTo>
                      <a:pt x="10" y="26"/>
                    </a:lnTo>
                    <a:lnTo>
                      <a:pt x="8" y="26"/>
                    </a:lnTo>
                    <a:lnTo>
                      <a:pt x="2" y="24"/>
                    </a:lnTo>
                    <a:lnTo>
                      <a:pt x="2" y="22"/>
                    </a:lnTo>
                    <a:lnTo>
                      <a:pt x="0" y="18"/>
                    </a:lnTo>
                    <a:lnTo>
                      <a:pt x="0" y="14"/>
                    </a:lnTo>
                    <a:lnTo>
                      <a:pt x="0" y="10"/>
                    </a:lnTo>
                    <a:lnTo>
                      <a:pt x="0" y="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1" name="Google Shape;381;p8"/>
              <p:cNvSpPr/>
              <p:nvPr/>
            </p:nvSpPr>
            <p:spPr>
              <a:xfrm>
                <a:off x="1223" y="3150"/>
                <a:ext cx="24" cy="32"/>
              </a:xfrm>
              <a:custGeom>
                <a:avLst/>
                <a:gdLst/>
                <a:ahLst/>
                <a:cxnLst/>
                <a:rect l="l" t="t" r="r" b="b"/>
                <a:pathLst>
                  <a:path w="24" h="32" extrusionOk="0">
                    <a:moveTo>
                      <a:pt x="18" y="0"/>
                    </a:moveTo>
                    <a:lnTo>
                      <a:pt x="18" y="2"/>
                    </a:lnTo>
                    <a:lnTo>
                      <a:pt x="16" y="2"/>
                    </a:lnTo>
                    <a:lnTo>
                      <a:pt x="12" y="6"/>
                    </a:lnTo>
                    <a:lnTo>
                      <a:pt x="10" y="6"/>
                    </a:lnTo>
                    <a:lnTo>
                      <a:pt x="10" y="8"/>
                    </a:lnTo>
                    <a:lnTo>
                      <a:pt x="8" y="8"/>
                    </a:lnTo>
                    <a:lnTo>
                      <a:pt x="6" y="8"/>
                    </a:lnTo>
                    <a:lnTo>
                      <a:pt x="2" y="6"/>
                    </a:lnTo>
                    <a:lnTo>
                      <a:pt x="0" y="6"/>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2" name="Google Shape;382;p8"/>
              <p:cNvSpPr/>
              <p:nvPr/>
            </p:nvSpPr>
            <p:spPr>
              <a:xfrm>
                <a:off x="1231" y="3130"/>
                <a:ext cx="126" cy="142"/>
              </a:xfrm>
              <a:custGeom>
                <a:avLst/>
                <a:gdLst/>
                <a:ahLst/>
                <a:cxnLst/>
                <a:rect l="l" t="t" r="r" b="b"/>
                <a:pathLst>
                  <a:path w="126" h="142" extrusionOk="0">
                    <a:moveTo>
                      <a:pt x="48" y="4"/>
                    </a:moveTo>
                    <a:lnTo>
                      <a:pt x="40" y="4"/>
                    </a:lnTo>
                    <a:lnTo>
                      <a:pt x="40" y="6"/>
                    </a:lnTo>
                    <a:lnTo>
                      <a:pt x="38" y="10"/>
                    </a:lnTo>
                    <a:lnTo>
                      <a:pt x="38" y="12"/>
                    </a:lnTo>
                    <a:lnTo>
                      <a:pt x="36" y="16"/>
                    </a:lnTo>
                    <a:lnTo>
                      <a:pt x="32"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4" y="16"/>
                    </a:lnTo>
                    <a:lnTo>
                      <a:pt x="12" y="18"/>
                    </a:lnTo>
                    <a:lnTo>
                      <a:pt x="12" y="22"/>
                    </a:lnTo>
                    <a:lnTo>
                      <a:pt x="12" y="26"/>
                    </a:lnTo>
                    <a:lnTo>
                      <a:pt x="14" y="28"/>
                    </a:lnTo>
                    <a:lnTo>
                      <a:pt x="16" y="32"/>
                    </a:lnTo>
                    <a:lnTo>
                      <a:pt x="16" y="34"/>
                    </a:lnTo>
                    <a:lnTo>
                      <a:pt x="16" y="36"/>
                    </a:lnTo>
                    <a:lnTo>
                      <a:pt x="14" y="38"/>
                    </a:lnTo>
                    <a:lnTo>
                      <a:pt x="10" y="42"/>
                    </a:lnTo>
                    <a:lnTo>
                      <a:pt x="6" y="48"/>
                    </a:lnTo>
                    <a:lnTo>
                      <a:pt x="0" y="54"/>
                    </a:lnTo>
                    <a:lnTo>
                      <a:pt x="10" y="104"/>
                    </a:lnTo>
                    <a:lnTo>
                      <a:pt x="14" y="104"/>
                    </a:lnTo>
                    <a:lnTo>
                      <a:pt x="16" y="106"/>
                    </a:lnTo>
                    <a:lnTo>
                      <a:pt x="22" y="106"/>
                    </a:lnTo>
                    <a:lnTo>
                      <a:pt x="26" y="108"/>
                    </a:lnTo>
                    <a:lnTo>
                      <a:pt x="30"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3" name="Google Shape;383;p8"/>
              <p:cNvSpPr/>
              <p:nvPr/>
            </p:nvSpPr>
            <p:spPr>
              <a:xfrm>
                <a:off x="1247" y="3264"/>
                <a:ext cx="112" cy="212"/>
              </a:xfrm>
              <a:custGeom>
                <a:avLst/>
                <a:gdLst/>
                <a:ahLst/>
                <a:cxnLst/>
                <a:rect l="l" t="t" r="r" b="b"/>
                <a:pathLst>
                  <a:path w="112" h="212" extrusionOk="0">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68" y="100"/>
                    </a:lnTo>
                    <a:lnTo>
                      <a:pt x="62" y="106"/>
                    </a:lnTo>
                    <a:lnTo>
                      <a:pt x="60" y="108"/>
                    </a:lnTo>
                    <a:lnTo>
                      <a:pt x="56" y="110"/>
                    </a:lnTo>
                    <a:lnTo>
                      <a:pt x="50" y="114"/>
                    </a:lnTo>
                    <a:lnTo>
                      <a:pt x="48" y="118"/>
                    </a:lnTo>
                    <a:lnTo>
                      <a:pt x="46" y="122"/>
                    </a:lnTo>
                    <a:lnTo>
                      <a:pt x="44" y="126"/>
                    </a:lnTo>
                    <a:lnTo>
                      <a:pt x="44" y="142"/>
                    </a:lnTo>
                    <a:lnTo>
                      <a:pt x="44" y="158"/>
                    </a:lnTo>
                    <a:lnTo>
                      <a:pt x="46" y="168"/>
                    </a:lnTo>
                    <a:lnTo>
                      <a:pt x="46" y="172"/>
                    </a:lnTo>
                    <a:lnTo>
                      <a:pt x="46" y="176"/>
                    </a:lnTo>
                    <a:lnTo>
                      <a:pt x="46" y="180"/>
                    </a:lnTo>
                    <a:lnTo>
                      <a:pt x="46" y="184"/>
                    </a:lnTo>
                    <a:lnTo>
                      <a:pt x="42" y="188"/>
                    </a:lnTo>
                    <a:lnTo>
                      <a:pt x="38" y="190"/>
                    </a:lnTo>
                    <a:lnTo>
                      <a:pt x="34" y="192"/>
                    </a:lnTo>
                    <a:lnTo>
                      <a:pt x="30" y="194"/>
                    </a:lnTo>
                    <a:lnTo>
                      <a:pt x="24" y="196"/>
                    </a:lnTo>
                    <a:lnTo>
                      <a:pt x="22" y="198"/>
                    </a:lnTo>
                    <a:lnTo>
                      <a:pt x="20" y="200"/>
                    </a:lnTo>
                    <a:lnTo>
                      <a:pt x="20" y="202"/>
                    </a:lnTo>
                    <a:lnTo>
                      <a:pt x="20" y="206"/>
                    </a:lnTo>
                    <a:lnTo>
                      <a:pt x="22" y="208"/>
                    </a:lnTo>
                    <a:lnTo>
                      <a:pt x="22" y="210"/>
                    </a:lnTo>
                    <a:lnTo>
                      <a:pt x="20" y="212"/>
                    </a:lnTo>
                    <a:lnTo>
                      <a:pt x="18" y="212"/>
                    </a:lnTo>
                    <a:lnTo>
                      <a:pt x="14" y="212"/>
                    </a:lnTo>
                    <a:lnTo>
                      <a:pt x="12" y="204"/>
                    </a:lnTo>
                    <a:lnTo>
                      <a:pt x="10" y="198"/>
                    </a:lnTo>
                    <a:lnTo>
                      <a:pt x="10" y="194"/>
                    </a:lnTo>
                    <a:lnTo>
                      <a:pt x="8" y="192"/>
                    </a:lnTo>
                    <a:lnTo>
                      <a:pt x="6" y="192"/>
                    </a:lnTo>
                    <a:lnTo>
                      <a:pt x="8" y="182"/>
                    </a:lnTo>
                    <a:lnTo>
                      <a:pt x="6" y="174"/>
                    </a:lnTo>
                    <a:lnTo>
                      <a:pt x="4" y="168"/>
                    </a:lnTo>
                    <a:lnTo>
                      <a:pt x="2" y="164"/>
                    </a:lnTo>
                    <a:lnTo>
                      <a:pt x="0" y="162"/>
                    </a:lnTo>
                    <a:lnTo>
                      <a:pt x="0" y="160"/>
                    </a:lnTo>
                    <a:lnTo>
                      <a:pt x="2" y="15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4" name="Google Shape;384;p8"/>
              <p:cNvSpPr/>
              <p:nvPr/>
            </p:nvSpPr>
            <p:spPr>
              <a:xfrm>
                <a:off x="1045" y="3424"/>
                <a:ext cx="224" cy="176"/>
              </a:xfrm>
              <a:custGeom>
                <a:avLst/>
                <a:gdLst/>
                <a:ahLst/>
                <a:cxnLst/>
                <a:rect l="l" t="t" r="r" b="b"/>
                <a:pathLst>
                  <a:path w="224" h="176" extrusionOk="0">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8" y="56"/>
                    </a:lnTo>
                    <a:lnTo>
                      <a:pt x="68" y="50"/>
                    </a:lnTo>
                    <a:lnTo>
                      <a:pt x="66" y="44"/>
                    </a:lnTo>
                    <a:lnTo>
                      <a:pt x="64" y="38"/>
                    </a:lnTo>
                    <a:lnTo>
                      <a:pt x="60" y="36"/>
                    </a:lnTo>
                    <a:lnTo>
                      <a:pt x="58" y="34"/>
                    </a:lnTo>
                    <a:lnTo>
                      <a:pt x="56" y="32"/>
                    </a:lnTo>
                    <a:lnTo>
                      <a:pt x="54" y="32"/>
                    </a:lnTo>
                    <a:lnTo>
                      <a:pt x="54" y="78"/>
                    </a:lnTo>
                    <a:lnTo>
                      <a:pt x="54" y="80"/>
                    </a:lnTo>
                    <a:lnTo>
                      <a:pt x="52" y="80"/>
                    </a:lnTo>
                    <a:lnTo>
                      <a:pt x="50" y="82"/>
                    </a:lnTo>
                    <a:lnTo>
                      <a:pt x="46" y="82"/>
                    </a:lnTo>
                    <a:lnTo>
                      <a:pt x="38" y="82"/>
                    </a:lnTo>
                    <a:lnTo>
                      <a:pt x="28" y="82"/>
                    </a:lnTo>
                    <a:lnTo>
                      <a:pt x="26" y="82"/>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10" y="26"/>
                    </a:lnTo>
                    <a:lnTo>
                      <a:pt x="210" y="20"/>
                    </a:lnTo>
                    <a:lnTo>
                      <a:pt x="208" y="14"/>
                    </a:lnTo>
                    <a:lnTo>
                      <a:pt x="208" y="8"/>
                    </a:lnTo>
                    <a:lnTo>
                      <a:pt x="204" y="4"/>
                    </a:lnTo>
                    <a:lnTo>
                      <a:pt x="202" y="0"/>
                    </a:lnTo>
                    <a:lnTo>
                      <a:pt x="17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5" name="Google Shape;385;p8"/>
              <p:cNvSpPr/>
              <p:nvPr/>
            </p:nvSpPr>
            <p:spPr>
              <a:xfrm>
                <a:off x="1247" y="3454"/>
                <a:ext cx="14" cy="28"/>
              </a:xfrm>
              <a:custGeom>
                <a:avLst/>
                <a:gdLst/>
                <a:ahLst/>
                <a:cxnLst/>
                <a:rect l="l" t="t" r="r" b="b"/>
                <a:pathLst>
                  <a:path w="14" h="28" extrusionOk="0">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0" y="26"/>
                    </a:lnTo>
                    <a:lnTo>
                      <a:pt x="6" y="28"/>
                    </a:lnTo>
                    <a:lnTo>
                      <a:pt x="4" y="26"/>
                    </a:lnTo>
                    <a:lnTo>
                      <a:pt x="2" y="24"/>
                    </a:lnTo>
                    <a:lnTo>
                      <a:pt x="2" y="22"/>
                    </a:lnTo>
                    <a:lnTo>
                      <a:pt x="0" y="18"/>
                    </a:lnTo>
                    <a:lnTo>
                      <a:pt x="0" y="14"/>
                    </a:lnTo>
                    <a:lnTo>
                      <a:pt x="0" y="8"/>
                    </a:lnTo>
                    <a:lnTo>
                      <a:pt x="4"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8"/>
              <p:cNvSpPr/>
              <p:nvPr/>
            </p:nvSpPr>
            <p:spPr>
              <a:xfrm>
                <a:off x="1189" y="3500"/>
                <a:ext cx="22" cy="26"/>
              </a:xfrm>
              <a:custGeom>
                <a:avLst/>
                <a:gdLst/>
                <a:ahLst/>
                <a:cxnLst/>
                <a:rect l="l" t="t" r="r" b="b"/>
                <a:pathLst>
                  <a:path w="22" h="26" extrusionOk="0">
                    <a:moveTo>
                      <a:pt x="0" y="12"/>
                    </a:move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7" name="Google Shape;387;p8"/>
              <p:cNvSpPr/>
              <p:nvPr/>
            </p:nvSpPr>
            <p:spPr>
              <a:xfrm>
                <a:off x="1177" y="3328"/>
                <a:ext cx="100" cy="96"/>
              </a:xfrm>
              <a:custGeom>
                <a:avLst/>
                <a:gdLst/>
                <a:ahLst/>
                <a:cxnLst/>
                <a:rect l="l" t="t" r="r" b="b"/>
                <a:pathLst>
                  <a:path w="100" h="96" extrusionOk="0">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0" y="94"/>
                    </a:lnTo>
                    <a:lnTo>
                      <a:pt x="38" y="90"/>
                    </a:lnTo>
                    <a:lnTo>
                      <a:pt x="34" y="88"/>
                    </a:lnTo>
                    <a:lnTo>
                      <a:pt x="32" y="88"/>
                    </a:lnTo>
                    <a:lnTo>
                      <a:pt x="30" y="88"/>
                    </a:lnTo>
                    <a:lnTo>
                      <a:pt x="28" y="86"/>
                    </a:lnTo>
                    <a:lnTo>
                      <a:pt x="26" y="84"/>
                    </a:lnTo>
                    <a:lnTo>
                      <a:pt x="26" y="80"/>
                    </a:lnTo>
                    <a:lnTo>
                      <a:pt x="24" y="76"/>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2" y="58"/>
                    </a:lnTo>
                    <a:lnTo>
                      <a:pt x="14" y="62"/>
                    </a:lnTo>
                    <a:lnTo>
                      <a:pt x="16" y="64"/>
                    </a:lnTo>
                    <a:lnTo>
                      <a:pt x="18" y="68"/>
                    </a:lnTo>
                    <a:lnTo>
                      <a:pt x="20" y="72"/>
                    </a:lnTo>
                    <a:lnTo>
                      <a:pt x="20" y="74"/>
                    </a:lnTo>
                    <a:lnTo>
                      <a:pt x="24" y="76"/>
                    </a:lnTo>
                    <a:lnTo>
                      <a:pt x="26" y="80"/>
                    </a:lnTo>
                    <a:lnTo>
                      <a:pt x="28" y="84"/>
                    </a:lnTo>
                    <a:lnTo>
                      <a:pt x="28" y="86"/>
                    </a:lnTo>
                    <a:lnTo>
                      <a:pt x="30" y="88"/>
                    </a:lnTo>
                    <a:lnTo>
                      <a:pt x="32" y="88"/>
                    </a:lnTo>
                    <a:lnTo>
                      <a:pt x="34" y="88"/>
                    </a:lnTo>
                    <a:lnTo>
                      <a:pt x="38" y="90"/>
                    </a:lnTo>
                    <a:lnTo>
                      <a:pt x="40" y="94"/>
                    </a:lnTo>
                    <a:lnTo>
                      <a:pt x="42" y="9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8" name="Google Shape;388;p8"/>
              <p:cNvSpPr/>
              <p:nvPr/>
            </p:nvSpPr>
            <p:spPr>
              <a:xfrm>
                <a:off x="681" y="2768"/>
                <a:ext cx="210" cy="200"/>
              </a:xfrm>
              <a:custGeom>
                <a:avLst/>
                <a:gdLst/>
                <a:ahLst/>
                <a:cxnLst/>
                <a:rect l="l" t="t" r="r" b="b"/>
                <a:pathLst>
                  <a:path w="210" h="200" extrusionOk="0">
                    <a:moveTo>
                      <a:pt x="94" y="0"/>
                    </a:moveTo>
                    <a:lnTo>
                      <a:pt x="74" y="0"/>
                    </a:lnTo>
                    <a:lnTo>
                      <a:pt x="72" y="0"/>
                    </a:lnTo>
                    <a:lnTo>
                      <a:pt x="72" y="2"/>
                    </a:lnTo>
                    <a:lnTo>
                      <a:pt x="78" y="114"/>
                    </a:lnTo>
                    <a:lnTo>
                      <a:pt x="80" y="118"/>
                    </a:lnTo>
                    <a:lnTo>
                      <a:pt x="80" y="120"/>
                    </a:lnTo>
                    <a:lnTo>
                      <a:pt x="82" y="124"/>
                    </a:lnTo>
                    <a:lnTo>
                      <a:pt x="82" y="128"/>
                    </a:lnTo>
                    <a:lnTo>
                      <a:pt x="76" y="136"/>
                    </a:lnTo>
                    <a:lnTo>
                      <a:pt x="24" y="130"/>
                    </a:lnTo>
                    <a:lnTo>
                      <a:pt x="22" y="132"/>
                    </a:lnTo>
                    <a:lnTo>
                      <a:pt x="20" y="134"/>
                    </a:lnTo>
                    <a:lnTo>
                      <a:pt x="18" y="134"/>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6"/>
                    </a:lnTo>
                    <a:lnTo>
                      <a:pt x="4" y="176"/>
                    </a:lnTo>
                    <a:lnTo>
                      <a:pt x="6" y="178"/>
                    </a:lnTo>
                    <a:lnTo>
                      <a:pt x="10" y="178"/>
                    </a:lnTo>
                    <a:lnTo>
                      <a:pt x="14" y="180"/>
                    </a:lnTo>
                    <a:lnTo>
                      <a:pt x="18" y="182"/>
                    </a:lnTo>
                    <a:lnTo>
                      <a:pt x="22" y="182"/>
                    </a:lnTo>
                    <a:lnTo>
                      <a:pt x="24" y="182"/>
                    </a:lnTo>
                    <a:lnTo>
                      <a:pt x="28" y="182"/>
                    </a:lnTo>
                    <a:lnTo>
                      <a:pt x="30" y="182"/>
                    </a:lnTo>
                    <a:lnTo>
                      <a:pt x="30" y="180"/>
                    </a:lnTo>
                    <a:lnTo>
                      <a:pt x="30"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60" y="200"/>
                    </a:lnTo>
                    <a:lnTo>
                      <a:pt x="64" y="200"/>
                    </a:lnTo>
                    <a:lnTo>
                      <a:pt x="70" y="198"/>
                    </a:lnTo>
                    <a:lnTo>
                      <a:pt x="74" y="196"/>
                    </a:lnTo>
                    <a:lnTo>
                      <a:pt x="76" y="194"/>
                    </a:lnTo>
                    <a:lnTo>
                      <a:pt x="78" y="192"/>
                    </a:lnTo>
                    <a:lnTo>
                      <a:pt x="82" y="192"/>
                    </a:lnTo>
                    <a:lnTo>
                      <a:pt x="84" y="196"/>
                    </a:lnTo>
                    <a:lnTo>
                      <a:pt x="86" y="196"/>
                    </a:lnTo>
                    <a:lnTo>
                      <a:pt x="88" y="198"/>
                    </a:lnTo>
                    <a:lnTo>
                      <a:pt x="90" y="196"/>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9" name="Google Shape;389;p8"/>
              <p:cNvSpPr/>
              <p:nvPr/>
            </p:nvSpPr>
            <p:spPr>
              <a:xfrm>
                <a:off x="1169" y="2688"/>
                <a:ext cx="138" cy="150"/>
              </a:xfrm>
              <a:custGeom>
                <a:avLst/>
                <a:gdLst/>
                <a:ahLst/>
                <a:cxnLst/>
                <a:rect l="l" t="t" r="r" b="b"/>
                <a:pathLst>
                  <a:path w="138" h="150" extrusionOk="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70" y="4"/>
                    </a:lnTo>
                    <a:lnTo>
                      <a:pt x="72" y="2"/>
                    </a:lnTo>
                    <a:lnTo>
                      <a:pt x="76" y="2"/>
                    </a:lnTo>
                    <a:lnTo>
                      <a:pt x="80" y="4"/>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8"/>
              <p:cNvSpPr/>
              <p:nvPr/>
            </p:nvSpPr>
            <p:spPr>
              <a:xfrm>
                <a:off x="1255" y="2692"/>
                <a:ext cx="40" cy="50"/>
              </a:xfrm>
              <a:custGeom>
                <a:avLst/>
                <a:gdLst/>
                <a:ahLst/>
                <a:cxnLst/>
                <a:rect l="l" t="t" r="r" b="b"/>
                <a:pathLst>
                  <a:path w="40" h="50" extrusionOk="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4" y="50"/>
                    </a:lnTo>
                    <a:lnTo>
                      <a:pt x="36" y="48"/>
                    </a:lnTo>
                    <a:lnTo>
                      <a:pt x="38" y="44"/>
                    </a:lnTo>
                    <a:lnTo>
                      <a:pt x="40" y="32"/>
                    </a:lnTo>
                    <a:lnTo>
                      <a:pt x="38" y="28"/>
                    </a:lnTo>
                    <a:lnTo>
                      <a:pt x="32" y="18"/>
                    </a:lnTo>
                    <a:lnTo>
                      <a:pt x="26" y="8"/>
                    </a:lnTo>
                    <a:lnTo>
                      <a:pt x="22" y="0"/>
                    </a:lnTo>
                    <a:lnTo>
                      <a:pt x="18" y="0"/>
                    </a:lnTo>
                    <a:lnTo>
                      <a:pt x="12" y="0"/>
                    </a:lnTo>
                    <a:lnTo>
                      <a:pt x="8" y="0"/>
                    </a:lnTo>
                    <a:lnTo>
                      <a:pt x="2" y="0"/>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1" name="Google Shape;391;p8"/>
              <p:cNvSpPr/>
              <p:nvPr/>
            </p:nvSpPr>
            <p:spPr>
              <a:xfrm>
                <a:off x="1393" y="3266"/>
                <a:ext cx="86" cy="182"/>
              </a:xfrm>
              <a:custGeom>
                <a:avLst/>
                <a:gdLst/>
                <a:ahLst/>
                <a:cxnLst/>
                <a:rect l="l" t="t" r="r" b="b"/>
                <a:pathLst>
                  <a:path w="86" h="182" extrusionOk="0">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12" y="172"/>
                    </a:lnTo>
                    <a:lnTo>
                      <a:pt x="16" y="172"/>
                    </a:lnTo>
                    <a:lnTo>
                      <a:pt x="20"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8"/>
              <p:cNvSpPr/>
              <p:nvPr/>
            </p:nvSpPr>
            <p:spPr>
              <a:xfrm>
                <a:off x="2677" y="3726"/>
                <a:ext cx="58" cy="56"/>
              </a:xfrm>
              <a:custGeom>
                <a:avLst/>
                <a:gdLst/>
                <a:ahLst/>
                <a:cxnLst/>
                <a:rect l="l" t="t" r="r" b="b"/>
                <a:pathLst>
                  <a:path w="58" h="56" extrusionOk="0">
                    <a:moveTo>
                      <a:pt x="10" y="2"/>
                    </a:moveTo>
                    <a:lnTo>
                      <a:pt x="10" y="2"/>
                    </a:lnTo>
                    <a:lnTo>
                      <a:pt x="8" y="2"/>
                    </a:lnTo>
                    <a:lnTo>
                      <a:pt x="6" y="2"/>
                    </a:lnTo>
                    <a:lnTo>
                      <a:pt x="4" y="4"/>
                    </a:lnTo>
                    <a:lnTo>
                      <a:pt x="2" y="6"/>
                    </a:lnTo>
                    <a:lnTo>
                      <a:pt x="0" y="8"/>
                    </a:lnTo>
                    <a:lnTo>
                      <a:pt x="0" y="14"/>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16" y="2"/>
                    </a:lnTo>
                    <a:lnTo>
                      <a:pt x="1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3" name="Google Shape;393;p8"/>
              <p:cNvSpPr/>
              <p:nvPr/>
            </p:nvSpPr>
            <p:spPr>
              <a:xfrm>
                <a:off x="2731" y="3138"/>
                <a:ext cx="70" cy="54"/>
              </a:xfrm>
              <a:custGeom>
                <a:avLst/>
                <a:gdLst/>
                <a:ahLst/>
                <a:cxnLst/>
                <a:rect l="l" t="t" r="r" b="b"/>
                <a:pathLst>
                  <a:path w="70" h="54" extrusionOk="0">
                    <a:moveTo>
                      <a:pt x="2" y="44"/>
                    </a:move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8" y="54"/>
                    </a:lnTo>
                    <a:lnTo>
                      <a:pt x="6" y="54"/>
                    </a:lnTo>
                    <a:lnTo>
                      <a:pt x="4" y="52"/>
                    </a:lnTo>
                    <a:lnTo>
                      <a:pt x="2" y="52"/>
                    </a:lnTo>
                    <a:lnTo>
                      <a:pt x="0" y="50"/>
                    </a:lnTo>
                    <a:lnTo>
                      <a:pt x="0" y="48"/>
                    </a:lnTo>
                    <a:lnTo>
                      <a:pt x="2" y="4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4" name="Google Shape;394;p8"/>
              <p:cNvSpPr/>
              <p:nvPr/>
            </p:nvSpPr>
            <p:spPr>
              <a:xfrm>
                <a:off x="2957" y="3706"/>
                <a:ext cx="74" cy="110"/>
              </a:xfrm>
              <a:custGeom>
                <a:avLst/>
                <a:gdLst/>
                <a:ahLst/>
                <a:cxnLst/>
                <a:rect l="l" t="t" r="r" b="b"/>
                <a:pathLst>
                  <a:path w="74" h="110" extrusionOk="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4"/>
                    </a:lnTo>
                    <a:lnTo>
                      <a:pt x="22" y="54"/>
                    </a:lnTo>
                    <a:lnTo>
                      <a:pt x="20" y="64"/>
                    </a:lnTo>
                    <a:lnTo>
                      <a:pt x="18" y="74"/>
                    </a:lnTo>
                    <a:lnTo>
                      <a:pt x="18" y="78"/>
                    </a:lnTo>
                    <a:lnTo>
                      <a:pt x="18" y="80"/>
                    </a:lnTo>
                    <a:lnTo>
                      <a:pt x="22" y="84"/>
                    </a:lnTo>
                    <a:lnTo>
                      <a:pt x="24" y="88"/>
                    </a:lnTo>
                    <a:lnTo>
                      <a:pt x="28" y="92"/>
                    </a:lnTo>
                    <a:lnTo>
                      <a:pt x="30" y="96"/>
                    </a:lnTo>
                    <a:lnTo>
                      <a:pt x="32" y="102"/>
                    </a:lnTo>
                    <a:lnTo>
                      <a:pt x="34" y="106"/>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8"/>
                    </a:lnTo>
                    <a:lnTo>
                      <a:pt x="18" y="6"/>
                    </a:lnTo>
                    <a:lnTo>
                      <a:pt x="16" y="2"/>
                    </a:lnTo>
                    <a:lnTo>
                      <a:pt x="12" y="2"/>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5" name="Google Shape;395;p8"/>
              <p:cNvSpPr/>
              <p:nvPr/>
            </p:nvSpPr>
            <p:spPr>
              <a:xfrm>
                <a:off x="2887" y="3810"/>
                <a:ext cx="92" cy="104"/>
              </a:xfrm>
              <a:custGeom>
                <a:avLst/>
                <a:gdLst/>
                <a:ahLst/>
                <a:cxnLst/>
                <a:rect l="l" t="t" r="r" b="b"/>
                <a:pathLst>
                  <a:path w="92" h="104" extrusionOk="0">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58" y="26"/>
                    </a:lnTo>
                    <a:lnTo>
                      <a:pt x="42" y="36"/>
                    </a:lnTo>
                    <a:lnTo>
                      <a:pt x="32" y="44"/>
                    </a:lnTo>
                    <a:lnTo>
                      <a:pt x="20" y="62"/>
                    </a:lnTo>
                    <a:lnTo>
                      <a:pt x="14" y="72"/>
                    </a:lnTo>
                    <a:lnTo>
                      <a:pt x="12" y="72"/>
                    </a:lnTo>
                    <a:lnTo>
                      <a:pt x="8" y="72"/>
                    </a:lnTo>
                    <a:lnTo>
                      <a:pt x="6" y="76"/>
                    </a:lnTo>
                    <a:lnTo>
                      <a:pt x="4" y="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8"/>
              <p:cNvSpPr/>
              <p:nvPr/>
            </p:nvSpPr>
            <p:spPr>
              <a:xfrm>
                <a:off x="2363" y="2868"/>
                <a:ext cx="36" cy="96"/>
              </a:xfrm>
              <a:custGeom>
                <a:avLst/>
                <a:gdLst/>
                <a:ahLst/>
                <a:cxnLst/>
                <a:rect l="l" t="t" r="r" b="b"/>
                <a:pathLst>
                  <a:path w="36" h="96" extrusionOk="0">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30" y="42"/>
                    </a:lnTo>
                    <a:lnTo>
                      <a:pt x="30" y="40"/>
                    </a:lnTo>
                    <a:lnTo>
                      <a:pt x="30" y="36"/>
                    </a:lnTo>
                    <a:lnTo>
                      <a:pt x="30" y="32"/>
                    </a:lnTo>
                    <a:lnTo>
                      <a:pt x="30" y="28"/>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7" name="Google Shape;397;p8"/>
              <p:cNvSpPr/>
              <p:nvPr/>
            </p:nvSpPr>
            <p:spPr>
              <a:xfrm>
                <a:off x="2331" y="2968"/>
                <a:ext cx="32" cy="34"/>
              </a:xfrm>
              <a:custGeom>
                <a:avLst/>
                <a:gdLst/>
                <a:ahLst/>
                <a:cxnLst/>
                <a:rect l="l" t="t" r="r" b="b"/>
                <a:pathLst>
                  <a:path w="32" h="34" extrusionOk="0">
                    <a:moveTo>
                      <a:pt x="2" y="28"/>
                    </a:moveTo>
                    <a:lnTo>
                      <a:pt x="2" y="28"/>
                    </a:lnTo>
                    <a:lnTo>
                      <a:pt x="0" y="30"/>
                    </a:lnTo>
                    <a:lnTo>
                      <a:pt x="2" y="32"/>
                    </a:lnTo>
                    <a:lnTo>
                      <a:pt x="4" y="34"/>
                    </a:lnTo>
                    <a:lnTo>
                      <a:pt x="6" y="32"/>
                    </a:lnTo>
                    <a:lnTo>
                      <a:pt x="10" y="32"/>
                    </a:lnTo>
                    <a:lnTo>
                      <a:pt x="12" y="30"/>
                    </a:lnTo>
                    <a:lnTo>
                      <a:pt x="16" y="26"/>
                    </a:lnTo>
                    <a:lnTo>
                      <a:pt x="20" y="24"/>
                    </a:lnTo>
                    <a:lnTo>
                      <a:pt x="22" y="22"/>
                    </a:lnTo>
                    <a:lnTo>
                      <a:pt x="24" y="20"/>
                    </a:lnTo>
                    <a:lnTo>
                      <a:pt x="26" y="16"/>
                    </a:lnTo>
                    <a:lnTo>
                      <a:pt x="28" y="12"/>
                    </a:lnTo>
                    <a:lnTo>
                      <a:pt x="30" y="10"/>
                    </a:lnTo>
                    <a:lnTo>
                      <a:pt x="32" y="6"/>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8" name="Google Shape;398;p8"/>
              <p:cNvSpPr/>
              <p:nvPr/>
            </p:nvSpPr>
            <p:spPr>
              <a:xfrm>
                <a:off x="2391" y="2992"/>
                <a:ext cx="60" cy="46"/>
              </a:xfrm>
              <a:custGeom>
                <a:avLst/>
                <a:gdLst/>
                <a:ahLst/>
                <a:cxnLst/>
                <a:rect l="l" t="t" r="r" b="b"/>
                <a:pathLst>
                  <a:path w="60" h="46" extrusionOk="0">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9" name="Google Shape;399;p8"/>
              <p:cNvSpPr/>
              <p:nvPr/>
            </p:nvSpPr>
            <p:spPr>
              <a:xfrm>
                <a:off x="2249" y="3020"/>
                <a:ext cx="108" cy="96"/>
              </a:xfrm>
              <a:custGeom>
                <a:avLst/>
                <a:gdLst/>
                <a:ahLst/>
                <a:cxnLst/>
                <a:rect l="l" t="t" r="r" b="b"/>
                <a:pathLst>
                  <a:path w="108" h="96" extrusionOk="0">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2" y="90"/>
                    </a:lnTo>
                    <a:lnTo>
                      <a:pt x="6" y="92"/>
                    </a:lnTo>
                    <a:lnTo>
                      <a:pt x="10" y="94"/>
                    </a:lnTo>
                    <a:lnTo>
                      <a:pt x="14" y="96"/>
                    </a:lnTo>
                    <a:lnTo>
                      <a:pt x="16" y="96"/>
                    </a:lnTo>
                    <a:lnTo>
                      <a:pt x="18" y="94"/>
                    </a:lnTo>
                    <a:lnTo>
                      <a:pt x="22" y="90"/>
                    </a:lnTo>
                    <a:lnTo>
                      <a:pt x="24" y="86"/>
                    </a:lnTo>
                    <a:lnTo>
                      <a:pt x="26" y="84"/>
                    </a:lnTo>
                    <a:lnTo>
                      <a:pt x="28" y="82"/>
                    </a:lnTo>
                    <a:lnTo>
                      <a:pt x="32" y="80"/>
                    </a:lnTo>
                    <a:lnTo>
                      <a:pt x="38" y="78"/>
                    </a:lnTo>
                    <a:lnTo>
                      <a:pt x="46" y="74"/>
                    </a:lnTo>
                    <a:lnTo>
                      <a:pt x="54" y="70"/>
                    </a:lnTo>
                    <a:lnTo>
                      <a:pt x="62" y="5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0" name="Google Shape;400;p8"/>
              <p:cNvSpPr/>
              <p:nvPr/>
            </p:nvSpPr>
            <p:spPr>
              <a:xfrm>
                <a:off x="2229" y="3062"/>
                <a:ext cx="120" cy="110"/>
              </a:xfrm>
              <a:custGeom>
                <a:avLst/>
                <a:gdLst/>
                <a:ahLst/>
                <a:cxnLst/>
                <a:rect l="l" t="t" r="r" b="b"/>
                <a:pathLst>
                  <a:path w="120" h="110" extrusionOk="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08" y="48"/>
                    </a:lnTo>
                    <a:lnTo>
                      <a:pt x="106" y="50"/>
                    </a:lnTo>
                    <a:lnTo>
                      <a:pt x="102" y="52"/>
                    </a:lnTo>
                    <a:lnTo>
                      <a:pt x="102" y="54"/>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2" y="60"/>
                    </a:lnTo>
                    <a:lnTo>
                      <a:pt x="2" y="56"/>
                    </a:lnTo>
                    <a:lnTo>
                      <a:pt x="2" y="52"/>
                    </a:lnTo>
                    <a:lnTo>
                      <a:pt x="4" y="48"/>
                    </a:lnTo>
                    <a:lnTo>
                      <a:pt x="6" y="44"/>
                    </a:lnTo>
                    <a:lnTo>
                      <a:pt x="8" y="42"/>
                    </a:lnTo>
                    <a:lnTo>
                      <a:pt x="28" y="42"/>
                    </a:lnTo>
                    <a:lnTo>
                      <a:pt x="20" y="46"/>
                    </a:lnTo>
                    <a:lnTo>
                      <a:pt x="22" y="48"/>
                    </a:lnTo>
                    <a:lnTo>
                      <a:pt x="26" y="50"/>
                    </a:lnTo>
                    <a:lnTo>
                      <a:pt x="28" y="52"/>
                    </a:lnTo>
                    <a:lnTo>
                      <a:pt x="32" y="54"/>
                    </a:lnTo>
                    <a:lnTo>
                      <a:pt x="36" y="52"/>
                    </a:lnTo>
                    <a:lnTo>
                      <a:pt x="40" y="50"/>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1" name="Google Shape;401;p8"/>
              <p:cNvSpPr/>
              <p:nvPr/>
            </p:nvSpPr>
            <p:spPr>
              <a:xfrm>
                <a:off x="2633" y="3146"/>
                <a:ext cx="128" cy="108"/>
              </a:xfrm>
              <a:custGeom>
                <a:avLst/>
                <a:gdLst/>
                <a:ahLst/>
                <a:cxnLst/>
                <a:rect l="l" t="t" r="r" b="b"/>
                <a:pathLst>
                  <a:path w="128" h="108" extrusionOk="0">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80" y="60"/>
                    </a:lnTo>
                    <a:lnTo>
                      <a:pt x="96" y="54"/>
                    </a:lnTo>
                    <a:lnTo>
                      <a:pt x="92" y="46"/>
                    </a:lnTo>
                    <a:lnTo>
                      <a:pt x="90" y="46"/>
                    </a:lnTo>
                    <a:lnTo>
                      <a:pt x="88" y="44"/>
                    </a:lnTo>
                    <a:lnTo>
                      <a:pt x="84" y="44"/>
                    </a:lnTo>
                    <a:lnTo>
                      <a:pt x="80" y="42"/>
                    </a:lnTo>
                    <a:lnTo>
                      <a:pt x="78" y="42"/>
                    </a:lnTo>
                    <a:lnTo>
                      <a:pt x="78" y="4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p8"/>
              <p:cNvSpPr/>
              <p:nvPr/>
            </p:nvSpPr>
            <p:spPr>
              <a:xfrm>
                <a:off x="2513" y="3118"/>
                <a:ext cx="122" cy="108"/>
              </a:xfrm>
              <a:custGeom>
                <a:avLst/>
                <a:gdLst/>
                <a:ahLst/>
                <a:cxnLst/>
                <a:rect l="l" t="t" r="r" b="b"/>
                <a:pathLst>
                  <a:path w="122" h="108" extrusionOk="0">
                    <a:moveTo>
                      <a:pt x="122" y="28"/>
                    </a:moveTo>
                    <a:lnTo>
                      <a:pt x="114" y="24"/>
                    </a:lnTo>
                    <a:lnTo>
                      <a:pt x="102" y="18"/>
                    </a:lnTo>
                    <a:lnTo>
                      <a:pt x="92" y="14"/>
                    </a:lnTo>
                    <a:lnTo>
                      <a:pt x="80" y="14"/>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8"/>
              <p:cNvSpPr/>
              <p:nvPr/>
            </p:nvSpPr>
            <p:spPr>
              <a:xfrm>
                <a:off x="2285" y="3296"/>
                <a:ext cx="508" cy="408"/>
              </a:xfrm>
              <a:custGeom>
                <a:avLst/>
                <a:gdLst/>
                <a:ahLst/>
                <a:cxnLst/>
                <a:rect l="l" t="t" r="r" b="b"/>
                <a:pathLst>
                  <a:path w="508" h="408" extrusionOk="0">
                    <a:moveTo>
                      <a:pt x="30" y="138"/>
                    </a:moveTo>
                    <a:lnTo>
                      <a:pt x="60" y="136"/>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6" y="10"/>
                    </a:lnTo>
                    <a:lnTo>
                      <a:pt x="248"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6"/>
                    </a:lnTo>
                    <a:lnTo>
                      <a:pt x="504" y="280"/>
                    </a:lnTo>
                    <a:lnTo>
                      <a:pt x="502" y="284"/>
                    </a:lnTo>
                    <a:lnTo>
                      <a:pt x="498" y="288"/>
                    </a:lnTo>
                    <a:lnTo>
                      <a:pt x="494" y="292"/>
                    </a:lnTo>
                    <a:lnTo>
                      <a:pt x="488" y="294"/>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4" name="Google Shape;404;p8"/>
              <p:cNvSpPr/>
              <p:nvPr/>
            </p:nvSpPr>
            <p:spPr>
              <a:xfrm>
                <a:off x="2353" y="3084"/>
                <a:ext cx="82" cy="96"/>
              </a:xfrm>
              <a:custGeom>
                <a:avLst/>
                <a:gdLst/>
                <a:ahLst/>
                <a:cxnLst/>
                <a:rect l="l" t="t" r="r" b="b"/>
                <a:pathLst>
                  <a:path w="82" h="96" extrusionOk="0">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0" y="50"/>
                    </a:lnTo>
                    <a:lnTo>
                      <a:pt x="0" y="46"/>
                    </a:lnTo>
                    <a:lnTo>
                      <a:pt x="2" y="42"/>
                    </a:lnTo>
                    <a:lnTo>
                      <a:pt x="4" y="38"/>
                    </a:lnTo>
                    <a:lnTo>
                      <a:pt x="6" y="34"/>
                    </a:lnTo>
                    <a:lnTo>
                      <a:pt x="8" y="32"/>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6"/>
                    </a:lnTo>
                    <a:lnTo>
                      <a:pt x="30" y="48"/>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5" name="Google Shape;405;p8"/>
              <p:cNvSpPr/>
              <p:nvPr/>
            </p:nvSpPr>
            <p:spPr>
              <a:xfrm>
                <a:off x="2047" y="3042"/>
                <a:ext cx="136" cy="148"/>
              </a:xfrm>
              <a:custGeom>
                <a:avLst/>
                <a:gdLst/>
                <a:ahLst/>
                <a:cxnLst/>
                <a:rect l="l" t="t" r="r" b="b"/>
                <a:pathLst>
                  <a:path w="136" h="148" extrusionOk="0">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66" y="42"/>
                    </a:lnTo>
                    <a:lnTo>
                      <a:pt x="68" y="40"/>
                    </a:lnTo>
                    <a:lnTo>
                      <a:pt x="72" y="42"/>
                    </a:lnTo>
                    <a:lnTo>
                      <a:pt x="82" y="50"/>
                    </a:lnTo>
                    <a:lnTo>
                      <a:pt x="92" y="60"/>
                    </a:lnTo>
                    <a:lnTo>
                      <a:pt x="104" y="68"/>
                    </a:lnTo>
                    <a:lnTo>
                      <a:pt x="110" y="74"/>
                    </a:lnTo>
                    <a:lnTo>
                      <a:pt x="108" y="74"/>
                    </a:lnTo>
                    <a:lnTo>
                      <a:pt x="106" y="74"/>
                    </a:lnTo>
                    <a:lnTo>
                      <a:pt x="104" y="76"/>
                    </a:lnTo>
                    <a:lnTo>
                      <a:pt x="102" y="76"/>
                    </a:lnTo>
                    <a:lnTo>
                      <a:pt x="104" y="78"/>
                    </a:lnTo>
                    <a:lnTo>
                      <a:pt x="106" y="82"/>
                    </a:lnTo>
                    <a:lnTo>
                      <a:pt x="114" y="88"/>
                    </a:lnTo>
                    <a:lnTo>
                      <a:pt x="114" y="100"/>
                    </a:lnTo>
                    <a:lnTo>
                      <a:pt x="126" y="100"/>
                    </a:lnTo>
                    <a:lnTo>
                      <a:pt x="128" y="102"/>
                    </a:lnTo>
                    <a:lnTo>
                      <a:pt x="130" y="104"/>
                    </a:lnTo>
                    <a:lnTo>
                      <a:pt x="132" y="108"/>
                    </a:lnTo>
                    <a:lnTo>
                      <a:pt x="134" y="112"/>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2" y="16"/>
                    </a:lnTo>
                    <a:lnTo>
                      <a:pt x="8" y="14"/>
                    </a:lnTo>
                    <a:lnTo>
                      <a:pt x="6" y="12"/>
                    </a:lnTo>
                    <a:lnTo>
                      <a:pt x="2" y="8"/>
                    </a:lnTo>
                    <a:lnTo>
                      <a:pt x="0" y="6"/>
                    </a:lnTo>
                    <a:lnTo>
                      <a:pt x="0" y="2"/>
                    </a:lnTo>
                    <a:lnTo>
                      <a:pt x="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6" name="Google Shape;406;p8"/>
              <p:cNvSpPr/>
              <p:nvPr/>
            </p:nvSpPr>
            <p:spPr>
              <a:xfrm>
                <a:off x="2179" y="3194"/>
                <a:ext cx="116" cy="32"/>
              </a:xfrm>
              <a:custGeom>
                <a:avLst/>
                <a:gdLst/>
                <a:ahLst/>
                <a:cxnLst/>
                <a:rect l="l" t="t" r="r" b="b"/>
                <a:pathLst>
                  <a:path w="116" h="32" extrusionOk="0">
                    <a:moveTo>
                      <a:pt x="50" y="22"/>
                    </a:moveTo>
                    <a:lnTo>
                      <a:pt x="22" y="22"/>
                    </a:lnTo>
                    <a:lnTo>
                      <a:pt x="0" y="10"/>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7" name="Google Shape;407;p8"/>
              <p:cNvSpPr/>
              <p:nvPr/>
            </p:nvSpPr>
            <p:spPr>
              <a:xfrm>
                <a:off x="4551" y="3258"/>
                <a:ext cx="176" cy="204"/>
              </a:xfrm>
              <a:custGeom>
                <a:avLst/>
                <a:gdLst/>
                <a:ahLst/>
                <a:cxnLst/>
                <a:rect l="l" t="t" r="r" b="b"/>
                <a:pathLst>
                  <a:path w="176" h="204" extrusionOk="0">
                    <a:moveTo>
                      <a:pt x="0" y="96"/>
                    </a:move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8" name="Google Shape;408;p8"/>
              <p:cNvSpPr/>
              <p:nvPr/>
            </p:nvSpPr>
            <p:spPr>
              <a:xfrm>
                <a:off x="4401" y="3118"/>
                <a:ext cx="178" cy="244"/>
              </a:xfrm>
              <a:custGeom>
                <a:avLst/>
                <a:gdLst/>
                <a:ahLst/>
                <a:cxnLst/>
                <a:rect l="l" t="t" r="r" b="b"/>
                <a:pathLst>
                  <a:path w="178" h="244" extrusionOk="0">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8" y="62"/>
                    </a:lnTo>
                    <a:lnTo>
                      <a:pt x="40" y="60"/>
                    </a:lnTo>
                    <a:lnTo>
                      <a:pt x="40" y="56"/>
                    </a:lnTo>
                    <a:lnTo>
                      <a:pt x="42" y="54"/>
                    </a:lnTo>
                    <a:lnTo>
                      <a:pt x="44" y="50"/>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60" y="40"/>
                    </a:lnTo>
                    <a:lnTo>
                      <a:pt x="162" y="42"/>
                    </a:lnTo>
                    <a:lnTo>
                      <a:pt x="162" y="44"/>
                    </a:lnTo>
                    <a:lnTo>
                      <a:pt x="156" y="60"/>
                    </a:lnTo>
                    <a:lnTo>
                      <a:pt x="162" y="60"/>
                    </a:lnTo>
                    <a:lnTo>
                      <a:pt x="162" y="66"/>
                    </a:lnTo>
                    <a:lnTo>
                      <a:pt x="156" y="66"/>
                    </a:lnTo>
                    <a:lnTo>
                      <a:pt x="154" y="64"/>
                    </a:lnTo>
                    <a:lnTo>
                      <a:pt x="152" y="64"/>
                    </a:lnTo>
                    <a:lnTo>
                      <a:pt x="148" y="64"/>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8" y="134"/>
                    </a:lnTo>
                    <a:lnTo>
                      <a:pt x="120" y="132"/>
                    </a:lnTo>
                    <a:lnTo>
                      <a:pt x="122" y="132"/>
                    </a:lnTo>
                    <a:lnTo>
                      <a:pt x="126" y="134"/>
                    </a:lnTo>
                    <a:lnTo>
                      <a:pt x="126" y="136"/>
                    </a:lnTo>
                    <a:lnTo>
                      <a:pt x="128" y="138"/>
                    </a:lnTo>
                    <a:lnTo>
                      <a:pt x="132" y="138"/>
                    </a:lnTo>
                    <a:lnTo>
                      <a:pt x="138" y="140"/>
                    </a:lnTo>
                    <a:lnTo>
                      <a:pt x="140" y="140"/>
                    </a:lnTo>
                    <a:lnTo>
                      <a:pt x="142" y="140"/>
                    </a:lnTo>
                    <a:lnTo>
                      <a:pt x="144" y="138"/>
                    </a:lnTo>
                    <a:lnTo>
                      <a:pt x="148" y="136"/>
                    </a:lnTo>
                    <a:lnTo>
                      <a:pt x="150" y="134"/>
                    </a:lnTo>
                    <a:lnTo>
                      <a:pt x="152" y="132"/>
                    </a:lnTo>
                    <a:lnTo>
                      <a:pt x="154" y="130"/>
                    </a:lnTo>
                    <a:lnTo>
                      <a:pt x="152" y="156"/>
                    </a:lnTo>
                    <a:lnTo>
                      <a:pt x="154" y="158"/>
                    </a:lnTo>
                    <a:lnTo>
                      <a:pt x="156" y="158"/>
                    </a:lnTo>
                    <a:lnTo>
                      <a:pt x="160" y="160"/>
                    </a:lnTo>
                    <a:lnTo>
                      <a:pt x="164" y="160"/>
                    </a:lnTo>
                    <a:lnTo>
                      <a:pt x="166" y="160"/>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9" name="Google Shape;409;p8"/>
              <p:cNvSpPr/>
              <p:nvPr/>
            </p:nvSpPr>
            <p:spPr>
              <a:xfrm>
                <a:off x="4525" y="2938"/>
                <a:ext cx="176" cy="172"/>
              </a:xfrm>
              <a:custGeom>
                <a:avLst/>
                <a:gdLst/>
                <a:ahLst/>
                <a:cxnLst/>
                <a:rect l="l" t="t" r="r" b="b"/>
                <a:pathLst>
                  <a:path w="176" h="172" extrusionOk="0">
                    <a:moveTo>
                      <a:pt x="176" y="58"/>
                    </a:moveTo>
                    <a:lnTo>
                      <a:pt x="170" y="54"/>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56" y="18"/>
                    </a:lnTo>
                    <a:lnTo>
                      <a:pt x="54" y="14"/>
                    </a:lnTo>
                    <a:lnTo>
                      <a:pt x="50" y="10"/>
                    </a:lnTo>
                    <a:lnTo>
                      <a:pt x="50" y="8"/>
                    </a:lnTo>
                    <a:lnTo>
                      <a:pt x="48" y="6"/>
                    </a:lnTo>
                    <a:lnTo>
                      <a:pt x="46" y="4"/>
                    </a:lnTo>
                    <a:lnTo>
                      <a:pt x="44" y="4"/>
                    </a:lnTo>
                    <a:lnTo>
                      <a:pt x="42" y="4"/>
                    </a:lnTo>
                    <a:lnTo>
                      <a:pt x="42" y="2"/>
                    </a:lnTo>
                    <a:lnTo>
                      <a:pt x="42" y="0"/>
                    </a:lnTo>
                    <a:lnTo>
                      <a:pt x="40" y="0"/>
                    </a:lnTo>
                    <a:lnTo>
                      <a:pt x="40" y="2"/>
                    </a:lnTo>
                    <a:lnTo>
                      <a:pt x="42" y="4"/>
                    </a:lnTo>
                    <a:lnTo>
                      <a:pt x="40" y="4"/>
                    </a:lnTo>
                    <a:lnTo>
                      <a:pt x="40" y="6"/>
                    </a:lnTo>
                    <a:lnTo>
                      <a:pt x="40" y="8"/>
                    </a:lnTo>
                    <a:lnTo>
                      <a:pt x="38" y="8"/>
                    </a:lnTo>
                    <a:lnTo>
                      <a:pt x="38" y="10"/>
                    </a:lnTo>
                    <a:lnTo>
                      <a:pt x="36" y="12"/>
                    </a:lnTo>
                    <a:lnTo>
                      <a:pt x="36" y="14"/>
                    </a:lnTo>
                    <a:lnTo>
                      <a:pt x="36" y="16"/>
                    </a:lnTo>
                    <a:lnTo>
                      <a:pt x="36" y="18"/>
                    </a:lnTo>
                    <a:lnTo>
                      <a:pt x="36" y="20"/>
                    </a:lnTo>
                    <a:lnTo>
                      <a:pt x="34" y="20"/>
                    </a:lnTo>
                    <a:lnTo>
                      <a:pt x="32" y="18"/>
                    </a:lnTo>
                    <a:lnTo>
                      <a:pt x="32" y="16"/>
                    </a:lnTo>
                    <a:lnTo>
                      <a:pt x="32" y="14"/>
                    </a:lnTo>
                    <a:lnTo>
                      <a:pt x="34" y="14"/>
                    </a:lnTo>
                    <a:lnTo>
                      <a:pt x="34" y="12"/>
                    </a:lnTo>
                    <a:lnTo>
                      <a:pt x="34" y="10"/>
                    </a:lnTo>
                    <a:lnTo>
                      <a:pt x="32" y="8"/>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2"/>
                    </a:lnTo>
                    <a:lnTo>
                      <a:pt x="0" y="36"/>
                    </a:lnTo>
                    <a:lnTo>
                      <a:pt x="0" y="42"/>
                    </a:lnTo>
                    <a:lnTo>
                      <a:pt x="0" y="46"/>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52" y="98"/>
                    </a:lnTo>
                    <a:lnTo>
                      <a:pt x="56" y="98"/>
                    </a:lnTo>
                    <a:lnTo>
                      <a:pt x="60" y="98"/>
                    </a:lnTo>
                    <a:lnTo>
                      <a:pt x="62" y="96"/>
                    </a:lnTo>
                    <a:lnTo>
                      <a:pt x="64" y="96"/>
                    </a:lnTo>
                    <a:lnTo>
                      <a:pt x="66" y="96"/>
                    </a:lnTo>
                    <a:lnTo>
                      <a:pt x="66" y="98"/>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8" y="62"/>
                    </a:lnTo>
                    <a:lnTo>
                      <a:pt x="170" y="62"/>
                    </a:lnTo>
                    <a:lnTo>
                      <a:pt x="174" y="60"/>
                    </a:lnTo>
                    <a:lnTo>
                      <a:pt x="176" y="5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0" name="Google Shape;410;p8"/>
              <p:cNvSpPr/>
              <p:nvPr/>
            </p:nvSpPr>
            <p:spPr>
              <a:xfrm>
                <a:off x="4679" y="2996"/>
                <a:ext cx="52" cy="86"/>
              </a:xfrm>
              <a:custGeom>
                <a:avLst/>
                <a:gdLst/>
                <a:ahLst/>
                <a:cxnLst/>
                <a:rect l="l" t="t" r="r" b="b"/>
                <a:pathLst>
                  <a:path w="52" h="86" extrusionOk="0">
                    <a:moveTo>
                      <a:pt x="52" y="28"/>
                    </a:moveTo>
                    <a:lnTo>
                      <a:pt x="52" y="28"/>
                    </a:lnTo>
                    <a:lnTo>
                      <a:pt x="48" y="26"/>
                    </a:lnTo>
                    <a:lnTo>
                      <a:pt x="46" y="22"/>
                    </a:lnTo>
                    <a:lnTo>
                      <a:pt x="40" y="16"/>
                    </a:lnTo>
                    <a:lnTo>
                      <a:pt x="34" y="12"/>
                    </a:lnTo>
                    <a:lnTo>
                      <a:pt x="28" y="6"/>
                    </a:lnTo>
                    <a:lnTo>
                      <a:pt x="22" y="0"/>
                    </a:lnTo>
                    <a:lnTo>
                      <a:pt x="20" y="2"/>
                    </a:lnTo>
                    <a:lnTo>
                      <a:pt x="16" y="4"/>
                    </a:lnTo>
                    <a:lnTo>
                      <a:pt x="14" y="4"/>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4" y="80"/>
                    </a:lnTo>
                    <a:lnTo>
                      <a:pt x="42" y="78"/>
                    </a:lnTo>
                    <a:lnTo>
                      <a:pt x="42" y="74"/>
                    </a:lnTo>
                    <a:lnTo>
                      <a:pt x="40" y="64"/>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6"/>
                    </a:lnTo>
                    <a:lnTo>
                      <a:pt x="48" y="34"/>
                    </a:lnTo>
                    <a:lnTo>
                      <a:pt x="48" y="32"/>
                    </a:lnTo>
                    <a:lnTo>
                      <a:pt x="52" y="2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8"/>
              <p:cNvSpPr/>
              <p:nvPr/>
            </p:nvSpPr>
            <p:spPr>
              <a:xfrm>
                <a:off x="4711" y="3024"/>
                <a:ext cx="46" cy="56"/>
              </a:xfrm>
              <a:custGeom>
                <a:avLst/>
                <a:gdLst/>
                <a:ahLst/>
                <a:cxnLst/>
                <a:rect l="l" t="t" r="r" b="b"/>
                <a:pathLst>
                  <a:path w="46" h="56" extrusionOk="0">
                    <a:moveTo>
                      <a:pt x="20" y="0"/>
                    </a:moveTo>
                    <a:lnTo>
                      <a:pt x="28" y="4"/>
                    </a:lnTo>
                    <a:lnTo>
                      <a:pt x="36" y="8"/>
                    </a:lnTo>
                    <a:lnTo>
                      <a:pt x="46" y="10"/>
                    </a:lnTo>
                    <a:lnTo>
                      <a:pt x="44" y="16"/>
                    </a:lnTo>
                    <a:lnTo>
                      <a:pt x="42" y="18"/>
                    </a:lnTo>
                    <a:lnTo>
                      <a:pt x="40" y="20"/>
                    </a:lnTo>
                    <a:lnTo>
                      <a:pt x="38" y="22"/>
                    </a:lnTo>
                    <a:lnTo>
                      <a:pt x="38" y="24"/>
                    </a:lnTo>
                    <a:lnTo>
                      <a:pt x="36" y="26"/>
                    </a:lnTo>
                    <a:lnTo>
                      <a:pt x="36" y="28"/>
                    </a:lnTo>
                    <a:lnTo>
                      <a:pt x="38" y="30"/>
                    </a:lnTo>
                    <a:lnTo>
                      <a:pt x="40" y="32"/>
                    </a:lnTo>
                    <a:lnTo>
                      <a:pt x="42" y="36"/>
                    </a:lnTo>
                    <a:lnTo>
                      <a:pt x="42" y="38"/>
                    </a:lnTo>
                    <a:lnTo>
                      <a:pt x="40" y="42"/>
                    </a:lnTo>
                    <a:lnTo>
                      <a:pt x="40" y="44"/>
                    </a:lnTo>
                    <a:lnTo>
                      <a:pt x="40" y="46"/>
                    </a:lnTo>
                    <a:lnTo>
                      <a:pt x="40" y="48"/>
                    </a:lnTo>
                    <a:lnTo>
                      <a:pt x="40" y="50"/>
                    </a:lnTo>
                    <a:lnTo>
                      <a:pt x="38" y="52"/>
                    </a:lnTo>
                    <a:lnTo>
                      <a:pt x="36" y="52"/>
                    </a:lnTo>
                    <a:lnTo>
                      <a:pt x="34" y="52"/>
                    </a:lnTo>
                    <a:lnTo>
                      <a:pt x="32" y="50"/>
                    </a:lnTo>
                    <a:lnTo>
                      <a:pt x="28" y="50"/>
                    </a:lnTo>
                    <a:lnTo>
                      <a:pt x="26" y="52"/>
                    </a:lnTo>
                    <a:lnTo>
                      <a:pt x="24" y="52"/>
                    </a:lnTo>
                    <a:lnTo>
                      <a:pt x="20" y="50"/>
                    </a:lnTo>
                    <a:lnTo>
                      <a:pt x="18" y="54"/>
                    </a:lnTo>
                    <a:lnTo>
                      <a:pt x="20" y="56"/>
                    </a:lnTo>
                    <a:lnTo>
                      <a:pt x="14" y="54"/>
                    </a:lnTo>
                    <a:lnTo>
                      <a:pt x="12" y="52"/>
                    </a:lnTo>
                    <a:lnTo>
                      <a:pt x="10" y="50"/>
                    </a:lnTo>
                    <a:lnTo>
                      <a:pt x="10" y="46"/>
                    </a:lnTo>
                    <a:lnTo>
                      <a:pt x="8" y="36"/>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8"/>
                    </a:lnTo>
                    <a:lnTo>
                      <a:pt x="16" y="6"/>
                    </a:lnTo>
                    <a:lnTo>
                      <a:pt x="16" y="4"/>
                    </a:lnTo>
                    <a:lnTo>
                      <a:pt x="2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2" name="Google Shape;412;p8"/>
              <p:cNvSpPr/>
              <p:nvPr/>
            </p:nvSpPr>
            <p:spPr>
              <a:xfrm>
                <a:off x="4747" y="3034"/>
                <a:ext cx="46" cy="42"/>
              </a:xfrm>
              <a:custGeom>
                <a:avLst/>
                <a:gdLst/>
                <a:ahLst/>
                <a:cxnLst/>
                <a:rect l="l" t="t" r="r" b="b"/>
                <a:pathLst>
                  <a:path w="46" h="42" extrusionOk="0">
                    <a:moveTo>
                      <a:pt x="46" y="18"/>
                    </a:moveTo>
                    <a:lnTo>
                      <a:pt x="38" y="12"/>
                    </a:lnTo>
                    <a:lnTo>
                      <a:pt x="32" y="8"/>
                    </a:lnTo>
                    <a:lnTo>
                      <a:pt x="20" y="4"/>
                    </a:lnTo>
                    <a:lnTo>
                      <a:pt x="10" y="0"/>
                    </a:lnTo>
                    <a:lnTo>
                      <a:pt x="8" y="2"/>
                    </a:lnTo>
                    <a:lnTo>
                      <a:pt x="8" y="6"/>
                    </a:lnTo>
                    <a:lnTo>
                      <a:pt x="6" y="8"/>
                    </a:lnTo>
                    <a:lnTo>
                      <a:pt x="4" y="10"/>
                    </a:lnTo>
                    <a:lnTo>
                      <a:pt x="2" y="12"/>
                    </a:lnTo>
                    <a:lnTo>
                      <a:pt x="2" y="14"/>
                    </a:lnTo>
                    <a:lnTo>
                      <a:pt x="0" y="16"/>
                    </a:lnTo>
                    <a:lnTo>
                      <a:pt x="0" y="18"/>
                    </a:lnTo>
                    <a:lnTo>
                      <a:pt x="2" y="20"/>
                    </a:lnTo>
                    <a:lnTo>
                      <a:pt x="4" y="22"/>
                    </a:lnTo>
                    <a:lnTo>
                      <a:pt x="6" y="26"/>
                    </a:lnTo>
                    <a:lnTo>
                      <a:pt x="6" y="28"/>
                    </a:lnTo>
                    <a:lnTo>
                      <a:pt x="4" y="32"/>
                    </a:lnTo>
                    <a:lnTo>
                      <a:pt x="4" y="34"/>
                    </a:lnTo>
                    <a:lnTo>
                      <a:pt x="4" y="36"/>
                    </a:lnTo>
                    <a:lnTo>
                      <a:pt x="4" y="38"/>
                    </a:lnTo>
                    <a:lnTo>
                      <a:pt x="4" y="40"/>
                    </a:lnTo>
                    <a:lnTo>
                      <a:pt x="2" y="40"/>
                    </a:lnTo>
                    <a:lnTo>
                      <a:pt x="2" y="42"/>
                    </a:lnTo>
                    <a:lnTo>
                      <a:pt x="4" y="42"/>
                    </a:lnTo>
                    <a:lnTo>
                      <a:pt x="8" y="42"/>
                    </a:lnTo>
                    <a:lnTo>
                      <a:pt x="10" y="40"/>
                    </a:lnTo>
                    <a:lnTo>
                      <a:pt x="12" y="40"/>
                    </a:lnTo>
                    <a:lnTo>
                      <a:pt x="14" y="40"/>
                    </a:lnTo>
                    <a:lnTo>
                      <a:pt x="16" y="40"/>
                    </a:lnTo>
                    <a:lnTo>
                      <a:pt x="18" y="40"/>
                    </a:lnTo>
                    <a:lnTo>
                      <a:pt x="20" y="40"/>
                    </a:lnTo>
                    <a:lnTo>
                      <a:pt x="22" y="42"/>
                    </a:lnTo>
                    <a:lnTo>
                      <a:pt x="24"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3" name="Google Shape;413;p8"/>
              <p:cNvSpPr/>
              <p:nvPr/>
            </p:nvSpPr>
            <p:spPr>
              <a:xfrm>
                <a:off x="4445" y="2936"/>
                <a:ext cx="148" cy="242"/>
              </a:xfrm>
              <a:custGeom>
                <a:avLst/>
                <a:gdLst/>
                <a:ahLst/>
                <a:cxnLst/>
                <a:rect l="l" t="t" r="r" b="b"/>
                <a:pathLst>
                  <a:path w="148" h="242" extrusionOk="0">
                    <a:moveTo>
                      <a:pt x="124" y="194"/>
                    </a:moveTo>
                    <a:lnTo>
                      <a:pt x="126" y="200"/>
                    </a:lnTo>
                    <a:lnTo>
                      <a:pt x="128" y="204"/>
                    </a:lnTo>
                    <a:lnTo>
                      <a:pt x="128" y="208"/>
                    </a:lnTo>
                    <a:lnTo>
                      <a:pt x="126" y="212"/>
                    </a:lnTo>
                    <a:lnTo>
                      <a:pt x="118" y="242"/>
                    </a:lnTo>
                    <a:lnTo>
                      <a:pt x="116" y="240"/>
                    </a:lnTo>
                    <a:lnTo>
                      <a:pt x="114" y="240"/>
                    </a:lnTo>
                    <a:lnTo>
                      <a:pt x="112" y="242"/>
                    </a:lnTo>
                    <a:lnTo>
                      <a:pt x="118" y="226"/>
                    </a:lnTo>
                    <a:lnTo>
                      <a:pt x="118" y="224"/>
                    </a:lnTo>
                    <a:lnTo>
                      <a:pt x="116" y="222"/>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0" y="170"/>
                    </a:lnTo>
                    <a:lnTo>
                      <a:pt x="14" y="168"/>
                    </a:lnTo>
                    <a:lnTo>
                      <a:pt x="10" y="168"/>
                    </a:lnTo>
                    <a:lnTo>
                      <a:pt x="4" y="166"/>
                    </a:lnTo>
                    <a:lnTo>
                      <a:pt x="2" y="166"/>
                    </a:lnTo>
                    <a:lnTo>
                      <a:pt x="0" y="166"/>
                    </a:lnTo>
                    <a:lnTo>
                      <a:pt x="2" y="162"/>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4"/>
                    </a:lnTo>
                    <a:lnTo>
                      <a:pt x="80" y="38"/>
                    </a:lnTo>
                    <a:lnTo>
                      <a:pt x="80" y="44"/>
                    </a:lnTo>
                    <a:lnTo>
                      <a:pt x="80" y="48"/>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32" y="100"/>
                    </a:lnTo>
                    <a:lnTo>
                      <a:pt x="136" y="100"/>
                    </a:lnTo>
                    <a:lnTo>
                      <a:pt x="140" y="100"/>
                    </a:lnTo>
                    <a:lnTo>
                      <a:pt x="142" y="98"/>
                    </a:lnTo>
                    <a:lnTo>
                      <a:pt x="144" y="98"/>
                    </a:lnTo>
                    <a:lnTo>
                      <a:pt x="146" y="98"/>
                    </a:lnTo>
                    <a:lnTo>
                      <a:pt x="146" y="100"/>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2" y="188"/>
                    </a:lnTo>
                    <a:lnTo>
                      <a:pt x="124" y="19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4" name="Google Shape;414;p8"/>
              <p:cNvSpPr/>
              <p:nvPr/>
            </p:nvSpPr>
            <p:spPr>
              <a:xfrm>
                <a:off x="4405" y="3102"/>
                <a:ext cx="80" cy="84"/>
              </a:xfrm>
              <a:custGeom>
                <a:avLst/>
                <a:gdLst/>
                <a:ahLst/>
                <a:cxnLst/>
                <a:rect l="l" t="t" r="r" b="b"/>
                <a:pathLst>
                  <a:path w="80" h="84" extrusionOk="0">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0" y="66"/>
                    </a:lnTo>
                    <a:lnTo>
                      <a:pt x="38" y="70"/>
                    </a:lnTo>
                    <a:lnTo>
                      <a:pt x="36" y="72"/>
                    </a:lnTo>
                    <a:lnTo>
                      <a:pt x="36" y="76"/>
                    </a:lnTo>
                    <a:lnTo>
                      <a:pt x="34" y="78"/>
                    </a:lnTo>
                    <a:lnTo>
                      <a:pt x="32" y="80"/>
                    </a:lnTo>
                    <a:lnTo>
                      <a:pt x="32" y="82"/>
                    </a:lnTo>
                    <a:lnTo>
                      <a:pt x="30" y="84"/>
                    </a:lnTo>
                    <a:lnTo>
                      <a:pt x="26" y="84"/>
                    </a:lnTo>
                    <a:lnTo>
                      <a:pt x="24" y="84"/>
                    </a:lnTo>
                    <a:lnTo>
                      <a:pt x="22" y="82"/>
                    </a:lnTo>
                    <a:lnTo>
                      <a:pt x="12" y="82"/>
                    </a:lnTo>
                    <a:lnTo>
                      <a:pt x="10" y="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5" name="Google Shape;415;p8"/>
              <p:cNvSpPr/>
              <p:nvPr/>
            </p:nvSpPr>
            <p:spPr>
              <a:xfrm>
                <a:off x="4515" y="3442"/>
                <a:ext cx="268" cy="660"/>
              </a:xfrm>
              <a:custGeom>
                <a:avLst/>
                <a:gdLst/>
                <a:ahLst/>
                <a:cxnLst/>
                <a:rect l="l" t="t" r="r" b="b"/>
                <a:pathLst>
                  <a:path w="268" h="660" extrusionOk="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104" y="402"/>
                    </a:lnTo>
                    <a:lnTo>
                      <a:pt x="112" y="382"/>
                    </a:lnTo>
                    <a:lnTo>
                      <a:pt x="112" y="370"/>
                    </a:lnTo>
                    <a:lnTo>
                      <a:pt x="124" y="368"/>
                    </a:lnTo>
                    <a:lnTo>
                      <a:pt x="124" y="354"/>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2" y="4"/>
                    </a:lnTo>
                    <a:lnTo>
                      <a:pt x="140" y="2"/>
                    </a:lnTo>
                    <a:lnTo>
                      <a:pt x="138" y="2"/>
                    </a:lnTo>
                    <a:lnTo>
                      <a:pt x="134" y="0"/>
                    </a:lnTo>
                    <a:lnTo>
                      <a:pt x="132" y="2"/>
                    </a:lnTo>
                    <a:lnTo>
                      <a:pt x="130" y="4"/>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8"/>
              <p:cNvSpPr/>
              <p:nvPr/>
            </p:nvSpPr>
            <p:spPr>
              <a:xfrm>
                <a:off x="4511" y="3052"/>
                <a:ext cx="532" cy="572"/>
              </a:xfrm>
              <a:custGeom>
                <a:avLst/>
                <a:gdLst/>
                <a:ahLst/>
                <a:cxnLst/>
                <a:rect l="l" t="t" r="r" b="b"/>
                <a:pathLst>
                  <a:path w="532" h="572" extrusionOk="0">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298" y="90"/>
                    </a:lnTo>
                    <a:lnTo>
                      <a:pt x="292" y="94"/>
                    </a:lnTo>
                    <a:lnTo>
                      <a:pt x="286" y="98"/>
                    </a:lnTo>
                    <a:lnTo>
                      <a:pt x="282" y="98"/>
                    </a:lnTo>
                    <a:lnTo>
                      <a:pt x="278" y="98"/>
                    </a:lnTo>
                    <a:lnTo>
                      <a:pt x="282" y="96"/>
                    </a:lnTo>
                    <a:lnTo>
                      <a:pt x="286" y="94"/>
                    </a:lnTo>
                    <a:lnTo>
                      <a:pt x="290" y="90"/>
                    </a:lnTo>
                    <a:lnTo>
                      <a:pt x="292" y="86"/>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12" y="26"/>
                    </a:lnTo>
                    <a:lnTo>
                      <a:pt x="296" y="8"/>
                    </a:lnTo>
                    <a:lnTo>
                      <a:pt x="290" y="4"/>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58" y="24"/>
                    </a:lnTo>
                    <a:lnTo>
                      <a:pt x="256" y="24"/>
                    </a:lnTo>
                    <a:lnTo>
                      <a:pt x="254" y="22"/>
                    </a:lnTo>
                    <a:lnTo>
                      <a:pt x="252" y="22"/>
                    </a:lnTo>
                    <a:lnTo>
                      <a:pt x="250" y="22"/>
                    </a:lnTo>
                    <a:lnTo>
                      <a:pt x="248" y="22"/>
                    </a:lnTo>
                    <a:lnTo>
                      <a:pt x="246" y="22"/>
                    </a:lnTo>
                    <a:lnTo>
                      <a:pt x="244" y="22"/>
                    </a:lnTo>
                    <a:lnTo>
                      <a:pt x="242" y="24"/>
                    </a:lnTo>
                    <a:lnTo>
                      <a:pt x="240" y="24"/>
                    </a:lnTo>
                    <a:lnTo>
                      <a:pt x="238" y="24"/>
                    </a:lnTo>
                    <a:lnTo>
                      <a:pt x="236" y="24"/>
                    </a:lnTo>
                    <a:lnTo>
                      <a:pt x="234" y="24"/>
                    </a:lnTo>
                    <a:lnTo>
                      <a:pt x="232" y="22"/>
                    </a:lnTo>
                    <a:lnTo>
                      <a:pt x="230" y="22"/>
                    </a:lnTo>
                    <a:lnTo>
                      <a:pt x="228" y="22"/>
                    </a:lnTo>
                    <a:lnTo>
                      <a:pt x="226" y="24"/>
                    </a:lnTo>
                    <a:lnTo>
                      <a:pt x="224" y="24"/>
                    </a:lnTo>
                    <a:lnTo>
                      <a:pt x="218" y="22"/>
                    </a:lnTo>
                    <a:lnTo>
                      <a:pt x="218" y="26"/>
                    </a:lnTo>
                    <a:lnTo>
                      <a:pt x="218" y="28"/>
                    </a:lnTo>
                    <a:lnTo>
                      <a:pt x="214" y="28"/>
                    </a:lnTo>
                    <a:lnTo>
                      <a:pt x="212" y="26"/>
                    </a:lnTo>
                    <a:lnTo>
                      <a:pt x="206" y="26"/>
                    </a:lnTo>
                    <a:lnTo>
                      <a:pt x="202" y="26"/>
                    </a:lnTo>
                    <a:lnTo>
                      <a:pt x="194" y="28"/>
                    </a:lnTo>
                    <a:lnTo>
                      <a:pt x="192" y="28"/>
                    </a:lnTo>
                    <a:lnTo>
                      <a:pt x="184" y="30"/>
                    </a:lnTo>
                    <a:lnTo>
                      <a:pt x="184" y="28"/>
                    </a:lnTo>
                    <a:lnTo>
                      <a:pt x="184" y="24"/>
                    </a:lnTo>
                    <a:lnTo>
                      <a:pt x="184" y="20"/>
                    </a:lnTo>
                    <a:lnTo>
                      <a:pt x="184" y="18"/>
                    </a:lnTo>
                    <a:lnTo>
                      <a:pt x="184" y="14"/>
                    </a:lnTo>
                    <a:lnTo>
                      <a:pt x="184" y="10"/>
                    </a:lnTo>
                    <a:lnTo>
                      <a:pt x="184" y="6"/>
                    </a:lnTo>
                    <a:lnTo>
                      <a:pt x="182"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46"/>
                    </a:lnTo>
                    <a:lnTo>
                      <a:pt x="76" y="44"/>
                    </a:lnTo>
                    <a:lnTo>
                      <a:pt x="76" y="42"/>
                    </a:lnTo>
                    <a:lnTo>
                      <a:pt x="74" y="40"/>
                    </a:lnTo>
                    <a:lnTo>
                      <a:pt x="52" y="44"/>
                    </a:lnTo>
                    <a:lnTo>
                      <a:pt x="52" y="52"/>
                    </a:lnTo>
                    <a:lnTo>
                      <a:pt x="60" y="5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6" y="200"/>
                    </a:lnTo>
                    <a:lnTo>
                      <a:pt x="10" y="198"/>
                    </a:lnTo>
                    <a:lnTo>
                      <a:pt x="12" y="198"/>
                    </a:lnTo>
                    <a:lnTo>
                      <a:pt x="14" y="200"/>
                    </a:lnTo>
                    <a:lnTo>
                      <a:pt x="16" y="202"/>
                    </a:lnTo>
                    <a:lnTo>
                      <a:pt x="18" y="204"/>
                    </a:lnTo>
                    <a:lnTo>
                      <a:pt x="22" y="204"/>
                    </a:lnTo>
                    <a:lnTo>
                      <a:pt x="26" y="206"/>
                    </a:lnTo>
                    <a:lnTo>
                      <a:pt x="30" y="206"/>
                    </a:lnTo>
                    <a:lnTo>
                      <a:pt x="34" y="204"/>
                    </a:lnTo>
                    <a:lnTo>
                      <a:pt x="36" y="202"/>
                    </a:lnTo>
                    <a:lnTo>
                      <a:pt x="38" y="200"/>
                    </a:lnTo>
                    <a:lnTo>
                      <a:pt x="42" y="198"/>
                    </a:lnTo>
                    <a:lnTo>
                      <a:pt x="42" y="196"/>
                    </a:lnTo>
                    <a:lnTo>
                      <a:pt x="42" y="222"/>
                    </a:lnTo>
                    <a:lnTo>
                      <a:pt x="42" y="224"/>
                    </a:lnTo>
                    <a:lnTo>
                      <a:pt x="44" y="224"/>
                    </a:lnTo>
                    <a:lnTo>
                      <a:pt x="48" y="226"/>
                    </a:lnTo>
                    <a:lnTo>
                      <a:pt x="50" y="226"/>
                    </a:lnTo>
                    <a:lnTo>
                      <a:pt x="54" y="226"/>
                    </a:lnTo>
                    <a:lnTo>
                      <a:pt x="58" y="226"/>
                    </a:lnTo>
                    <a:lnTo>
                      <a:pt x="64" y="226"/>
                    </a:lnTo>
                    <a:lnTo>
                      <a:pt x="70" y="226"/>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50" y="428"/>
                    </a:lnTo>
                    <a:lnTo>
                      <a:pt x="252" y="432"/>
                    </a:lnTo>
                    <a:lnTo>
                      <a:pt x="254" y="436"/>
                    </a:lnTo>
                    <a:lnTo>
                      <a:pt x="256" y="442"/>
                    </a:lnTo>
                    <a:lnTo>
                      <a:pt x="256" y="446"/>
                    </a:lnTo>
                    <a:lnTo>
                      <a:pt x="256" y="448"/>
                    </a:lnTo>
                    <a:lnTo>
                      <a:pt x="260" y="450"/>
                    </a:lnTo>
                    <a:lnTo>
                      <a:pt x="264" y="450"/>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8"/>
              <p:cNvSpPr/>
              <p:nvPr/>
            </p:nvSpPr>
            <p:spPr>
              <a:xfrm>
                <a:off x="4479" y="3354"/>
                <a:ext cx="150" cy="756"/>
              </a:xfrm>
              <a:custGeom>
                <a:avLst/>
                <a:gdLst/>
                <a:ahLst/>
                <a:cxnLst/>
                <a:rect l="l" t="t" r="r" b="b"/>
                <a:pathLst>
                  <a:path w="150" h="756" extrusionOk="0">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8" name="Google Shape;418;p8"/>
              <p:cNvSpPr/>
              <p:nvPr/>
            </p:nvSpPr>
            <p:spPr>
              <a:xfrm>
                <a:off x="4659" y="3404"/>
                <a:ext cx="110" cy="126"/>
              </a:xfrm>
              <a:custGeom>
                <a:avLst/>
                <a:gdLst/>
                <a:ahLst/>
                <a:cxnLst/>
                <a:rect l="l" t="t" r="r" b="b"/>
                <a:pathLst>
                  <a:path w="110" h="126" extrusionOk="0">
                    <a:moveTo>
                      <a:pt x="108" y="96"/>
                    </a:moveTo>
                    <a:lnTo>
                      <a:pt x="110" y="94"/>
                    </a:lnTo>
                    <a:lnTo>
                      <a:pt x="108" y="90"/>
                    </a:lnTo>
                    <a:lnTo>
                      <a:pt x="108" y="84"/>
                    </a:lnTo>
                    <a:lnTo>
                      <a:pt x="106" y="80"/>
                    </a:lnTo>
                    <a:lnTo>
                      <a:pt x="104" y="76"/>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54"/>
                    </a:lnTo>
                    <a:lnTo>
                      <a:pt x="70" y="42"/>
                    </a:lnTo>
                    <a:lnTo>
                      <a:pt x="68" y="32"/>
                    </a:lnTo>
                    <a:lnTo>
                      <a:pt x="68" y="28"/>
                    </a:lnTo>
                    <a:lnTo>
                      <a:pt x="68" y="24"/>
                    </a:lnTo>
                    <a:lnTo>
                      <a:pt x="68" y="20"/>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9" name="Google Shape;419;p8"/>
              <p:cNvSpPr/>
              <p:nvPr/>
            </p:nvSpPr>
            <p:spPr>
              <a:xfrm>
                <a:off x="4335" y="2928"/>
                <a:ext cx="52" cy="70"/>
              </a:xfrm>
              <a:custGeom>
                <a:avLst/>
                <a:gdLst/>
                <a:ahLst/>
                <a:cxnLst/>
                <a:rect l="l" t="t" r="r" b="b"/>
                <a:pathLst>
                  <a:path w="52" h="70" extrusionOk="0">
                    <a:moveTo>
                      <a:pt x="52" y="70"/>
                    </a:moveTo>
                    <a:lnTo>
                      <a:pt x="50" y="64"/>
                    </a:lnTo>
                    <a:lnTo>
                      <a:pt x="46" y="60"/>
                    </a:lnTo>
                    <a:lnTo>
                      <a:pt x="44" y="58"/>
                    </a:lnTo>
                    <a:lnTo>
                      <a:pt x="44" y="54"/>
                    </a:lnTo>
                    <a:lnTo>
                      <a:pt x="44" y="50"/>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4" y="2"/>
                    </a:lnTo>
                    <a:lnTo>
                      <a:pt x="32" y="4"/>
                    </a:lnTo>
                    <a:lnTo>
                      <a:pt x="30" y="10"/>
                    </a:lnTo>
                    <a:lnTo>
                      <a:pt x="28" y="14"/>
                    </a:lnTo>
                    <a:lnTo>
                      <a:pt x="26" y="16"/>
                    </a:lnTo>
                    <a:lnTo>
                      <a:pt x="24" y="20"/>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2"/>
                    </a:lnTo>
                    <a:lnTo>
                      <a:pt x="4" y="44"/>
                    </a:lnTo>
                    <a:lnTo>
                      <a:pt x="2" y="44"/>
                    </a:lnTo>
                    <a:lnTo>
                      <a:pt x="0" y="42"/>
                    </a:lnTo>
                    <a:lnTo>
                      <a:pt x="0" y="44"/>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2" y="66"/>
                    </a:lnTo>
                    <a:lnTo>
                      <a:pt x="44" y="68"/>
                    </a:lnTo>
                    <a:lnTo>
                      <a:pt x="48" y="68"/>
                    </a:lnTo>
                    <a:lnTo>
                      <a:pt x="48" y="70"/>
                    </a:lnTo>
                    <a:lnTo>
                      <a:pt x="50" y="70"/>
                    </a:lnTo>
                    <a:lnTo>
                      <a:pt x="52" y="7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0" name="Google Shape;420;p8"/>
              <p:cNvSpPr/>
              <p:nvPr/>
            </p:nvSpPr>
            <p:spPr>
              <a:xfrm>
                <a:off x="4275" y="2880"/>
                <a:ext cx="60" cy="74"/>
              </a:xfrm>
              <a:custGeom>
                <a:avLst/>
                <a:gdLst/>
                <a:ahLst/>
                <a:cxnLst/>
                <a:rect l="l" t="t" r="r" b="b"/>
                <a:pathLst>
                  <a:path w="60" h="74" extrusionOk="0">
                    <a:moveTo>
                      <a:pt x="60" y="40"/>
                    </a:moveTo>
                    <a:lnTo>
                      <a:pt x="60" y="40"/>
                    </a:lnTo>
                    <a:lnTo>
                      <a:pt x="58" y="42"/>
                    </a:lnTo>
                    <a:lnTo>
                      <a:pt x="56" y="46"/>
                    </a:lnTo>
                    <a:lnTo>
                      <a:pt x="54" y="48"/>
                    </a:lnTo>
                    <a:lnTo>
                      <a:pt x="50" y="50"/>
                    </a:lnTo>
                    <a:lnTo>
                      <a:pt x="46" y="52"/>
                    </a:lnTo>
                    <a:lnTo>
                      <a:pt x="44" y="52"/>
                    </a:lnTo>
                    <a:lnTo>
                      <a:pt x="42" y="54"/>
                    </a:lnTo>
                    <a:lnTo>
                      <a:pt x="40" y="58"/>
                    </a:lnTo>
                    <a:lnTo>
                      <a:pt x="38" y="60"/>
                    </a:lnTo>
                    <a:lnTo>
                      <a:pt x="36"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6"/>
                    </a:lnTo>
                    <a:lnTo>
                      <a:pt x="56" y="38"/>
                    </a:lnTo>
                    <a:lnTo>
                      <a:pt x="60" y="4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1" name="Google Shape;421;p8"/>
              <p:cNvSpPr/>
              <p:nvPr/>
            </p:nvSpPr>
            <p:spPr>
              <a:xfrm>
                <a:off x="4321" y="2872"/>
                <a:ext cx="14" cy="40"/>
              </a:xfrm>
              <a:custGeom>
                <a:avLst/>
                <a:gdLst/>
                <a:ahLst/>
                <a:cxnLst/>
                <a:rect l="l" t="t" r="r" b="b"/>
                <a:pathLst>
                  <a:path w="14" h="40" extrusionOk="0">
                    <a:moveTo>
                      <a:pt x="14" y="0"/>
                    </a:moveTo>
                    <a:lnTo>
                      <a:pt x="14" y="0"/>
                    </a:lnTo>
                    <a:lnTo>
                      <a:pt x="12" y="0"/>
                    </a:lnTo>
                    <a:lnTo>
                      <a:pt x="10" y="0"/>
                    </a:lnTo>
                    <a:lnTo>
                      <a:pt x="10" y="2"/>
                    </a:lnTo>
                    <a:lnTo>
                      <a:pt x="8" y="2"/>
                    </a:lnTo>
                    <a:lnTo>
                      <a:pt x="6" y="4"/>
                    </a:lnTo>
                    <a:lnTo>
                      <a:pt x="4" y="6"/>
                    </a:lnTo>
                    <a:lnTo>
                      <a:pt x="2" y="4"/>
                    </a:lnTo>
                    <a:lnTo>
                      <a:pt x="0" y="4"/>
                    </a:lnTo>
                    <a:lnTo>
                      <a:pt x="0" y="6"/>
                    </a:lnTo>
                    <a:lnTo>
                      <a:pt x="0" y="8"/>
                    </a:lnTo>
                    <a:lnTo>
                      <a:pt x="0"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2" name="Google Shape;422;p8"/>
              <p:cNvSpPr/>
              <p:nvPr/>
            </p:nvSpPr>
            <p:spPr>
              <a:xfrm>
                <a:off x="4349" y="2992"/>
                <a:ext cx="48" cy="40"/>
              </a:xfrm>
              <a:custGeom>
                <a:avLst/>
                <a:gdLst/>
                <a:ahLst/>
                <a:cxnLst/>
                <a:rect l="l" t="t" r="r" b="b"/>
                <a:pathLst>
                  <a:path w="48" h="40" extrusionOk="0">
                    <a:moveTo>
                      <a:pt x="48" y="16"/>
                    </a:moveTo>
                    <a:lnTo>
                      <a:pt x="48" y="16"/>
                    </a:lnTo>
                    <a:lnTo>
                      <a:pt x="46" y="14"/>
                    </a:lnTo>
                    <a:lnTo>
                      <a:pt x="44" y="14"/>
                    </a:lnTo>
                    <a:lnTo>
                      <a:pt x="42" y="12"/>
                    </a:lnTo>
                    <a:lnTo>
                      <a:pt x="40" y="10"/>
                    </a:lnTo>
                    <a:lnTo>
                      <a:pt x="40" y="8"/>
                    </a:lnTo>
                    <a:lnTo>
                      <a:pt x="38" y="6"/>
                    </a:lnTo>
                    <a:lnTo>
                      <a:pt x="36" y="6"/>
                    </a:lnTo>
                    <a:lnTo>
                      <a:pt x="34" y="6"/>
                    </a:lnTo>
                    <a:lnTo>
                      <a:pt x="30" y="4"/>
                    </a:lnTo>
                    <a:lnTo>
                      <a:pt x="28" y="4"/>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10" y="18"/>
                    </a:lnTo>
                    <a:lnTo>
                      <a:pt x="14" y="20"/>
                    </a:lnTo>
                    <a:lnTo>
                      <a:pt x="18" y="24"/>
                    </a:lnTo>
                    <a:lnTo>
                      <a:pt x="24" y="30"/>
                    </a:lnTo>
                    <a:lnTo>
                      <a:pt x="22" y="30"/>
                    </a:lnTo>
                    <a:lnTo>
                      <a:pt x="22" y="32"/>
                    </a:lnTo>
                    <a:lnTo>
                      <a:pt x="22" y="34"/>
                    </a:lnTo>
                    <a:lnTo>
                      <a:pt x="24" y="36"/>
                    </a:lnTo>
                    <a:lnTo>
                      <a:pt x="26" y="36"/>
                    </a:lnTo>
                    <a:lnTo>
                      <a:pt x="26" y="34"/>
                    </a:lnTo>
                    <a:lnTo>
                      <a:pt x="28" y="34"/>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3" name="Google Shape;423;p8"/>
              <p:cNvSpPr/>
              <p:nvPr/>
            </p:nvSpPr>
            <p:spPr>
              <a:xfrm>
                <a:off x="4383" y="3010"/>
                <a:ext cx="82" cy="30"/>
              </a:xfrm>
              <a:custGeom>
                <a:avLst/>
                <a:gdLst/>
                <a:ahLst/>
                <a:cxnLst/>
                <a:rect l="l" t="t" r="r" b="b"/>
                <a:pathLst>
                  <a:path w="82" h="30" extrusionOk="0">
                    <a:moveTo>
                      <a:pt x="16" y="0"/>
                    </a:moveTo>
                    <a:lnTo>
                      <a:pt x="12" y="6"/>
                    </a:lnTo>
                    <a:lnTo>
                      <a:pt x="10" y="8"/>
                    </a:lnTo>
                    <a:lnTo>
                      <a:pt x="8" y="10"/>
                    </a:lnTo>
                    <a:lnTo>
                      <a:pt x="6" y="14"/>
                    </a:lnTo>
                    <a:lnTo>
                      <a:pt x="4" y="18"/>
                    </a:lnTo>
                    <a:lnTo>
                      <a:pt x="2" y="20"/>
                    </a:lnTo>
                    <a:lnTo>
                      <a:pt x="0" y="20"/>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4" y="24"/>
                    </a:lnTo>
                    <a:lnTo>
                      <a:pt x="46" y="26"/>
                    </a:lnTo>
                    <a:lnTo>
                      <a:pt x="50" y="30"/>
                    </a:lnTo>
                    <a:lnTo>
                      <a:pt x="50" y="28"/>
                    </a:lnTo>
                    <a:lnTo>
                      <a:pt x="54" y="28"/>
                    </a:lnTo>
                    <a:lnTo>
                      <a:pt x="56" y="28"/>
                    </a:lnTo>
                    <a:lnTo>
                      <a:pt x="56" y="26"/>
                    </a:lnTo>
                    <a:lnTo>
                      <a:pt x="54" y="24"/>
                    </a:lnTo>
                    <a:lnTo>
                      <a:pt x="52" y="22"/>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8" y="16"/>
                    </a:lnTo>
                    <a:lnTo>
                      <a:pt x="80" y="18"/>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6"/>
                    </a:lnTo>
                    <a:lnTo>
                      <a:pt x="30" y="6"/>
                    </a:lnTo>
                    <a:lnTo>
                      <a:pt x="26" y="4"/>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4" name="Google Shape;424;p8"/>
              <p:cNvSpPr/>
              <p:nvPr/>
            </p:nvSpPr>
            <p:spPr>
              <a:xfrm>
                <a:off x="3961" y="2686"/>
                <a:ext cx="386" cy="248"/>
              </a:xfrm>
              <a:custGeom>
                <a:avLst/>
                <a:gdLst/>
                <a:ahLst/>
                <a:cxnLst/>
                <a:rect l="l" t="t" r="r" b="b"/>
                <a:pathLst>
                  <a:path w="386" h="248" extrusionOk="0">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0" y="164"/>
                    </a:lnTo>
                    <a:lnTo>
                      <a:pt x="338" y="164"/>
                    </a:lnTo>
                    <a:lnTo>
                      <a:pt x="336" y="166"/>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2"/>
                    </a:lnTo>
                    <a:lnTo>
                      <a:pt x="360" y="190"/>
                    </a:lnTo>
                    <a:lnTo>
                      <a:pt x="362" y="190"/>
                    </a:lnTo>
                    <a:lnTo>
                      <a:pt x="364" y="192"/>
                    </a:lnTo>
                    <a:lnTo>
                      <a:pt x="366" y="190"/>
                    </a:lnTo>
                    <a:lnTo>
                      <a:pt x="368" y="188"/>
                    </a:lnTo>
                    <a:lnTo>
                      <a:pt x="370" y="188"/>
                    </a:lnTo>
                    <a:lnTo>
                      <a:pt x="372" y="188"/>
                    </a:lnTo>
                    <a:lnTo>
                      <a:pt x="374" y="18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8"/>
              <p:cNvSpPr/>
              <p:nvPr/>
            </p:nvSpPr>
            <p:spPr>
              <a:xfrm>
                <a:off x="4305" y="2920"/>
                <a:ext cx="82" cy="46"/>
              </a:xfrm>
              <a:custGeom>
                <a:avLst/>
                <a:gdLst/>
                <a:ahLst/>
                <a:cxnLst/>
                <a:rect l="l" t="t" r="r" b="b"/>
                <a:pathLst>
                  <a:path w="82" h="46" extrusionOk="0">
                    <a:moveTo>
                      <a:pt x="82" y="8"/>
                    </a:moveTo>
                    <a:lnTo>
                      <a:pt x="80" y="8"/>
                    </a:lnTo>
                    <a:lnTo>
                      <a:pt x="78" y="8"/>
                    </a:lnTo>
                    <a:lnTo>
                      <a:pt x="76" y="8"/>
                    </a:lnTo>
                    <a:lnTo>
                      <a:pt x="74" y="8"/>
                    </a:lnTo>
                    <a:lnTo>
                      <a:pt x="72" y="8"/>
                    </a:lnTo>
                    <a:lnTo>
                      <a:pt x="70" y="10"/>
                    </a:lnTo>
                    <a:lnTo>
                      <a:pt x="68" y="8"/>
                    </a:lnTo>
                    <a:lnTo>
                      <a:pt x="66" y="8"/>
                    </a:lnTo>
                    <a:lnTo>
                      <a:pt x="64" y="10"/>
                    </a:lnTo>
                    <a:lnTo>
                      <a:pt x="62" y="12"/>
                    </a:lnTo>
                    <a:lnTo>
                      <a:pt x="60" y="18"/>
                    </a:lnTo>
                    <a:lnTo>
                      <a:pt x="58" y="22"/>
                    </a:lnTo>
                    <a:lnTo>
                      <a:pt x="56" y="24"/>
                    </a:lnTo>
                    <a:lnTo>
                      <a:pt x="54" y="28"/>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4"/>
                    </a:lnTo>
                    <a:lnTo>
                      <a:pt x="30" y="44"/>
                    </a:lnTo>
                    <a:lnTo>
                      <a:pt x="30" y="42"/>
                    </a:lnTo>
                    <a:lnTo>
                      <a:pt x="30" y="38"/>
                    </a:lnTo>
                    <a:lnTo>
                      <a:pt x="30" y="36"/>
                    </a:lnTo>
                    <a:lnTo>
                      <a:pt x="30" y="34"/>
                    </a:lnTo>
                    <a:lnTo>
                      <a:pt x="28" y="32"/>
                    </a:lnTo>
                    <a:lnTo>
                      <a:pt x="26" y="32"/>
                    </a:lnTo>
                    <a:lnTo>
                      <a:pt x="24" y="30"/>
                    </a:lnTo>
                    <a:lnTo>
                      <a:pt x="22" y="30"/>
                    </a:lnTo>
                    <a:lnTo>
                      <a:pt x="20" y="30"/>
                    </a:lnTo>
                    <a:lnTo>
                      <a:pt x="18" y="30"/>
                    </a:lnTo>
                    <a:lnTo>
                      <a:pt x="16" y="32"/>
                    </a:lnTo>
                    <a:lnTo>
                      <a:pt x="14" y="32"/>
                    </a:lnTo>
                    <a:lnTo>
                      <a:pt x="12" y="30"/>
                    </a:lnTo>
                    <a:lnTo>
                      <a:pt x="12" y="28"/>
                    </a:lnTo>
                    <a:lnTo>
                      <a:pt x="10" y="28"/>
                    </a:lnTo>
                    <a:lnTo>
                      <a:pt x="6" y="24"/>
                    </a:lnTo>
                    <a:lnTo>
                      <a:pt x="2" y="24"/>
                    </a:lnTo>
                    <a:lnTo>
                      <a:pt x="0" y="24"/>
                    </a:lnTo>
                    <a:lnTo>
                      <a:pt x="2" y="22"/>
                    </a:lnTo>
                    <a:lnTo>
                      <a:pt x="6" y="22"/>
                    </a:lnTo>
                    <a:lnTo>
                      <a:pt x="8" y="20"/>
                    </a:lnTo>
                    <a:lnTo>
                      <a:pt x="10" y="18"/>
                    </a:lnTo>
                    <a:lnTo>
                      <a:pt x="12" y="14"/>
                    </a:lnTo>
                    <a:lnTo>
                      <a:pt x="14" y="12"/>
                    </a:lnTo>
                    <a:lnTo>
                      <a:pt x="16" y="12"/>
                    </a:lnTo>
                    <a:lnTo>
                      <a:pt x="20" y="10"/>
                    </a:lnTo>
                    <a:lnTo>
                      <a:pt x="24" y="8"/>
                    </a:lnTo>
                    <a:lnTo>
                      <a:pt x="26" y="4"/>
                    </a:lnTo>
                    <a:lnTo>
                      <a:pt x="28" y="2"/>
                    </a:lnTo>
                    <a:lnTo>
                      <a:pt x="30" y="0"/>
                    </a:lnTo>
                    <a:lnTo>
                      <a:pt x="32" y="0"/>
                    </a:lnTo>
                    <a:lnTo>
                      <a:pt x="34" y="0"/>
                    </a:lnTo>
                    <a:lnTo>
                      <a:pt x="36" y="0"/>
                    </a:lnTo>
                    <a:lnTo>
                      <a:pt x="40"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6" name="Google Shape;426;p8"/>
              <p:cNvSpPr/>
              <p:nvPr/>
            </p:nvSpPr>
            <p:spPr>
              <a:xfrm>
                <a:off x="4293" y="2944"/>
                <a:ext cx="44" cy="24"/>
              </a:xfrm>
              <a:custGeom>
                <a:avLst/>
                <a:gdLst/>
                <a:ahLst/>
                <a:cxnLst/>
                <a:rect l="l" t="t" r="r" b="b"/>
                <a:pathLst>
                  <a:path w="44" h="24" extrusionOk="0">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2" y="6"/>
                    </a:lnTo>
                    <a:lnTo>
                      <a:pt x="34" y="6"/>
                    </a:lnTo>
                    <a:lnTo>
                      <a:pt x="38" y="6"/>
                    </a:lnTo>
                    <a:lnTo>
                      <a:pt x="40" y="8"/>
                    </a:lnTo>
                    <a:lnTo>
                      <a:pt x="42" y="10"/>
                    </a:lnTo>
                    <a:lnTo>
                      <a:pt x="44" y="12"/>
                    </a:lnTo>
                    <a:lnTo>
                      <a:pt x="44" y="14"/>
                    </a:lnTo>
                    <a:lnTo>
                      <a:pt x="44" y="16"/>
                    </a:lnTo>
                    <a:lnTo>
                      <a:pt x="44" y="18"/>
                    </a:lnTo>
                    <a:lnTo>
                      <a:pt x="44"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8"/>
              <p:cNvSpPr/>
              <p:nvPr/>
            </p:nvSpPr>
            <p:spPr>
              <a:xfrm>
                <a:off x="4543" y="2872"/>
                <a:ext cx="38" cy="28"/>
              </a:xfrm>
              <a:custGeom>
                <a:avLst/>
                <a:gdLst/>
                <a:ahLst/>
                <a:cxnLst/>
                <a:rect l="l" t="t" r="r" b="b"/>
                <a:pathLst>
                  <a:path w="38" h="28" extrusionOk="0">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6" y="28"/>
                    </a:lnTo>
                    <a:lnTo>
                      <a:pt x="8" y="28"/>
                    </a:lnTo>
                    <a:lnTo>
                      <a:pt x="12" y="26"/>
                    </a:lnTo>
                    <a:lnTo>
                      <a:pt x="14" y="24"/>
                    </a:lnTo>
                    <a:lnTo>
                      <a:pt x="16" y="24"/>
                    </a:lnTo>
                    <a:lnTo>
                      <a:pt x="18" y="22"/>
                    </a:lnTo>
                    <a:lnTo>
                      <a:pt x="20" y="22"/>
                    </a:lnTo>
                    <a:lnTo>
                      <a:pt x="22" y="24"/>
                    </a:lnTo>
                    <a:lnTo>
                      <a:pt x="32" y="22"/>
                    </a:lnTo>
                    <a:lnTo>
                      <a:pt x="38" y="20"/>
                    </a:lnTo>
                    <a:lnTo>
                      <a:pt x="38" y="12"/>
                    </a:lnTo>
                    <a:lnTo>
                      <a:pt x="32" y="10"/>
                    </a:lnTo>
                    <a:lnTo>
                      <a:pt x="24" y="8"/>
                    </a:lnTo>
                    <a:lnTo>
                      <a:pt x="30" y="6"/>
                    </a:lnTo>
                    <a:lnTo>
                      <a:pt x="20" y="6"/>
                    </a:lnTo>
                    <a:lnTo>
                      <a:pt x="14" y="2"/>
                    </a:lnTo>
                    <a:lnTo>
                      <a:pt x="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8" name="Google Shape;428;p8"/>
              <p:cNvSpPr/>
              <p:nvPr/>
            </p:nvSpPr>
            <p:spPr>
              <a:xfrm>
                <a:off x="4505" y="2866"/>
                <a:ext cx="44" cy="36"/>
              </a:xfrm>
              <a:custGeom>
                <a:avLst/>
                <a:gdLst/>
                <a:ahLst/>
                <a:cxnLst/>
                <a:rect l="l" t="t" r="r" b="b"/>
                <a:pathLst>
                  <a:path w="44" h="36" extrusionOk="0">
                    <a:moveTo>
                      <a:pt x="12" y="2"/>
                    </a:moveTo>
                    <a:lnTo>
                      <a:pt x="8" y="6"/>
                    </a:lnTo>
                    <a:lnTo>
                      <a:pt x="12" y="8"/>
                    </a:lnTo>
                    <a:lnTo>
                      <a:pt x="14" y="8"/>
                    </a:lnTo>
                    <a:lnTo>
                      <a:pt x="16" y="8"/>
                    </a:lnTo>
                    <a:lnTo>
                      <a:pt x="18" y="8"/>
                    </a:lnTo>
                    <a:lnTo>
                      <a:pt x="22" y="10"/>
                    </a:lnTo>
                    <a:lnTo>
                      <a:pt x="24" y="10"/>
                    </a:lnTo>
                    <a:lnTo>
                      <a:pt x="26" y="14"/>
                    </a:lnTo>
                    <a:lnTo>
                      <a:pt x="26" y="16"/>
                    </a:lnTo>
                    <a:lnTo>
                      <a:pt x="26" y="18"/>
                    </a:lnTo>
                    <a:lnTo>
                      <a:pt x="26" y="20"/>
                    </a:lnTo>
                    <a:lnTo>
                      <a:pt x="24" y="22"/>
                    </a:lnTo>
                    <a:lnTo>
                      <a:pt x="20" y="22"/>
                    </a:lnTo>
                    <a:lnTo>
                      <a:pt x="10" y="18"/>
                    </a:lnTo>
                    <a:lnTo>
                      <a:pt x="4" y="18"/>
                    </a:lnTo>
                    <a:lnTo>
                      <a:pt x="0" y="22"/>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9" name="Google Shape;429;p8"/>
              <p:cNvSpPr/>
              <p:nvPr/>
            </p:nvSpPr>
            <p:spPr>
              <a:xfrm>
                <a:off x="4369" y="2820"/>
                <a:ext cx="140" cy="54"/>
              </a:xfrm>
              <a:custGeom>
                <a:avLst/>
                <a:gdLst/>
                <a:ahLst/>
                <a:cxnLst/>
                <a:rect l="l" t="t" r="r" b="b"/>
                <a:pathLst>
                  <a:path w="140" h="54" extrusionOk="0">
                    <a:moveTo>
                      <a:pt x="18" y="2"/>
                    </a:moveTo>
                    <a:lnTo>
                      <a:pt x="16" y="2"/>
                    </a:lnTo>
                    <a:lnTo>
                      <a:pt x="14" y="4"/>
                    </a:lnTo>
                    <a:lnTo>
                      <a:pt x="10" y="6"/>
                    </a:lnTo>
                    <a:lnTo>
                      <a:pt x="6" y="8"/>
                    </a:lnTo>
                    <a:lnTo>
                      <a:pt x="2" y="10"/>
                    </a:lnTo>
                    <a:lnTo>
                      <a:pt x="0" y="14"/>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0" name="Google Shape;430;p8"/>
              <p:cNvSpPr/>
              <p:nvPr/>
            </p:nvSpPr>
            <p:spPr>
              <a:xfrm>
                <a:off x="4605" y="1462"/>
                <a:ext cx="440" cy="658"/>
              </a:xfrm>
              <a:custGeom>
                <a:avLst/>
                <a:gdLst/>
                <a:ahLst/>
                <a:cxnLst/>
                <a:rect l="l" t="t" r="r" b="b"/>
                <a:pathLst>
                  <a:path w="440" h="658" extrusionOk="0">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0" y="144"/>
                    </a:lnTo>
                    <a:lnTo>
                      <a:pt x="48" y="146"/>
                    </a:lnTo>
                    <a:lnTo>
                      <a:pt x="48" y="150"/>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2" y="274"/>
                    </a:lnTo>
                    <a:lnTo>
                      <a:pt x="38" y="272"/>
                    </a:lnTo>
                    <a:lnTo>
                      <a:pt x="36" y="270"/>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10" y="302"/>
                    </a:lnTo>
                    <a:lnTo>
                      <a:pt x="112" y="304"/>
                    </a:lnTo>
                    <a:lnTo>
                      <a:pt x="114" y="306"/>
                    </a:lnTo>
                    <a:lnTo>
                      <a:pt x="116" y="310"/>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2"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4" y="464"/>
                    </a:lnTo>
                    <a:lnTo>
                      <a:pt x="170" y="462"/>
                    </a:lnTo>
                    <a:lnTo>
                      <a:pt x="166" y="458"/>
                    </a:lnTo>
                    <a:lnTo>
                      <a:pt x="162" y="456"/>
                    </a:lnTo>
                    <a:lnTo>
                      <a:pt x="156" y="454"/>
                    </a:lnTo>
                    <a:lnTo>
                      <a:pt x="152" y="454"/>
                    </a:lnTo>
                    <a:lnTo>
                      <a:pt x="148" y="454"/>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0"/>
                    </a:lnTo>
                    <a:lnTo>
                      <a:pt x="334" y="468"/>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2"/>
                    </a:lnTo>
                    <a:lnTo>
                      <a:pt x="392" y="428"/>
                    </a:lnTo>
                    <a:lnTo>
                      <a:pt x="390" y="426"/>
                    </a:lnTo>
                    <a:lnTo>
                      <a:pt x="386" y="422"/>
                    </a:lnTo>
                    <a:lnTo>
                      <a:pt x="384" y="420"/>
                    </a:lnTo>
                    <a:lnTo>
                      <a:pt x="382" y="418"/>
                    </a:lnTo>
                    <a:lnTo>
                      <a:pt x="380" y="414"/>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8" y="380"/>
                    </a:lnTo>
                    <a:lnTo>
                      <a:pt x="400" y="378"/>
                    </a:lnTo>
                    <a:lnTo>
                      <a:pt x="402" y="376"/>
                    </a:lnTo>
                    <a:lnTo>
                      <a:pt x="402" y="374"/>
                    </a:lnTo>
                    <a:lnTo>
                      <a:pt x="402" y="370"/>
                    </a:lnTo>
                    <a:lnTo>
                      <a:pt x="410" y="364"/>
                    </a:lnTo>
                    <a:lnTo>
                      <a:pt x="420" y="35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0" y="28"/>
                    </a:lnTo>
                    <a:lnTo>
                      <a:pt x="340" y="18"/>
                    </a:lnTo>
                    <a:lnTo>
                      <a:pt x="338" y="18"/>
                    </a:lnTo>
                    <a:lnTo>
                      <a:pt x="334" y="18"/>
                    </a:lnTo>
                    <a:lnTo>
                      <a:pt x="330" y="20"/>
                    </a:lnTo>
                    <a:lnTo>
                      <a:pt x="328" y="22"/>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1" name="Google Shape;431;p8"/>
              <p:cNvSpPr/>
              <p:nvPr/>
            </p:nvSpPr>
            <p:spPr>
              <a:xfrm>
                <a:off x="4999" y="1710"/>
                <a:ext cx="38" cy="46"/>
              </a:xfrm>
              <a:custGeom>
                <a:avLst/>
                <a:gdLst/>
                <a:ahLst/>
                <a:cxnLst/>
                <a:rect l="l" t="t" r="r" b="b"/>
                <a:pathLst>
                  <a:path w="38" h="46" extrusionOk="0">
                    <a:moveTo>
                      <a:pt x="10" y="0"/>
                    </a:moveTo>
                    <a:lnTo>
                      <a:pt x="8" y="0"/>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6"/>
                    </a:lnTo>
                    <a:lnTo>
                      <a:pt x="30" y="24"/>
                    </a:lnTo>
                    <a:lnTo>
                      <a:pt x="28" y="24"/>
                    </a:lnTo>
                    <a:lnTo>
                      <a:pt x="26" y="24"/>
                    </a:lnTo>
                    <a:lnTo>
                      <a:pt x="24" y="24"/>
                    </a:lnTo>
                    <a:lnTo>
                      <a:pt x="20" y="22"/>
                    </a:lnTo>
                    <a:lnTo>
                      <a:pt x="18" y="20"/>
                    </a:lnTo>
                    <a:lnTo>
                      <a:pt x="16" y="18"/>
                    </a:lnTo>
                    <a:lnTo>
                      <a:pt x="14" y="16"/>
                    </a:lnTo>
                    <a:lnTo>
                      <a:pt x="16" y="14"/>
                    </a:lnTo>
                    <a:lnTo>
                      <a:pt x="28" y="14"/>
                    </a:lnTo>
                    <a:lnTo>
                      <a:pt x="28" y="4"/>
                    </a:lnTo>
                    <a:lnTo>
                      <a:pt x="26" y="6"/>
                    </a:lnTo>
                    <a:lnTo>
                      <a:pt x="24" y="6"/>
                    </a:lnTo>
                    <a:lnTo>
                      <a:pt x="20" y="6"/>
                    </a:lnTo>
                    <a:lnTo>
                      <a:pt x="16" y="4"/>
                    </a:lnTo>
                    <a:lnTo>
                      <a:pt x="12" y="4"/>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2" name="Google Shape;432;p8"/>
              <p:cNvSpPr/>
              <p:nvPr/>
            </p:nvSpPr>
            <p:spPr>
              <a:xfrm>
                <a:off x="4415" y="1754"/>
                <a:ext cx="278" cy="320"/>
              </a:xfrm>
              <a:custGeom>
                <a:avLst/>
                <a:gdLst/>
                <a:ahLst/>
                <a:cxnLst/>
                <a:rect l="l" t="t" r="r" b="b"/>
                <a:pathLst>
                  <a:path w="278" h="320" extrusionOk="0">
                    <a:moveTo>
                      <a:pt x="80" y="124"/>
                    </a:moveTo>
                    <a:lnTo>
                      <a:pt x="92" y="126"/>
                    </a:lnTo>
                    <a:lnTo>
                      <a:pt x="92" y="124"/>
                    </a:lnTo>
                    <a:lnTo>
                      <a:pt x="92" y="122"/>
                    </a:lnTo>
                    <a:lnTo>
                      <a:pt x="94" y="122"/>
                    </a:lnTo>
                    <a:lnTo>
                      <a:pt x="98" y="124"/>
                    </a:lnTo>
                    <a:lnTo>
                      <a:pt x="102" y="126"/>
                    </a:lnTo>
                    <a:lnTo>
                      <a:pt x="106" y="128"/>
                    </a:lnTo>
                    <a:lnTo>
                      <a:pt x="110" y="128"/>
                    </a:lnTo>
                    <a:lnTo>
                      <a:pt x="116" y="130"/>
                    </a:lnTo>
                    <a:lnTo>
                      <a:pt x="134" y="138"/>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0" y="306"/>
                    </a:lnTo>
                    <a:lnTo>
                      <a:pt x="218" y="302"/>
                    </a:lnTo>
                    <a:lnTo>
                      <a:pt x="216" y="298"/>
                    </a:lnTo>
                    <a:lnTo>
                      <a:pt x="212" y="294"/>
                    </a:lnTo>
                    <a:lnTo>
                      <a:pt x="210" y="290"/>
                    </a:lnTo>
                    <a:lnTo>
                      <a:pt x="206" y="290"/>
                    </a:lnTo>
                    <a:lnTo>
                      <a:pt x="206" y="288"/>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2" y="258"/>
                    </a:lnTo>
                    <a:lnTo>
                      <a:pt x="220" y="256"/>
                    </a:lnTo>
                    <a:lnTo>
                      <a:pt x="218" y="252"/>
                    </a:lnTo>
                    <a:lnTo>
                      <a:pt x="218" y="250"/>
                    </a:lnTo>
                    <a:lnTo>
                      <a:pt x="216" y="250"/>
                    </a:lnTo>
                    <a:lnTo>
                      <a:pt x="214" y="248"/>
                    </a:lnTo>
                    <a:lnTo>
                      <a:pt x="212" y="246"/>
                    </a:lnTo>
                    <a:lnTo>
                      <a:pt x="210" y="242"/>
                    </a:lnTo>
                    <a:lnTo>
                      <a:pt x="208" y="238"/>
                    </a:lnTo>
                    <a:lnTo>
                      <a:pt x="208" y="230"/>
                    </a:lnTo>
                    <a:lnTo>
                      <a:pt x="206" y="226"/>
                    </a:lnTo>
                    <a:lnTo>
                      <a:pt x="206" y="224"/>
                    </a:lnTo>
                    <a:lnTo>
                      <a:pt x="206" y="220"/>
                    </a:lnTo>
                    <a:lnTo>
                      <a:pt x="206" y="216"/>
                    </a:lnTo>
                    <a:lnTo>
                      <a:pt x="208" y="212"/>
                    </a:lnTo>
                    <a:lnTo>
                      <a:pt x="210" y="208"/>
                    </a:lnTo>
                    <a:lnTo>
                      <a:pt x="212"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2" y="220"/>
                    </a:lnTo>
                    <a:lnTo>
                      <a:pt x="270" y="220"/>
                    </a:lnTo>
                    <a:lnTo>
                      <a:pt x="268" y="218"/>
                    </a:lnTo>
                    <a:lnTo>
                      <a:pt x="266" y="218"/>
                    </a:lnTo>
                    <a:lnTo>
                      <a:pt x="266" y="214"/>
                    </a:lnTo>
                    <a:lnTo>
                      <a:pt x="276" y="212"/>
                    </a:lnTo>
                    <a:lnTo>
                      <a:pt x="276" y="210"/>
                    </a:lnTo>
                    <a:lnTo>
                      <a:pt x="276" y="208"/>
                    </a:lnTo>
                    <a:lnTo>
                      <a:pt x="274" y="206"/>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4" y="166"/>
                    </a:lnTo>
                    <a:lnTo>
                      <a:pt x="212" y="168"/>
                    </a:lnTo>
                    <a:lnTo>
                      <a:pt x="210" y="168"/>
                    </a:lnTo>
                    <a:lnTo>
                      <a:pt x="208" y="168"/>
                    </a:lnTo>
                    <a:lnTo>
                      <a:pt x="206" y="168"/>
                    </a:lnTo>
                    <a:lnTo>
                      <a:pt x="206" y="166"/>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2"/>
                    </a:lnTo>
                    <a:lnTo>
                      <a:pt x="216" y="130"/>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4" y="94"/>
                    </a:lnTo>
                    <a:lnTo>
                      <a:pt x="192" y="92"/>
                    </a:lnTo>
                    <a:lnTo>
                      <a:pt x="190" y="92"/>
                    </a:lnTo>
                    <a:lnTo>
                      <a:pt x="186" y="94"/>
                    </a:lnTo>
                    <a:lnTo>
                      <a:pt x="184" y="94"/>
                    </a:lnTo>
                    <a:lnTo>
                      <a:pt x="182" y="96"/>
                    </a:lnTo>
                    <a:lnTo>
                      <a:pt x="180" y="96"/>
                    </a:lnTo>
                    <a:lnTo>
                      <a:pt x="178" y="96"/>
                    </a:lnTo>
                    <a:lnTo>
                      <a:pt x="176" y="96"/>
                    </a:lnTo>
                    <a:lnTo>
                      <a:pt x="176" y="94"/>
                    </a:lnTo>
                    <a:lnTo>
                      <a:pt x="178" y="90"/>
                    </a:lnTo>
                    <a:lnTo>
                      <a:pt x="178" y="88"/>
                    </a:lnTo>
                    <a:lnTo>
                      <a:pt x="180" y="86"/>
                    </a:lnTo>
                    <a:lnTo>
                      <a:pt x="180" y="84"/>
                    </a:lnTo>
                    <a:lnTo>
                      <a:pt x="180" y="82"/>
                    </a:lnTo>
                    <a:lnTo>
                      <a:pt x="178" y="78"/>
                    </a:lnTo>
                    <a:lnTo>
                      <a:pt x="176" y="78"/>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8" y="110"/>
                    </a:lnTo>
                    <a:lnTo>
                      <a:pt x="30" y="108"/>
                    </a:lnTo>
                    <a:lnTo>
                      <a:pt x="32" y="108"/>
                    </a:lnTo>
                    <a:lnTo>
                      <a:pt x="36" y="110"/>
                    </a:lnTo>
                    <a:lnTo>
                      <a:pt x="40" y="112"/>
                    </a:lnTo>
                    <a:lnTo>
                      <a:pt x="48" y="118"/>
                    </a:lnTo>
                    <a:lnTo>
                      <a:pt x="62" y="122"/>
                    </a:lnTo>
                    <a:lnTo>
                      <a:pt x="80" y="12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3" name="Google Shape;433;p8"/>
              <p:cNvSpPr/>
              <p:nvPr/>
            </p:nvSpPr>
            <p:spPr>
              <a:xfrm>
                <a:off x="4351" y="1992"/>
                <a:ext cx="80" cy="58"/>
              </a:xfrm>
              <a:custGeom>
                <a:avLst/>
                <a:gdLst/>
                <a:ahLst/>
                <a:cxnLst/>
                <a:rect l="l" t="t" r="r" b="b"/>
                <a:pathLst>
                  <a:path w="80" h="58" extrusionOk="0">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4" name="Google Shape;434;p8"/>
              <p:cNvSpPr/>
              <p:nvPr/>
            </p:nvSpPr>
            <p:spPr>
              <a:xfrm>
                <a:off x="4149" y="1668"/>
                <a:ext cx="84" cy="122"/>
              </a:xfrm>
              <a:custGeom>
                <a:avLst/>
                <a:gdLst/>
                <a:ahLst/>
                <a:cxnLst/>
                <a:rect l="l" t="t" r="r" b="b"/>
                <a:pathLst>
                  <a:path w="84" h="122" extrusionOk="0">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8" y="32"/>
                    </a:lnTo>
                    <a:lnTo>
                      <a:pt x="78" y="30"/>
                    </a:lnTo>
                    <a:lnTo>
                      <a:pt x="80" y="24"/>
                    </a:lnTo>
                    <a:lnTo>
                      <a:pt x="80" y="20"/>
                    </a:lnTo>
                    <a:lnTo>
                      <a:pt x="78" y="16"/>
                    </a:lnTo>
                    <a:lnTo>
                      <a:pt x="76" y="12"/>
                    </a:lnTo>
                    <a:lnTo>
                      <a:pt x="72" y="1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5" name="Google Shape;435;p8"/>
              <p:cNvSpPr/>
              <p:nvPr/>
            </p:nvSpPr>
            <p:spPr>
              <a:xfrm>
                <a:off x="4293" y="1680"/>
                <a:ext cx="68" cy="106"/>
              </a:xfrm>
              <a:custGeom>
                <a:avLst/>
                <a:gdLst/>
                <a:ahLst/>
                <a:cxnLst/>
                <a:rect l="l" t="t" r="r" b="b"/>
                <a:pathLst>
                  <a:path w="68" h="106" extrusionOk="0">
                    <a:moveTo>
                      <a:pt x="34" y="0"/>
                    </a:moveTo>
                    <a:lnTo>
                      <a:pt x="32" y="0"/>
                    </a:lnTo>
                    <a:lnTo>
                      <a:pt x="30" y="0"/>
                    </a:lnTo>
                    <a:lnTo>
                      <a:pt x="26" y="0"/>
                    </a:lnTo>
                    <a:lnTo>
                      <a:pt x="22" y="2"/>
                    </a:lnTo>
                    <a:lnTo>
                      <a:pt x="20" y="4"/>
                    </a:lnTo>
                    <a:lnTo>
                      <a:pt x="20" y="2"/>
                    </a:lnTo>
                    <a:lnTo>
                      <a:pt x="18" y="2"/>
                    </a:lnTo>
                    <a:lnTo>
                      <a:pt x="16" y="2"/>
                    </a:lnTo>
                    <a:lnTo>
                      <a:pt x="14" y="4"/>
                    </a:lnTo>
                    <a:lnTo>
                      <a:pt x="12" y="8"/>
                    </a:lnTo>
                    <a:lnTo>
                      <a:pt x="8" y="16"/>
                    </a:lnTo>
                    <a:lnTo>
                      <a:pt x="6" y="20"/>
                    </a:lnTo>
                    <a:lnTo>
                      <a:pt x="4" y="22"/>
                    </a:lnTo>
                    <a:lnTo>
                      <a:pt x="2" y="26"/>
                    </a:lnTo>
                    <a:lnTo>
                      <a:pt x="0" y="30"/>
                    </a:lnTo>
                    <a:lnTo>
                      <a:pt x="2" y="32"/>
                    </a:lnTo>
                    <a:lnTo>
                      <a:pt x="4" y="36"/>
                    </a:lnTo>
                    <a:lnTo>
                      <a:pt x="4" y="38"/>
                    </a:lnTo>
                    <a:lnTo>
                      <a:pt x="4" y="42"/>
                    </a:lnTo>
                    <a:lnTo>
                      <a:pt x="2" y="46"/>
                    </a:lnTo>
                    <a:lnTo>
                      <a:pt x="2" y="48"/>
                    </a:lnTo>
                    <a:lnTo>
                      <a:pt x="2" y="50"/>
                    </a:lnTo>
                    <a:lnTo>
                      <a:pt x="2" y="54"/>
                    </a:lnTo>
                    <a:lnTo>
                      <a:pt x="2" y="60"/>
                    </a:lnTo>
                    <a:lnTo>
                      <a:pt x="4" y="66"/>
                    </a:lnTo>
                    <a:lnTo>
                      <a:pt x="6" y="74"/>
                    </a:lnTo>
                    <a:lnTo>
                      <a:pt x="8" y="104"/>
                    </a:lnTo>
                    <a:lnTo>
                      <a:pt x="10" y="106"/>
                    </a:lnTo>
                    <a:lnTo>
                      <a:pt x="12" y="106"/>
                    </a:lnTo>
                    <a:lnTo>
                      <a:pt x="16" y="106"/>
                    </a:lnTo>
                    <a:lnTo>
                      <a:pt x="18" y="106"/>
                    </a:lnTo>
                    <a:lnTo>
                      <a:pt x="20" y="104"/>
                    </a:lnTo>
                    <a:lnTo>
                      <a:pt x="24" y="102"/>
                    </a:lnTo>
                    <a:lnTo>
                      <a:pt x="24" y="98"/>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2"/>
                    </a:lnTo>
                    <a:lnTo>
                      <a:pt x="66" y="20"/>
                    </a:lnTo>
                    <a:lnTo>
                      <a:pt x="68" y="18"/>
                    </a:lnTo>
                    <a:lnTo>
                      <a:pt x="68" y="14"/>
                    </a:lnTo>
                    <a:lnTo>
                      <a:pt x="68" y="12"/>
                    </a:lnTo>
                    <a:lnTo>
                      <a:pt x="66" y="10"/>
                    </a:lnTo>
                    <a:lnTo>
                      <a:pt x="62" y="8"/>
                    </a:lnTo>
                    <a:lnTo>
                      <a:pt x="56" y="8"/>
                    </a:lnTo>
                    <a:lnTo>
                      <a:pt x="52" y="8"/>
                    </a:lnTo>
                    <a:lnTo>
                      <a:pt x="48" y="8"/>
                    </a:lnTo>
                    <a:lnTo>
                      <a:pt x="44" y="8"/>
                    </a:lnTo>
                    <a:lnTo>
                      <a:pt x="40" y="6"/>
                    </a:lnTo>
                    <a:lnTo>
                      <a:pt x="36" y="4"/>
                    </a:lnTo>
                    <a:lnTo>
                      <a:pt x="34"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6" name="Google Shape;436;p8"/>
              <p:cNvSpPr/>
              <p:nvPr/>
            </p:nvSpPr>
            <p:spPr>
              <a:xfrm>
                <a:off x="3893" y="1652"/>
                <a:ext cx="104" cy="116"/>
              </a:xfrm>
              <a:custGeom>
                <a:avLst/>
                <a:gdLst/>
                <a:ahLst/>
                <a:cxnLst/>
                <a:rect l="l" t="t" r="r" b="b"/>
                <a:pathLst>
                  <a:path w="104" h="116" extrusionOk="0">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08"/>
                    </a:lnTo>
                    <a:lnTo>
                      <a:pt x="36" y="106"/>
                    </a:lnTo>
                    <a:lnTo>
                      <a:pt x="38" y="106"/>
                    </a:lnTo>
                    <a:lnTo>
                      <a:pt x="42" y="104"/>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2" y="30"/>
                    </a:lnTo>
                    <a:lnTo>
                      <a:pt x="98" y="28"/>
                    </a:lnTo>
                    <a:lnTo>
                      <a:pt x="94" y="26"/>
                    </a:lnTo>
                    <a:lnTo>
                      <a:pt x="88" y="20"/>
                    </a:lnTo>
                    <a:lnTo>
                      <a:pt x="88" y="18"/>
                    </a:lnTo>
                    <a:lnTo>
                      <a:pt x="86" y="16"/>
                    </a:lnTo>
                    <a:lnTo>
                      <a:pt x="84" y="14"/>
                    </a:lnTo>
                    <a:lnTo>
                      <a:pt x="82" y="14"/>
                    </a:lnTo>
                    <a:lnTo>
                      <a:pt x="78" y="14"/>
                    </a:lnTo>
                    <a:lnTo>
                      <a:pt x="76" y="16"/>
                    </a:lnTo>
                    <a:lnTo>
                      <a:pt x="72" y="20"/>
                    </a:lnTo>
                    <a:lnTo>
                      <a:pt x="70" y="20"/>
                    </a:lnTo>
                    <a:lnTo>
                      <a:pt x="70" y="22"/>
                    </a:lnTo>
                    <a:lnTo>
                      <a:pt x="68" y="22"/>
                    </a:lnTo>
                    <a:lnTo>
                      <a:pt x="66" y="20"/>
                    </a:lnTo>
                    <a:lnTo>
                      <a:pt x="66" y="16"/>
                    </a:lnTo>
                    <a:lnTo>
                      <a:pt x="64" y="14"/>
                    </a:lnTo>
                    <a:lnTo>
                      <a:pt x="62" y="12"/>
                    </a:lnTo>
                    <a:lnTo>
                      <a:pt x="60" y="10"/>
                    </a:lnTo>
                    <a:lnTo>
                      <a:pt x="58" y="8"/>
                    </a:lnTo>
                    <a:lnTo>
                      <a:pt x="56" y="8"/>
                    </a:lnTo>
                    <a:lnTo>
                      <a:pt x="52" y="8"/>
                    </a:lnTo>
                    <a:lnTo>
                      <a:pt x="50" y="12"/>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4" y="44"/>
                    </a:lnTo>
                    <a:lnTo>
                      <a:pt x="12" y="48"/>
                    </a:lnTo>
                    <a:lnTo>
                      <a:pt x="8" y="54"/>
                    </a:lnTo>
                    <a:lnTo>
                      <a:pt x="6" y="64"/>
                    </a:lnTo>
                    <a:lnTo>
                      <a:pt x="4" y="8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7" name="Google Shape;437;p8"/>
              <p:cNvSpPr/>
              <p:nvPr/>
            </p:nvSpPr>
            <p:spPr>
              <a:xfrm>
                <a:off x="3949" y="1708"/>
                <a:ext cx="232" cy="186"/>
              </a:xfrm>
              <a:custGeom>
                <a:avLst/>
                <a:gdLst/>
                <a:ahLst/>
                <a:cxnLst/>
                <a:rect l="l" t="t" r="r" b="b"/>
                <a:pathLst>
                  <a:path w="232" h="186" extrusionOk="0">
                    <a:moveTo>
                      <a:pt x="24" y="74"/>
                    </a:moveTo>
                    <a:lnTo>
                      <a:pt x="24" y="76"/>
                    </a:lnTo>
                    <a:lnTo>
                      <a:pt x="28" y="76"/>
                    </a:lnTo>
                    <a:lnTo>
                      <a:pt x="32" y="76"/>
                    </a:lnTo>
                    <a:lnTo>
                      <a:pt x="36" y="76"/>
                    </a:lnTo>
                    <a:lnTo>
                      <a:pt x="40" y="76"/>
                    </a:lnTo>
                    <a:lnTo>
                      <a:pt x="42"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8"/>
                    </a:lnTo>
                    <a:lnTo>
                      <a:pt x="86" y="122"/>
                    </a:lnTo>
                    <a:lnTo>
                      <a:pt x="86" y="124"/>
                    </a:lnTo>
                    <a:lnTo>
                      <a:pt x="84" y="128"/>
                    </a:lnTo>
                    <a:lnTo>
                      <a:pt x="82" y="130"/>
                    </a:lnTo>
                    <a:lnTo>
                      <a:pt x="80" y="132"/>
                    </a:lnTo>
                    <a:lnTo>
                      <a:pt x="76" y="132"/>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90" y="170"/>
                    </a:lnTo>
                    <a:lnTo>
                      <a:pt x="192" y="172"/>
                    </a:lnTo>
                    <a:lnTo>
                      <a:pt x="194" y="172"/>
                    </a:lnTo>
                    <a:lnTo>
                      <a:pt x="198" y="170"/>
                    </a:lnTo>
                    <a:lnTo>
                      <a:pt x="202" y="168"/>
                    </a:lnTo>
                    <a:lnTo>
                      <a:pt x="208" y="164"/>
                    </a:lnTo>
                    <a:lnTo>
                      <a:pt x="210" y="162"/>
                    </a:lnTo>
                    <a:lnTo>
                      <a:pt x="210" y="160"/>
                    </a:lnTo>
                    <a:lnTo>
                      <a:pt x="210" y="158"/>
                    </a:lnTo>
                    <a:lnTo>
                      <a:pt x="210" y="156"/>
                    </a:lnTo>
                    <a:lnTo>
                      <a:pt x="208" y="154"/>
                    </a:lnTo>
                    <a:lnTo>
                      <a:pt x="204" y="154"/>
                    </a:lnTo>
                    <a:lnTo>
                      <a:pt x="198" y="154"/>
                    </a:lnTo>
                    <a:lnTo>
                      <a:pt x="198" y="152"/>
                    </a:lnTo>
                    <a:lnTo>
                      <a:pt x="196" y="152"/>
                    </a:lnTo>
                    <a:lnTo>
                      <a:pt x="194" y="150"/>
                    </a:lnTo>
                    <a:lnTo>
                      <a:pt x="194" y="148"/>
                    </a:lnTo>
                    <a:lnTo>
                      <a:pt x="196" y="146"/>
                    </a:lnTo>
                    <a:lnTo>
                      <a:pt x="200" y="144"/>
                    </a:lnTo>
                    <a:lnTo>
                      <a:pt x="204" y="144"/>
                    </a:lnTo>
                    <a:lnTo>
                      <a:pt x="208" y="142"/>
                    </a:lnTo>
                    <a:lnTo>
                      <a:pt x="212" y="142"/>
                    </a:lnTo>
                    <a:lnTo>
                      <a:pt x="218" y="140"/>
                    </a:lnTo>
                    <a:lnTo>
                      <a:pt x="222"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4"/>
                    </a:lnTo>
                    <a:lnTo>
                      <a:pt x="62" y="2"/>
                    </a:lnTo>
                    <a:lnTo>
                      <a:pt x="60" y="0"/>
                    </a:lnTo>
                    <a:lnTo>
                      <a:pt x="58" y="0"/>
                    </a:lnTo>
                    <a:lnTo>
                      <a:pt x="54" y="0"/>
                    </a:lnTo>
                    <a:lnTo>
                      <a:pt x="50" y="2"/>
                    </a:lnTo>
                    <a:lnTo>
                      <a:pt x="40" y="8"/>
                    </a:lnTo>
                    <a:lnTo>
                      <a:pt x="26" y="16"/>
                    </a:lnTo>
                    <a:lnTo>
                      <a:pt x="14" y="24"/>
                    </a:lnTo>
                    <a:lnTo>
                      <a:pt x="8" y="36"/>
                    </a:lnTo>
                    <a:lnTo>
                      <a:pt x="8" y="40"/>
                    </a:lnTo>
                    <a:lnTo>
                      <a:pt x="8" y="44"/>
                    </a:lnTo>
                    <a:lnTo>
                      <a:pt x="6" y="48"/>
                    </a:lnTo>
                    <a:lnTo>
                      <a:pt x="6" y="52"/>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8" name="Google Shape;438;p8"/>
              <p:cNvSpPr/>
              <p:nvPr/>
            </p:nvSpPr>
            <p:spPr>
              <a:xfrm>
                <a:off x="3957" y="1494"/>
                <a:ext cx="118" cy="90"/>
              </a:xfrm>
              <a:custGeom>
                <a:avLst/>
                <a:gdLst/>
                <a:ahLst/>
                <a:cxnLst/>
                <a:rect l="l" t="t" r="r" b="b"/>
                <a:pathLst>
                  <a:path w="118" h="90" extrusionOk="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80" y="60"/>
                    </a:lnTo>
                    <a:lnTo>
                      <a:pt x="84" y="62"/>
                    </a:lnTo>
                    <a:lnTo>
                      <a:pt x="88" y="64"/>
                    </a:lnTo>
                    <a:lnTo>
                      <a:pt x="92" y="64"/>
                    </a:lnTo>
                    <a:lnTo>
                      <a:pt x="98" y="62"/>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8"/>
              <p:cNvSpPr/>
              <p:nvPr/>
            </p:nvSpPr>
            <p:spPr>
              <a:xfrm>
                <a:off x="4069" y="1454"/>
                <a:ext cx="22" cy="28"/>
              </a:xfrm>
              <a:custGeom>
                <a:avLst/>
                <a:gdLst/>
                <a:ahLst/>
                <a:cxnLst/>
                <a:rect l="l" t="t" r="r" b="b"/>
                <a:pathLst>
                  <a:path w="22" h="28" extrusionOk="0">
                    <a:moveTo>
                      <a:pt x="16" y="2"/>
                    </a:moveTo>
                    <a:lnTo>
                      <a:pt x="14" y="2"/>
                    </a:lnTo>
                    <a:lnTo>
                      <a:pt x="12" y="0"/>
                    </a:lnTo>
                    <a:lnTo>
                      <a:pt x="10" y="0"/>
                    </a:lnTo>
                    <a:lnTo>
                      <a:pt x="6" y="0"/>
                    </a:lnTo>
                    <a:lnTo>
                      <a:pt x="4" y="2"/>
                    </a:lnTo>
                    <a:lnTo>
                      <a:pt x="2" y="4"/>
                    </a:lnTo>
                    <a:lnTo>
                      <a:pt x="2" y="8"/>
                    </a:lnTo>
                    <a:lnTo>
                      <a:pt x="0" y="12"/>
                    </a:lnTo>
                    <a:lnTo>
                      <a:pt x="2" y="20"/>
                    </a:lnTo>
                    <a:lnTo>
                      <a:pt x="4" y="22"/>
                    </a:lnTo>
                    <a:lnTo>
                      <a:pt x="6" y="24"/>
                    </a:lnTo>
                    <a:lnTo>
                      <a:pt x="10" y="26"/>
                    </a:lnTo>
                    <a:lnTo>
                      <a:pt x="14" y="26"/>
                    </a:lnTo>
                    <a:lnTo>
                      <a:pt x="16" y="28"/>
                    </a:lnTo>
                    <a:lnTo>
                      <a:pt x="20" y="26"/>
                    </a:lnTo>
                    <a:lnTo>
                      <a:pt x="22" y="24"/>
                    </a:lnTo>
                    <a:lnTo>
                      <a:pt x="22" y="20"/>
                    </a:lnTo>
                    <a:lnTo>
                      <a:pt x="22" y="14"/>
                    </a:lnTo>
                    <a:lnTo>
                      <a:pt x="22" y="10"/>
                    </a:lnTo>
                    <a:lnTo>
                      <a:pt x="20" y="6"/>
                    </a:lnTo>
                    <a:lnTo>
                      <a:pt x="18" y="4"/>
                    </a:lnTo>
                    <a:lnTo>
                      <a:pt x="16"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0" name="Google Shape;440;p8"/>
              <p:cNvSpPr/>
              <p:nvPr/>
            </p:nvSpPr>
            <p:spPr>
              <a:xfrm>
                <a:off x="4095" y="1416"/>
                <a:ext cx="68" cy="42"/>
              </a:xfrm>
              <a:custGeom>
                <a:avLst/>
                <a:gdLst/>
                <a:ahLst/>
                <a:cxnLst/>
                <a:rect l="l" t="t" r="r" b="b"/>
                <a:pathLst>
                  <a:path w="68" h="42" extrusionOk="0">
                    <a:moveTo>
                      <a:pt x="12" y="12"/>
                    </a:moveTo>
                    <a:lnTo>
                      <a:pt x="12" y="12"/>
                    </a:lnTo>
                    <a:lnTo>
                      <a:pt x="10" y="14"/>
                    </a:lnTo>
                    <a:lnTo>
                      <a:pt x="8" y="14"/>
                    </a:lnTo>
                    <a:lnTo>
                      <a:pt x="4" y="18"/>
                    </a:lnTo>
                    <a:lnTo>
                      <a:pt x="2" y="20"/>
                    </a:lnTo>
                    <a:lnTo>
                      <a:pt x="0" y="24"/>
                    </a:lnTo>
                    <a:lnTo>
                      <a:pt x="0" y="26"/>
                    </a:lnTo>
                    <a:lnTo>
                      <a:pt x="2" y="30"/>
                    </a:lnTo>
                    <a:lnTo>
                      <a:pt x="4" y="34"/>
                    </a:lnTo>
                    <a:lnTo>
                      <a:pt x="10" y="36"/>
                    </a:lnTo>
                    <a:lnTo>
                      <a:pt x="12" y="36"/>
                    </a:lnTo>
                    <a:lnTo>
                      <a:pt x="12" y="34"/>
                    </a:lnTo>
                    <a:lnTo>
                      <a:pt x="16" y="30"/>
                    </a:lnTo>
                    <a:lnTo>
                      <a:pt x="18" y="28"/>
                    </a:lnTo>
                    <a:lnTo>
                      <a:pt x="22" y="26"/>
                    </a:lnTo>
                    <a:lnTo>
                      <a:pt x="26" y="28"/>
                    </a:lnTo>
                    <a:lnTo>
                      <a:pt x="30" y="32"/>
                    </a:lnTo>
                    <a:lnTo>
                      <a:pt x="32" y="34"/>
                    </a:lnTo>
                    <a:lnTo>
                      <a:pt x="36" y="38"/>
                    </a:lnTo>
                    <a:lnTo>
                      <a:pt x="42" y="42"/>
                    </a:lnTo>
                    <a:lnTo>
                      <a:pt x="52" y="40"/>
                    </a:lnTo>
                    <a:lnTo>
                      <a:pt x="62" y="32"/>
                    </a:lnTo>
                    <a:lnTo>
                      <a:pt x="64" y="30"/>
                    </a:lnTo>
                    <a:lnTo>
                      <a:pt x="66" y="28"/>
                    </a:lnTo>
                    <a:lnTo>
                      <a:pt x="68" y="26"/>
                    </a:lnTo>
                    <a:lnTo>
                      <a:pt x="68" y="22"/>
                    </a:lnTo>
                    <a:lnTo>
                      <a:pt x="66" y="20"/>
                    </a:lnTo>
                    <a:lnTo>
                      <a:pt x="62" y="16"/>
                    </a:lnTo>
                    <a:lnTo>
                      <a:pt x="58" y="14"/>
                    </a:lnTo>
                    <a:lnTo>
                      <a:pt x="40" y="2"/>
                    </a:lnTo>
                    <a:lnTo>
                      <a:pt x="38" y="2"/>
                    </a:lnTo>
                    <a:lnTo>
                      <a:pt x="36" y="2"/>
                    </a:lnTo>
                    <a:lnTo>
                      <a:pt x="32" y="0"/>
                    </a:lnTo>
                    <a:lnTo>
                      <a:pt x="28" y="0"/>
                    </a:lnTo>
                    <a:lnTo>
                      <a:pt x="24" y="2"/>
                    </a:lnTo>
                    <a:lnTo>
                      <a:pt x="18" y="6"/>
                    </a:lnTo>
                    <a:lnTo>
                      <a:pt x="12" y="1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1" name="Google Shape;441;p8"/>
              <p:cNvSpPr/>
              <p:nvPr/>
            </p:nvSpPr>
            <p:spPr>
              <a:xfrm>
                <a:off x="4095" y="1470"/>
                <a:ext cx="58" cy="34"/>
              </a:xfrm>
              <a:custGeom>
                <a:avLst/>
                <a:gdLst/>
                <a:ahLst/>
                <a:cxnLst/>
                <a:rect l="l" t="t" r="r" b="b"/>
                <a:pathLst>
                  <a:path w="58" h="34" extrusionOk="0">
                    <a:moveTo>
                      <a:pt x="12" y="0"/>
                    </a:moveTo>
                    <a:lnTo>
                      <a:pt x="10" y="2"/>
                    </a:lnTo>
                    <a:lnTo>
                      <a:pt x="4" y="8"/>
                    </a:lnTo>
                    <a:lnTo>
                      <a:pt x="0" y="16"/>
                    </a:lnTo>
                    <a:lnTo>
                      <a:pt x="0" y="26"/>
                    </a:lnTo>
                    <a:lnTo>
                      <a:pt x="6" y="34"/>
                    </a:lnTo>
                    <a:lnTo>
                      <a:pt x="8" y="34"/>
                    </a:lnTo>
                    <a:lnTo>
                      <a:pt x="12" y="34"/>
                    </a:lnTo>
                    <a:lnTo>
                      <a:pt x="18" y="34"/>
                    </a:lnTo>
                    <a:lnTo>
                      <a:pt x="24" y="34"/>
                    </a:lnTo>
                    <a:lnTo>
                      <a:pt x="32" y="32"/>
                    </a:lnTo>
                    <a:lnTo>
                      <a:pt x="34" y="30"/>
                    </a:lnTo>
                    <a:lnTo>
                      <a:pt x="38" y="28"/>
                    </a:lnTo>
                    <a:lnTo>
                      <a:pt x="42" y="24"/>
                    </a:lnTo>
                    <a:lnTo>
                      <a:pt x="46" y="20"/>
                    </a:lnTo>
                    <a:lnTo>
                      <a:pt x="48" y="18"/>
                    </a:lnTo>
                    <a:lnTo>
                      <a:pt x="52" y="18"/>
                    </a:lnTo>
                    <a:lnTo>
                      <a:pt x="54" y="18"/>
                    </a:lnTo>
                    <a:lnTo>
                      <a:pt x="56" y="16"/>
                    </a:lnTo>
                    <a:lnTo>
                      <a:pt x="58" y="14"/>
                    </a:lnTo>
                    <a:lnTo>
                      <a:pt x="58" y="12"/>
                    </a:lnTo>
                    <a:lnTo>
                      <a:pt x="56" y="8"/>
                    </a:lnTo>
                    <a:lnTo>
                      <a:pt x="54" y="6"/>
                    </a:lnTo>
                    <a:lnTo>
                      <a:pt x="48" y="4"/>
                    </a:lnTo>
                    <a:lnTo>
                      <a:pt x="32" y="2"/>
                    </a:lnTo>
                    <a:lnTo>
                      <a:pt x="18" y="0"/>
                    </a:lnTo>
                    <a:lnTo>
                      <a:pt x="12"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2" name="Google Shape;442;p8"/>
              <p:cNvSpPr/>
              <p:nvPr/>
            </p:nvSpPr>
            <p:spPr>
              <a:xfrm>
                <a:off x="4021" y="1576"/>
                <a:ext cx="20" cy="28"/>
              </a:xfrm>
              <a:custGeom>
                <a:avLst/>
                <a:gdLst/>
                <a:ahLst/>
                <a:cxnLst/>
                <a:rect l="l" t="t" r="r" b="b"/>
                <a:pathLst>
                  <a:path w="20" h="28" extrusionOk="0">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3" name="Google Shape;443;p8"/>
              <p:cNvSpPr/>
              <p:nvPr/>
            </p:nvSpPr>
            <p:spPr>
              <a:xfrm>
                <a:off x="4019" y="1596"/>
                <a:ext cx="114" cy="90"/>
              </a:xfrm>
              <a:custGeom>
                <a:avLst/>
                <a:gdLst/>
                <a:ahLst/>
                <a:cxnLst/>
                <a:rect l="l" t="t" r="r" b="b"/>
                <a:pathLst>
                  <a:path w="114" h="90" extrusionOk="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8" y="34"/>
                    </a:lnTo>
                    <a:lnTo>
                      <a:pt x="8" y="36"/>
                    </a:lnTo>
                    <a:lnTo>
                      <a:pt x="8" y="38"/>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4" y="72"/>
                    </a:lnTo>
                    <a:lnTo>
                      <a:pt x="26" y="70"/>
                    </a:lnTo>
                    <a:lnTo>
                      <a:pt x="30" y="68"/>
                    </a:lnTo>
                    <a:lnTo>
                      <a:pt x="30" y="64"/>
                    </a:lnTo>
                    <a:lnTo>
                      <a:pt x="32" y="60"/>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6" y="72"/>
                    </a:lnTo>
                    <a:lnTo>
                      <a:pt x="78" y="70"/>
                    </a:lnTo>
                    <a:lnTo>
                      <a:pt x="80" y="70"/>
                    </a:lnTo>
                    <a:lnTo>
                      <a:pt x="82" y="72"/>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0" y="0"/>
                    </a:lnTo>
                    <a:lnTo>
                      <a:pt x="76" y="2"/>
                    </a:lnTo>
                    <a:lnTo>
                      <a:pt x="72" y="4"/>
                    </a:lnTo>
                    <a:lnTo>
                      <a:pt x="68" y="6"/>
                    </a:lnTo>
                    <a:lnTo>
                      <a:pt x="66" y="10"/>
                    </a:lnTo>
                    <a:lnTo>
                      <a:pt x="64" y="14"/>
                    </a:lnTo>
                    <a:lnTo>
                      <a:pt x="66" y="20"/>
                    </a:lnTo>
                    <a:lnTo>
                      <a:pt x="64" y="22"/>
                    </a:lnTo>
                    <a:lnTo>
                      <a:pt x="64" y="24"/>
                    </a:lnTo>
                    <a:lnTo>
                      <a:pt x="66" y="28"/>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8"/>
              <p:cNvSpPr/>
              <p:nvPr/>
            </p:nvSpPr>
            <p:spPr>
              <a:xfrm>
                <a:off x="4199" y="1466"/>
                <a:ext cx="20" cy="48"/>
              </a:xfrm>
              <a:custGeom>
                <a:avLst/>
                <a:gdLst/>
                <a:ahLst/>
                <a:cxnLst/>
                <a:rect l="l" t="t" r="r" b="b"/>
                <a:pathLst>
                  <a:path w="20" h="48" extrusionOk="0">
                    <a:moveTo>
                      <a:pt x="10" y="8"/>
                    </a:moveTo>
                    <a:lnTo>
                      <a:pt x="10" y="8"/>
                    </a:lnTo>
                    <a:lnTo>
                      <a:pt x="8" y="6"/>
                    </a:lnTo>
                    <a:lnTo>
                      <a:pt x="8" y="4"/>
                    </a:lnTo>
                    <a:lnTo>
                      <a:pt x="6" y="2"/>
                    </a:lnTo>
                    <a:lnTo>
                      <a:pt x="6" y="0"/>
                    </a:lnTo>
                    <a:lnTo>
                      <a:pt x="4" y="0"/>
                    </a:lnTo>
                    <a:lnTo>
                      <a:pt x="2" y="2"/>
                    </a:lnTo>
                    <a:lnTo>
                      <a:pt x="2" y="6"/>
                    </a:lnTo>
                    <a:lnTo>
                      <a:pt x="2" y="12"/>
                    </a:lnTo>
                    <a:lnTo>
                      <a:pt x="0" y="22"/>
                    </a:lnTo>
                    <a:lnTo>
                      <a:pt x="2" y="26"/>
                    </a:lnTo>
                    <a:lnTo>
                      <a:pt x="2" y="28"/>
                    </a:lnTo>
                    <a:lnTo>
                      <a:pt x="2" y="34"/>
                    </a:lnTo>
                    <a:lnTo>
                      <a:pt x="4" y="38"/>
                    </a:lnTo>
                    <a:lnTo>
                      <a:pt x="8" y="42"/>
                    </a:lnTo>
                    <a:lnTo>
                      <a:pt x="12" y="46"/>
                    </a:lnTo>
                    <a:lnTo>
                      <a:pt x="18" y="48"/>
                    </a:lnTo>
                    <a:lnTo>
                      <a:pt x="18" y="46"/>
                    </a:lnTo>
                    <a:lnTo>
                      <a:pt x="20" y="46"/>
                    </a:lnTo>
                    <a:lnTo>
                      <a:pt x="20" y="44"/>
                    </a:lnTo>
                    <a:lnTo>
                      <a:pt x="20" y="42"/>
                    </a:lnTo>
                    <a:lnTo>
                      <a:pt x="20" y="38"/>
                    </a:lnTo>
                    <a:lnTo>
                      <a:pt x="18" y="32"/>
                    </a:lnTo>
                    <a:lnTo>
                      <a:pt x="10" y="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8"/>
              <p:cNvSpPr/>
              <p:nvPr/>
            </p:nvSpPr>
            <p:spPr>
              <a:xfrm>
                <a:off x="4149" y="1534"/>
                <a:ext cx="74" cy="90"/>
              </a:xfrm>
              <a:custGeom>
                <a:avLst/>
                <a:gdLst/>
                <a:ahLst/>
                <a:cxnLst/>
                <a:rect l="l" t="t" r="r" b="b"/>
                <a:pathLst>
                  <a:path w="74" h="90" extrusionOk="0">
                    <a:moveTo>
                      <a:pt x="16" y="10"/>
                    </a:moveTo>
                    <a:lnTo>
                      <a:pt x="16" y="10"/>
                    </a:lnTo>
                    <a:lnTo>
                      <a:pt x="14" y="10"/>
                    </a:lnTo>
                    <a:lnTo>
                      <a:pt x="12" y="8"/>
                    </a:lnTo>
                    <a:lnTo>
                      <a:pt x="10" y="6"/>
                    </a:lnTo>
                    <a:lnTo>
                      <a:pt x="8" y="6"/>
                    </a:lnTo>
                    <a:lnTo>
                      <a:pt x="4" y="6"/>
                    </a:lnTo>
                    <a:lnTo>
                      <a:pt x="2" y="6"/>
                    </a:lnTo>
                    <a:lnTo>
                      <a:pt x="2" y="8"/>
                    </a:lnTo>
                    <a:lnTo>
                      <a:pt x="0" y="10"/>
                    </a:lnTo>
                    <a:lnTo>
                      <a:pt x="0" y="14"/>
                    </a:lnTo>
                    <a:lnTo>
                      <a:pt x="2" y="22"/>
                    </a:lnTo>
                    <a:lnTo>
                      <a:pt x="4" y="24"/>
                    </a:lnTo>
                    <a:lnTo>
                      <a:pt x="6" y="28"/>
                    </a:lnTo>
                    <a:lnTo>
                      <a:pt x="8" y="34"/>
                    </a:lnTo>
                    <a:lnTo>
                      <a:pt x="12" y="38"/>
                    </a:lnTo>
                    <a:lnTo>
                      <a:pt x="14" y="44"/>
                    </a:lnTo>
                    <a:lnTo>
                      <a:pt x="16" y="50"/>
                    </a:lnTo>
                    <a:lnTo>
                      <a:pt x="20" y="50"/>
                    </a:lnTo>
                    <a:lnTo>
                      <a:pt x="22" y="50"/>
                    </a:lnTo>
                    <a:lnTo>
                      <a:pt x="28" y="50"/>
                    </a:lnTo>
                    <a:lnTo>
                      <a:pt x="32" y="52"/>
                    </a:lnTo>
                    <a:lnTo>
                      <a:pt x="34" y="54"/>
                    </a:lnTo>
                    <a:lnTo>
                      <a:pt x="36" y="58"/>
                    </a:lnTo>
                    <a:lnTo>
                      <a:pt x="38" y="64"/>
                    </a:lnTo>
                    <a:lnTo>
                      <a:pt x="38" y="70"/>
                    </a:lnTo>
                    <a:lnTo>
                      <a:pt x="40" y="76"/>
                    </a:lnTo>
                    <a:lnTo>
                      <a:pt x="42" y="82"/>
                    </a:lnTo>
                    <a:lnTo>
                      <a:pt x="48" y="86"/>
                    </a:lnTo>
                    <a:lnTo>
                      <a:pt x="52" y="88"/>
                    </a:lnTo>
                    <a:lnTo>
                      <a:pt x="58" y="90"/>
                    </a:lnTo>
                    <a:lnTo>
                      <a:pt x="64" y="90"/>
                    </a:lnTo>
                    <a:lnTo>
                      <a:pt x="68" y="86"/>
                    </a:lnTo>
                    <a:lnTo>
                      <a:pt x="72" y="84"/>
                    </a:lnTo>
                    <a:lnTo>
                      <a:pt x="74" y="84"/>
                    </a:lnTo>
                    <a:lnTo>
                      <a:pt x="74" y="82"/>
                    </a:lnTo>
                    <a:lnTo>
                      <a:pt x="72" y="84"/>
                    </a:lnTo>
                    <a:lnTo>
                      <a:pt x="70" y="84"/>
                    </a:lnTo>
                    <a:lnTo>
                      <a:pt x="68" y="86"/>
                    </a:lnTo>
                    <a:lnTo>
                      <a:pt x="66" y="86"/>
                    </a:lnTo>
                    <a:lnTo>
                      <a:pt x="64" y="86"/>
                    </a:lnTo>
                    <a:lnTo>
                      <a:pt x="64" y="82"/>
                    </a:lnTo>
                    <a:lnTo>
                      <a:pt x="64" y="72"/>
                    </a:lnTo>
                    <a:lnTo>
                      <a:pt x="62" y="58"/>
                    </a:lnTo>
                    <a:lnTo>
                      <a:pt x="56" y="44"/>
                    </a:lnTo>
                    <a:lnTo>
                      <a:pt x="58" y="42"/>
                    </a:lnTo>
                    <a:lnTo>
                      <a:pt x="62" y="34"/>
                    </a:lnTo>
                    <a:lnTo>
                      <a:pt x="66" y="26"/>
                    </a:lnTo>
                    <a:lnTo>
                      <a:pt x="68" y="16"/>
                    </a:lnTo>
                    <a:lnTo>
                      <a:pt x="66" y="8"/>
                    </a:lnTo>
                    <a:lnTo>
                      <a:pt x="60" y="4"/>
                    </a:lnTo>
                    <a:lnTo>
                      <a:pt x="56" y="2"/>
                    </a:lnTo>
                    <a:lnTo>
                      <a:pt x="54" y="2"/>
                    </a:lnTo>
                    <a:lnTo>
                      <a:pt x="50" y="0"/>
                    </a:lnTo>
                    <a:lnTo>
                      <a:pt x="44" y="0"/>
                    </a:lnTo>
                    <a:lnTo>
                      <a:pt x="42" y="0"/>
                    </a:lnTo>
                    <a:lnTo>
                      <a:pt x="38" y="0"/>
                    </a:lnTo>
                    <a:lnTo>
                      <a:pt x="36" y="2"/>
                    </a:lnTo>
                    <a:lnTo>
                      <a:pt x="36" y="6"/>
                    </a:lnTo>
                    <a:lnTo>
                      <a:pt x="38" y="14"/>
                    </a:lnTo>
                    <a:lnTo>
                      <a:pt x="40" y="24"/>
                    </a:lnTo>
                    <a:lnTo>
                      <a:pt x="44" y="32"/>
                    </a:lnTo>
                    <a:lnTo>
                      <a:pt x="44" y="38"/>
                    </a:lnTo>
                    <a:lnTo>
                      <a:pt x="38" y="38"/>
                    </a:lnTo>
                    <a:lnTo>
                      <a:pt x="32" y="32"/>
                    </a:lnTo>
                    <a:lnTo>
                      <a:pt x="26" y="28"/>
                    </a:lnTo>
                    <a:lnTo>
                      <a:pt x="20" y="24"/>
                    </a:lnTo>
                    <a:lnTo>
                      <a:pt x="16" y="18"/>
                    </a:lnTo>
                    <a:lnTo>
                      <a:pt x="16" y="1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6" name="Google Shape;446;p8"/>
              <p:cNvSpPr/>
              <p:nvPr/>
            </p:nvSpPr>
            <p:spPr>
              <a:xfrm>
                <a:off x="4225" y="1592"/>
                <a:ext cx="44" cy="46"/>
              </a:xfrm>
              <a:custGeom>
                <a:avLst/>
                <a:gdLst/>
                <a:ahLst/>
                <a:cxnLst/>
                <a:rect l="l" t="t" r="r" b="b"/>
                <a:pathLst>
                  <a:path w="44" h="46" extrusionOk="0">
                    <a:moveTo>
                      <a:pt x="10" y="2"/>
                    </a:moveTo>
                    <a:lnTo>
                      <a:pt x="10" y="2"/>
                    </a:lnTo>
                    <a:lnTo>
                      <a:pt x="8" y="0"/>
                    </a:lnTo>
                    <a:lnTo>
                      <a:pt x="6" y="0"/>
                    </a:lnTo>
                    <a:lnTo>
                      <a:pt x="4" y="0"/>
                    </a:lnTo>
                    <a:lnTo>
                      <a:pt x="2" y="2"/>
                    </a:lnTo>
                    <a:lnTo>
                      <a:pt x="2" y="4"/>
                    </a:lnTo>
                    <a:lnTo>
                      <a:pt x="4" y="8"/>
                    </a:lnTo>
                    <a:lnTo>
                      <a:pt x="6" y="12"/>
                    </a:lnTo>
                    <a:lnTo>
                      <a:pt x="6" y="14"/>
                    </a:lnTo>
                    <a:lnTo>
                      <a:pt x="4" y="18"/>
                    </a:lnTo>
                    <a:lnTo>
                      <a:pt x="4" y="22"/>
                    </a:lnTo>
                    <a:lnTo>
                      <a:pt x="4" y="28"/>
                    </a:lnTo>
                    <a:lnTo>
                      <a:pt x="2" y="34"/>
                    </a:lnTo>
                    <a:lnTo>
                      <a:pt x="0" y="38"/>
                    </a:lnTo>
                    <a:lnTo>
                      <a:pt x="16" y="34"/>
                    </a:lnTo>
                    <a:lnTo>
                      <a:pt x="24" y="46"/>
                    </a:lnTo>
                    <a:lnTo>
                      <a:pt x="24" y="44"/>
                    </a:lnTo>
                    <a:lnTo>
                      <a:pt x="28" y="44"/>
                    </a:lnTo>
                    <a:lnTo>
                      <a:pt x="32" y="42"/>
                    </a:lnTo>
                    <a:lnTo>
                      <a:pt x="36" y="40"/>
                    </a:lnTo>
                    <a:lnTo>
                      <a:pt x="40" y="36"/>
                    </a:lnTo>
                    <a:lnTo>
                      <a:pt x="42" y="32"/>
                    </a:lnTo>
                    <a:lnTo>
                      <a:pt x="42" y="28"/>
                    </a:lnTo>
                    <a:lnTo>
                      <a:pt x="44" y="24"/>
                    </a:lnTo>
                    <a:lnTo>
                      <a:pt x="42" y="18"/>
                    </a:lnTo>
                    <a:lnTo>
                      <a:pt x="40" y="12"/>
                    </a:lnTo>
                    <a:lnTo>
                      <a:pt x="38" y="12"/>
                    </a:lnTo>
                    <a:lnTo>
                      <a:pt x="36" y="10"/>
                    </a:lnTo>
                    <a:lnTo>
                      <a:pt x="34" y="6"/>
                    </a:lnTo>
                    <a:lnTo>
                      <a:pt x="30" y="4"/>
                    </a:lnTo>
                    <a:lnTo>
                      <a:pt x="26" y="0"/>
                    </a:lnTo>
                    <a:lnTo>
                      <a:pt x="22" y="0"/>
                    </a:lnTo>
                    <a:lnTo>
                      <a:pt x="16" y="0"/>
                    </a:lnTo>
                    <a:lnTo>
                      <a:pt x="1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7" name="Google Shape;447;p8"/>
              <p:cNvSpPr/>
              <p:nvPr/>
            </p:nvSpPr>
            <p:spPr>
              <a:xfrm>
                <a:off x="4275" y="1574"/>
                <a:ext cx="168" cy="98"/>
              </a:xfrm>
              <a:custGeom>
                <a:avLst/>
                <a:gdLst/>
                <a:ahLst/>
                <a:cxnLst/>
                <a:rect l="l" t="t" r="r" b="b"/>
                <a:pathLst>
                  <a:path w="168" h="98" extrusionOk="0">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6" y="28"/>
                    </a:lnTo>
                    <a:lnTo>
                      <a:pt x="6" y="30"/>
                    </a:lnTo>
                    <a:lnTo>
                      <a:pt x="8" y="32"/>
                    </a:lnTo>
                    <a:lnTo>
                      <a:pt x="12" y="32"/>
                    </a:lnTo>
                    <a:lnTo>
                      <a:pt x="16" y="32"/>
                    </a:lnTo>
                    <a:lnTo>
                      <a:pt x="20" y="30"/>
                    </a:lnTo>
                    <a:lnTo>
                      <a:pt x="26" y="26"/>
                    </a:lnTo>
                    <a:lnTo>
                      <a:pt x="28" y="26"/>
                    </a:lnTo>
                    <a:lnTo>
                      <a:pt x="28" y="24"/>
                    </a:lnTo>
                    <a:lnTo>
                      <a:pt x="30" y="24"/>
                    </a:lnTo>
                    <a:lnTo>
                      <a:pt x="32" y="24"/>
                    </a:lnTo>
                    <a:lnTo>
                      <a:pt x="34" y="24"/>
                    </a:lnTo>
                    <a:lnTo>
                      <a:pt x="36" y="28"/>
                    </a:lnTo>
                    <a:lnTo>
                      <a:pt x="36" y="32"/>
                    </a:lnTo>
                    <a:lnTo>
                      <a:pt x="38" y="38"/>
                    </a:lnTo>
                    <a:lnTo>
                      <a:pt x="38" y="48"/>
                    </a:lnTo>
                    <a:lnTo>
                      <a:pt x="44" y="72"/>
                    </a:lnTo>
                    <a:lnTo>
                      <a:pt x="42" y="72"/>
                    </a:lnTo>
                    <a:lnTo>
                      <a:pt x="40" y="72"/>
                    </a:lnTo>
                    <a:lnTo>
                      <a:pt x="38" y="74"/>
                    </a:lnTo>
                    <a:lnTo>
                      <a:pt x="38" y="76"/>
                    </a:lnTo>
                    <a:lnTo>
                      <a:pt x="38" y="80"/>
                    </a:lnTo>
                    <a:lnTo>
                      <a:pt x="40" y="84"/>
                    </a:lnTo>
                    <a:lnTo>
                      <a:pt x="44" y="88"/>
                    </a:lnTo>
                    <a:lnTo>
                      <a:pt x="48" y="88"/>
                    </a:lnTo>
                    <a:lnTo>
                      <a:pt x="50" y="88"/>
                    </a:lnTo>
                    <a:lnTo>
                      <a:pt x="54" y="88"/>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2"/>
                    </a:lnTo>
                    <a:lnTo>
                      <a:pt x="120" y="90"/>
                    </a:lnTo>
                    <a:lnTo>
                      <a:pt x="120" y="88"/>
                    </a:lnTo>
                    <a:lnTo>
                      <a:pt x="122" y="86"/>
                    </a:lnTo>
                    <a:lnTo>
                      <a:pt x="124" y="86"/>
                    </a:lnTo>
                    <a:lnTo>
                      <a:pt x="128" y="86"/>
                    </a:lnTo>
                    <a:lnTo>
                      <a:pt x="134" y="88"/>
                    </a:lnTo>
                    <a:lnTo>
                      <a:pt x="140" y="92"/>
                    </a:lnTo>
                    <a:lnTo>
                      <a:pt x="142" y="92"/>
                    </a:lnTo>
                    <a:lnTo>
                      <a:pt x="144" y="92"/>
                    </a:lnTo>
                    <a:lnTo>
                      <a:pt x="148" y="92"/>
                    </a:lnTo>
                    <a:lnTo>
                      <a:pt x="150" y="90"/>
                    </a:lnTo>
                    <a:lnTo>
                      <a:pt x="152" y="88"/>
                    </a:lnTo>
                    <a:lnTo>
                      <a:pt x="154" y="86"/>
                    </a:lnTo>
                    <a:lnTo>
                      <a:pt x="154" y="82"/>
                    </a:lnTo>
                    <a:lnTo>
                      <a:pt x="154" y="76"/>
                    </a:lnTo>
                    <a:lnTo>
                      <a:pt x="156" y="76"/>
                    </a:lnTo>
                    <a:lnTo>
                      <a:pt x="158" y="74"/>
                    </a:lnTo>
                    <a:lnTo>
                      <a:pt x="162" y="74"/>
                    </a:lnTo>
                    <a:lnTo>
                      <a:pt x="164" y="72"/>
                    </a:lnTo>
                    <a:lnTo>
                      <a:pt x="164" y="70"/>
                    </a:lnTo>
                    <a:lnTo>
                      <a:pt x="164" y="66"/>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0" y="30"/>
                    </a:lnTo>
                    <a:lnTo>
                      <a:pt x="58" y="26"/>
                    </a:lnTo>
                    <a:lnTo>
                      <a:pt x="56" y="24"/>
                    </a:lnTo>
                    <a:lnTo>
                      <a:pt x="52" y="24"/>
                    </a:lnTo>
                    <a:lnTo>
                      <a:pt x="52" y="22"/>
                    </a:lnTo>
                    <a:lnTo>
                      <a:pt x="50" y="22"/>
                    </a:lnTo>
                    <a:lnTo>
                      <a:pt x="50" y="20"/>
                    </a:lnTo>
                    <a:lnTo>
                      <a:pt x="50" y="18"/>
                    </a:lnTo>
                    <a:lnTo>
                      <a:pt x="50" y="16"/>
                    </a:lnTo>
                    <a:lnTo>
                      <a:pt x="50" y="14"/>
                    </a:lnTo>
                    <a:lnTo>
                      <a:pt x="50" y="10"/>
                    </a:lnTo>
                    <a:lnTo>
                      <a:pt x="48" y="10"/>
                    </a:lnTo>
                    <a:lnTo>
                      <a:pt x="46" y="8"/>
                    </a:lnTo>
                    <a:lnTo>
                      <a:pt x="42" y="8"/>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8"/>
              <p:cNvSpPr/>
              <p:nvPr/>
            </p:nvSpPr>
            <p:spPr>
              <a:xfrm>
                <a:off x="4185" y="1370"/>
                <a:ext cx="88" cy="102"/>
              </a:xfrm>
              <a:custGeom>
                <a:avLst/>
                <a:gdLst/>
                <a:ahLst/>
                <a:cxnLst/>
                <a:rect l="l" t="t" r="r" b="b"/>
                <a:pathLst>
                  <a:path w="88" h="102" extrusionOk="0">
                    <a:moveTo>
                      <a:pt x="30" y="46"/>
                    </a:moveTo>
                    <a:lnTo>
                      <a:pt x="30" y="44"/>
                    </a:lnTo>
                    <a:lnTo>
                      <a:pt x="28" y="42"/>
                    </a:lnTo>
                    <a:lnTo>
                      <a:pt x="26" y="38"/>
                    </a:lnTo>
                    <a:lnTo>
                      <a:pt x="24" y="34"/>
                    </a:lnTo>
                    <a:lnTo>
                      <a:pt x="20" y="32"/>
                    </a:lnTo>
                    <a:lnTo>
                      <a:pt x="14" y="30"/>
                    </a:lnTo>
                    <a:lnTo>
                      <a:pt x="14" y="28"/>
                    </a:lnTo>
                    <a:lnTo>
                      <a:pt x="12" y="26"/>
                    </a:lnTo>
                    <a:lnTo>
                      <a:pt x="8" y="24"/>
                    </a:lnTo>
                    <a:lnTo>
                      <a:pt x="6" y="20"/>
                    </a:lnTo>
                    <a:lnTo>
                      <a:pt x="2" y="16"/>
                    </a:lnTo>
                    <a:lnTo>
                      <a:pt x="2" y="12"/>
                    </a:lnTo>
                    <a:lnTo>
                      <a:pt x="0" y="8"/>
                    </a:lnTo>
                    <a:lnTo>
                      <a:pt x="4" y="4"/>
                    </a:lnTo>
                    <a:lnTo>
                      <a:pt x="8" y="0"/>
                    </a:lnTo>
                    <a:lnTo>
                      <a:pt x="12" y="0"/>
                    </a:lnTo>
                    <a:lnTo>
                      <a:pt x="16" y="0"/>
                    </a:lnTo>
                    <a:lnTo>
                      <a:pt x="20" y="2"/>
                    </a:lnTo>
                    <a:lnTo>
                      <a:pt x="24" y="4"/>
                    </a:lnTo>
                    <a:lnTo>
                      <a:pt x="28" y="6"/>
                    </a:lnTo>
                    <a:lnTo>
                      <a:pt x="30" y="10"/>
                    </a:lnTo>
                    <a:lnTo>
                      <a:pt x="32" y="16"/>
                    </a:lnTo>
                    <a:lnTo>
                      <a:pt x="32" y="18"/>
                    </a:lnTo>
                    <a:lnTo>
                      <a:pt x="32" y="20"/>
                    </a:lnTo>
                    <a:lnTo>
                      <a:pt x="34" y="22"/>
                    </a:lnTo>
                    <a:lnTo>
                      <a:pt x="36" y="24"/>
                    </a:lnTo>
                    <a:lnTo>
                      <a:pt x="40" y="26"/>
                    </a:lnTo>
                    <a:lnTo>
                      <a:pt x="44" y="26"/>
                    </a:lnTo>
                    <a:lnTo>
                      <a:pt x="44" y="24"/>
                    </a:lnTo>
                    <a:lnTo>
                      <a:pt x="44" y="20"/>
                    </a:lnTo>
                    <a:lnTo>
                      <a:pt x="44" y="18"/>
                    </a:lnTo>
                    <a:lnTo>
                      <a:pt x="44" y="14"/>
                    </a:lnTo>
                    <a:lnTo>
                      <a:pt x="46" y="12"/>
                    </a:lnTo>
                    <a:lnTo>
                      <a:pt x="48" y="10"/>
                    </a:lnTo>
                    <a:lnTo>
                      <a:pt x="50" y="10"/>
                    </a:lnTo>
                    <a:lnTo>
                      <a:pt x="54" y="12"/>
                    </a:lnTo>
                    <a:lnTo>
                      <a:pt x="60" y="14"/>
                    </a:lnTo>
                    <a:lnTo>
                      <a:pt x="60" y="16"/>
                    </a:lnTo>
                    <a:lnTo>
                      <a:pt x="58" y="20"/>
                    </a:lnTo>
                    <a:lnTo>
                      <a:pt x="58" y="24"/>
                    </a:lnTo>
                    <a:lnTo>
                      <a:pt x="58" y="30"/>
                    </a:lnTo>
                    <a:lnTo>
                      <a:pt x="60" y="34"/>
                    </a:lnTo>
                    <a:lnTo>
                      <a:pt x="60" y="40"/>
                    </a:lnTo>
                    <a:lnTo>
                      <a:pt x="64" y="44"/>
                    </a:lnTo>
                    <a:lnTo>
                      <a:pt x="66" y="46"/>
                    </a:lnTo>
                    <a:lnTo>
                      <a:pt x="68" y="46"/>
                    </a:lnTo>
                    <a:lnTo>
                      <a:pt x="70" y="44"/>
                    </a:lnTo>
                    <a:lnTo>
                      <a:pt x="72" y="42"/>
                    </a:lnTo>
                    <a:lnTo>
                      <a:pt x="76" y="34"/>
                    </a:lnTo>
                    <a:lnTo>
                      <a:pt x="76" y="32"/>
                    </a:lnTo>
                    <a:lnTo>
                      <a:pt x="78" y="30"/>
                    </a:lnTo>
                    <a:lnTo>
                      <a:pt x="80" y="28"/>
                    </a:lnTo>
                    <a:lnTo>
                      <a:pt x="82" y="26"/>
                    </a:lnTo>
                    <a:lnTo>
                      <a:pt x="84" y="26"/>
                    </a:lnTo>
                    <a:lnTo>
                      <a:pt x="86" y="28"/>
                    </a:lnTo>
                    <a:lnTo>
                      <a:pt x="86" y="32"/>
                    </a:lnTo>
                    <a:lnTo>
                      <a:pt x="88" y="38"/>
                    </a:lnTo>
                    <a:lnTo>
                      <a:pt x="88" y="46"/>
                    </a:lnTo>
                    <a:lnTo>
                      <a:pt x="86" y="48"/>
                    </a:lnTo>
                    <a:lnTo>
                      <a:pt x="84" y="58"/>
                    </a:lnTo>
                    <a:lnTo>
                      <a:pt x="82" y="68"/>
                    </a:lnTo>
                    <a:lnTo>
                      <a:pt x="84" y="80"/>
                    </a:lnTo>
                    <a:lnTo>
                      <a:pt x="88" y="90"/>
                    </a:lnTo>
                    <a:lnTo>
                      <a:pt x="88" y="92"/>
                    </a:lnTo>
                    <a:lnTo>
                      <a:pt x="86" y="96"/>
                    </a:lnTo>
                    <a:lnTo>
                      <a:pt x="84" y="98"/>
                    </a:lnTo>
                    <a:lnTo>
                      <a:pt x="84" y="100"/>
                    </a:lnTo>
                    <a:lnTo>
                      <a:pt x="82" y="102"/>
                    </a:lnTo>
                    <a:lnTo>
                      <a:pt x="80" y="102"/>
                    </a:lnTo>
                    <a:lnTo>
                      <a:pt x="78" y="100"/>
                    </a:lnTo>
                    <a:lnTo>
                      <a:pt x="78" y="96"/>
                    </a:lnTo>
                    <a:lnTo>
                      <a:pt x="76" y="92"/>
                    </a:lnTo>
                    <a:lnTo>
                      <a:pt x="76" y="90"/>
                    </a:lnTo>
                    <a:lnTo>
                      <a:pt x="76" y="86"/>
                    </a:lnTo>
                    <a:lnTo>
                      <a:pt x="76" y="80"/>
                    </a:lnTo>
                    <a:lnTo>
                      <a:pt x="74" y="78"/>
                    </a:lnTo>
                    <a:lnTo>
                      <a:pt x="72" y="76"/>
                    </a:lnTo>
                    <a:lnTo>
                      <a:pt x="68" y="74"/>
                    </a:lnTo>
                    <a:lnTo>
                      <a:pt x="66" y="78"/>
                    </a:lnTo>
                    <a:lnTo>
                      <a:pt x="64" y="76"/>
                    </a:lnTo>
                    <a:lnTo>
                      <a:pt x="60" y="74"/>
                    </a:lnTo>
                    <a:lnTo>
                      <a:pt x="56" y="72"/>
                    </a:lnTo>
                    <a:lnTo>
                      <a:pt x="52" y="70"/>
                    </a:lnTo>
                    <a:lnTo>
                      <a:pt x="46" y="66"/>
                    </a:lnTo>
                    <a:lnTo>
                      <a:pt x="44" y="60"/>
                    </a:lnTo>
                    <a:lnTo>
                      <a:pt x="30" y="4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8"/>
              <p:cNvSpPr/>
              <p:nvPr/>
            </p:nvSpPr>
            <p:spPr>
              <a:xfrm>
                <a:off x="4291" y="1414"/>
                <a:ext cx="38" cy="54"/>
              </a:xfrm>
              <a:custGeom>
                <a:avLst/>
                <a:gdLst/>
                <a:ahLst/>
                <a:cxnLst/>
                <a:rect l="l" t="t" r="r" b="b"/>
                <a:pathLst>
                  <a:path w="38" h="54" extrusionOk="0">
                    <a:moveTo>
                      <a:pt x="16" y="0"/>
                    </a:moveTo>
                    <a:lnTo>
                      <a:pt x="14" y="0"/>
                    </a:lnTo>
                    <a:lnTo>
                      <a:pt x="12" y="0"/>
                    </a:lnTo>
                    <a:lnTo>
                      <a:pt x="8" y="2"/>
                    </a:lnTo>
                    <a:lnTo>
                      <a:pt x="6" y="6"/>
                    </a:lnTo>
                    <a:lnTo>
                      <a:pt x="4" y="10"/>
                    </a:lnTo>
                    <a:lnTo>
                      <a:pt x="2" y="16"/>
                    </a:lnTo>
                    <a:lnTo>
                      <a:pt x="2" y="24"/>
                    </a:lnTo>
                    <a:lnTo>
                      <a:pt x="0" y="48"/>
                    </a:lnTo>
                    <a:lnTo>
                      <a:pt x="2" y="48"/>
                    </a:lnTo>
                    <a:lnTo>
                      <a:pt x="10" y="52"/>
                    </a:lnTo>
                    <a:lnTo>
                      <a:pt x="18" y="54"/>
                    </a:lnTo>
                    <a:lnTo>
                      <a:pt x="28" y="54"/>
                    </a:lnTo>
                    <a:lnTo>
                      <a:pt x="36" y="50"/>
                    </a:lnTo>
                    <a:lnTo>
                      <a:pt x="38" y="40"/>
                    </a:lnTo>
                    <a:lnTo>
                      <a:pt x="16"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0" name="Google Shape;450;p8"/>
              <p:cNvSpPr/>
              <p:nvPr/>
            </p:nvSpPr>
            <p:spPr>
              <a:xfrm>
                <a:off x="4417" y="1424"/>
                <a:ext cx="68" cy="146"/>
              </a:xfrm>
              <a:custGeom>
                <a:avLst/>
                <a:gdLst/>
                <a:ahLst/>
                <a:cxnLst/>
                <a:rect l="l" t="t" r="r" b="b"/>
                <a:pathLst>
                  <a:path w="68" h="146" extrusionOk="0">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8" y="20"/>
                    </a:lnTo>
                    <a:lnTo>
                      <a:pt x="6" y="22"/>
                    </a:lnTo>
                    <a:lnTo>
                      <a:pt x="4" y="26"/>
                    </a:lnTo>
                    <a:lnTo>
                      <a:pt x="4" y="32"/>
                    </a:lnTo>
                    <a:lnTo>
                      <a:pt x="2" y="40"/>
                    </a:lnTo>
                    <a:lnTo>
                      <a:pt x="2" y="46"/>
                    </a:lnTo>
                    <a:lnTo>
                      <a:pt x="2" y="52"/>
                    </a:lnTo>
                    <a:lnTo>
                      <a:pt x="2" y="54"/>
                    </a:lnTo>
                    <a:lnTo>
                      <a:pt x="2" y="56"/>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8" y="146"/>
                    </a:lnTo>
                    <a:lnTo>
                      <a:pt x="40" y="146"/>
                    </a:lnTo>
                    <a:lnTo>
                      <a:pt x="44" y="144"/>
                    </a:lnTo>
                    <a:lnTo>
                      <a:pt x="46" y="142"/>
                    </a:lnTo>
                    <a:lnTo>
                      <a:pt x="48" y="140"/>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6" y="80"/>
                    </a:lnTo>
                    <a:lnTo>
                      <a:pt x="62" y="78"/>
                    </a:lnTo>
                    <a:lnTo>
                      <a:pt x="60" y="78"/>
                    </a:lnTo>
                    <a:lnTo>
                      <a:pt x="56" y="80"/>
                    </a:lnTo>
                    <a:lnTo>
                      <a:pt x="54" y="80"/>
                    </a:lnTo>
                    <a:lnTo>
                      <a:pt x="52" y="80"/>
                    </a:lnTo>
                    <a:lnTo>
                      <a:pt x="50" y="80"/>
                    </a:lnTo>
                    <a:lnTo>
                      <a:pt x="52" y="78"/>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4" y="10"/>
                    </a:lnTo>
                    <a:lnTo>
                      <a:pt x="22" y="8"/>
                    </a:lnTo>
                    <a:lnTo>
                      <a:pt x="20" y="6"/>
                    </a:lnTo>
                    <a:lnTo>
                      <a:pt x="18" y="4"/>
                    </a:lnTo>
                    <a:lnTo>
                      <a:pt x="20"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1" name="Google Shape;451;p8"/>
              <p:cNvSpPr/>
              <p:nvPr/>
            </p:nvSpPr>
            <p:spPr>
              <a:xfrm>
                <a:off x="4179" y="1838"/>
                <a:ext cx="50" cy="46"/>
              </a:xfrm>
              <a:custGeom>
                <a:avLst/>
                <a:gdLst/>
                <a:ahLst/>
                <a:cxnLst/>
                <a:rect l="l" t="t" r="r" b="b"/>
                <a:pathLst>
                  <a:path w="50" h="46" extrusionOk="0">
                    <a:moveTo>
                      <a:pt x="24" y="18"/>
                    </a:moveTo>
                    <a:lnTo>
                      <a:pt x="24" y="18"/>
                    </a:lnTo>
                    <a:lnTo>
                      <a:pt x="22" y="18"/>
                    </a:lnTo>
                    <a:lnTo>
                      <a:pt x="18" y="18"/>
                    </a:lnTo>
                    <a:lnTo>
                      <a:pt x="16" y="20"/>
                    </a:lnTo>
                    <a:lnTo>
                      <a:pt x="12" y="22"/>
                    </a:lnTo>
                    <a:lnTo>
                      <a:pt x="10" y="24"/>
                    </a:lnTo>
                    <a:lnTo>
                      <a:pt x="8" y="26"/>
                    </a:lnTo>
                    <a:lnTo>
                      <a:pt x="6" y="26"/>
                    </a:lnTo>
                    <a:lnTo>
                      <a:pt x="4" y="26"/>
                    </a:lnTo>
                    <a:lnTo>
                      <a:pt x="2" y="28"/>
                    </a:lnTo>
                    <a:lnTo>
                      <a:pt x="0" y="30"/>
                    </a:lnTo>
                    <a:lnTo>
                      <a:pt x="0" y="32"/>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2" name="Google Shape;452;p8"/>
              <p:cNvSpPr/>
              <p:nvPr/>
            </p:nvSpPr>
            <p:spPr>
              <a:xfrm>
                <a:off x="4431" y="1676"/>
                <a:ext cx="60" cy="44"/>
              </a:xfrm>
              <a:custGeom>
                <a:avLst/>
                <a:gdLst/>
                <a:ahLst/>
                <a:cxnLst/>
                <a:rect l="l" t="t" r="r" b="b"/>
                <a:pathLst>
                  <a:path w="60" h="44" extrusionOk="0">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3" name="Google Shape;453;p8"/>
              <p:cNvSpPr/>
              <p:nvPr/>
            </p:nvSpPr>
            <p:spPr>
              <a:xfrm>
                <a:off x="4473" y="1882"/>
                <a:ext cx="24" cy="32"/>
              </a:xfrm>
              <a:custGeom>
                <a:avLst/>
                <a:gdLst/>
                <a:ahLst/>
                <a:cxnLst/>
                <a:rect l="l" t="t" r="r" b="b"/>
                <a:pathLst>
                  <a:path w="24" h="32" extrusionOk="0">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4" name="Google Shape;454;p8"/>
              <p:cNvSpPr/>
              <p:nvPr/>
            </p:nvSpPr>
            <p:spPr>
              <a:xfrm>
                <a:off x="4463" y="1400"/>
                <a:ext cx="228" cy="268"/>
              </a:xfrm>
              <a:custGeom>
                <a:avLst/>
                <a:gdLst/>
                <a:ahLst/>
                <a:cxnLst/>
                <a:rect l="l" t="t" r="r" b="b"/>
                <a:pathLst>
                  <a:path w="228" h="268" extrusionOk="0">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2" y="90"/>
                    </a:lnTo>
                    <a:lnTo>
                      <a:pt x="200" y="92"/>
                    </a:lnTo>
                    <a:lnTo>
                      <a:pt x="198" y="92"/>
                    </a:lnTo>
                    <a:lnTo>
                      <a:pt x="196" y="92"/>
                    </a:lnTo>
                    <a:lnTo>
                      <a:pt x="194" y="92"/>
                    </a:lnTo>
                    <a:lnTo>
                      <a:pt x="192" y="94"/>
                    </a:lnTo>
                    <a:lnTo>
                      <a:pt x="192" y="96"/>
                    </a:lnTo>
                    <a:lnTo>
                      <a:pt x="204" y="96"/>
                    </a:lnTo>
                    <a:lnTo>
                      <a:pt x="208" y="98"/>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08" y="180"/>
                    </a:lnTo>
                    <a:lnTo>
                      <a:pt x="106" y="182"/>
                    </a:lnTo>
                    <a:lnTo>
                      <a:pt x="106" y="184"/>
                    </a:lnTo>
                    <a:lnTo>
                      <a:pt x="106" y="186"/>
                    </a:lnTo>
                    <a:lnTo>
                      <a:pt x="106" y="188"/>
                    </a:lnTo>
                    <a:lnTo>
                      <a:pt x="108" y="186"/>
                    </a:lnTo>
                    <a:lnTo>
                      <a:pt x="112" y="188"/>
                    </a:lnTo>
                    <a:lnTo>
                      <a:pt x="116" y="188"/>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0" y="214"/>
                    </a:lnTo>
                    <a:lnTo>
                      <a:pt x="98" y="218"/>
                    </a:lnTo>
                    <a:lnTo>
                      <a:pt x="96" y="222"/>
                    </a:lnTo>
                    <a:lnTo>
                      <a:pt x="92" y="224"/>
                    </a:lnTo>
                    <a:lnTo>
                      <a:pt x="88" y="224"/>
                    </a:lnTo>
                    <a:lnTo>
                      <a:pt x="86" y="226"/>
                    </a:lnTo>
                    <a:lnTo>
                      <a:pt x="82" y="224"/>
                    </a:lnTo>
                    <a:lnTo>
                      <a:pt x="80" y="224"/>
                    </a:lnTo>
                    <a:lnTo>
                      <a:pt x="78" y="228"/>
                    </a:lnTo>
                    <a:lnTo>
                      <a:pt x="78" y="230"/>
                    </a:lnTo>
                    <a:lnTo>
                      <a:pt x="76" y="234"/>
                    </a:lnTo>
                    <a:lnTo>
                      <a:pt x="76" y="236"/>
                    </a:lnTo>
                    <a:lnTo>
                      <a:pt x="76" y="238"/>
                    </a:lnTo>
                    <a:lnTo>
                      <a:pt x="78" y="242"/>
                    </a:lnTo>
                    <a:lnTo>
                      <a:pt x="78" y="246"/>
                    </a:lnTo>
                    <a:lnTo>
                      <a:pt x="78" y="250"/>
                    </a:lnTo>
                    <a:lnTo>
                      <a:pt x="78" y="256"/>
                    </a:lnTo>
                    <a:lnTo>
                      <a:pt x="76" y="258"/>
                    </a:lnTo>
                    <a:lnTo>
                      <a:pt x="74" y="260"/>
                    </a:lnTo>
                    <a:lnTo>
                      <a:pt x="72" y="262"/>
                    </a:lnTo>
                    <a:lnTo>
                      <a:pt x="70" y="262"/>
                    </a:lnTo>
                    <a:lnTo>
                      <a:pt x="68" y="262"/>
                    </a:lnTo>
                    <a:lnTo>
                      <a:pt x="62" y="266"/>
                    </a:lnTo>
                    <a:lnTo>
                      <a:pt x="58" y="266"/>
                    </a:lnTo>
                    <a:lnTo>
                      <a:pt x="54" y="268"/>
                    </a:lnTo>
                    <a:lnTo>
                      <a:pt x="52" y="266"/>
                    </a:lnTo>
                    <a:lnTo>
                      <a:pt x="50" y="266"/>
                    </a:lnTo>
                    <a:lnTo>
                      <a:pt x="48" y="264"/>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40" y="194"/>
                    </a:lnTo>
                    <a:lnTo>
                      <a:pt x="40" y="192"/>
                    </a:lnTo>
                    <a:lnTo>
                      <a:pt x="38" y="192"/>
                    </a:lnTo>
                    <a:lnTo>
                      <a:pt x="36" y="192"/>
                    </a:lnTo>
                    <a:lnTo>
                      <a:pt x="28" y="198"/>
                    </a:lnTo>
                    <a:lnTo>
                      <a:pt x="26" y="198"/>
                    </a:lnTo>
                    <a:lnTo>
                      <a:pt x="24" y="196"/>
                    </a:lnTo>
                    <a:lnTo>
                      <a:pt x="26" y="194"/>
                    </a:lnTo>
                    <a:lnTo>
                      <a:pt x="26" y="190"/>
                    </a:lnTo>
                    <a:lnTo>
                      <a:pt x="28" y="188"/>
                    </a:lnTo>
                    <a:lnTo>
                      <a:pt x="30" y="186"/>
                    </a:lnTo>
                    <a:lnTo>
                      <a:pt x="34" y="180"/>
                    </a:lnTo>
                    <a:lnTo>
                      <a:pt x="36" y="176"/>
                    </a:lnTo>
                    <a:lnTo>
                      <a:pt x="38" y="174"/>
                    </a:lnTo>
                    <a:lnTo>
                      <a:pt x="40" y="174"/>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4" y="126"/>
                    </a:lnTo>
                    <a:lnTo>
                      <a:pt x="52" y="122"/>
                    </a:lnTo>
                    <a:lnTo>
                      <a:pt x="52" y="118"/>
                    </a:lnTo>
                    <a:lnTo>
                      <a:pt x="52" y="116"/>
                    </a:lnTo>
                    <a:lnTo>
                      <a:pt x="52" y="112"/>
                    </a:lnTo>
                    <a:lnTo>
                      <a:pt x="56" y="110"/>
                    </a:lnTo>
                    <a:lnTo>
                      <a:pt x="58" y="108"/>
                    </a:lnTo>
                    <a:lnTo>
                      <a:pt x="60" y="108"/>
                    </a:lnTo>
                    <a:lnTo>
                      <a:pt x="64" y="110"/>
                    </a:lnTo>
                    <a:lnTo>
                      <a:pt x="66" y="112"/>
                    </a:lnTo>
                    <a:lnTo>
                      <a:pt x="68" y="114"/>
                    </a:lnTo>
                    <a:lnTo>
                      <a:pt x="70" y="118"/>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20" y="90"/>
                    </a:lnTo>
                    <a:lnTo>
                      <a:pt x="122" y="88"/>
                    </a:lnTo>
                    <a:lnTo>
                      <a:pt x="126" y="86"/>
                    </a:lnTo>
                    <a:lnTo>
                      <a:pt x="128" y="86"/>
                    </a:lnTo>
                    <a:lnTo>
                      <a:pt x="130" y="86"/>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78" y="74"/>
                    </a:lnTo>
                    <a:lnTo>
                      <a:pt x="74" y="74"/>
                    </a:lnTo>
                    <a:lnTo>
                      <a:pt x="70" y="74"/>
                    </a:lnTo>
                    <a:lnTo>
                      <a:pt x="68" y="72"/>
                    </a:lnTo>
                    <a:lnTo>
                      <a:pt x="66" y="70"/>
                    </a:lnTo>
                    <a:lnTo>
                      <a:pt x="64" y="70"/>
                    </a:lnTo>
                    <a:lnTo>
                      <a:pt x="62" y="70"/>
                    </a:lnTo>
                    <a:lnTo>
                      <a:pt x="62" y="72"/>
                    </a:lnTo>
                    <a:lnTo>
                      <a:pt x="58" y="74"/>
                    </a:lnTo>
                    <a:lnTo>
                      <a:pt x="56" y="74"/>
                    </a:lnTo>
                    <a:lnTo>
                      <a:pt x="54" y="74"/>
                    </a:lnTo>
                    <a:lnTo>
                      <a:pt x="54" y="72"/>
                    </a:lnTo>
                    <a:lnTo>
                      <a:pt x="44" y="64"/>
                    </a:lnTo>
                    <a:lnTo>
                      <a:pt x="42" y="60"/>
                    </a:lnTo>
                    <a:lnTo>
                      <a:pt x="42" y="56"/>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2"/>
                    </a:lnTo>
                    <a:lnTo>
                      <a:pt x="72" y="30"/>
                    </a:lnTo>
                    <a:lnTo>
                      <a:pt x="74" y="28"/>
                    </a:lnTo>
                    <a:lnTo>
                      <a:pt x="78" y="26"/>
                    </a:lnTo>
                    <a:lnTo>
                      <a:pt x="82" y="26"/>
                    </a:lnTo>
                    <a:lnTo>
                      <a:pt x="86" y="26"/>
                    </a:lnTo>
                    <a:lnTo>
                      <a:pt x="90" y="24"/>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4" y="6"/>
                    </a:lnTo>
                    <a:lnTo>
                      <a:pt x="188" y="6"/>
                    </a:lnTo>
                    <a:lnTo>
                      <a:pt x="192" y="8"/>
                    </a:lnTo>
                    <a:lnTo>
                      <a:pt x="196" y="8"/>
                    </a:lnTo>
                    <a:lnTo>
                      <a:pt x="200" y="12"/>
                    </a:lnTo>
                    <a:lnTo>
                      <a:pt x="202" y="16"/>
                    </a:lnTo>
                    <a:lnTo>
                      <a:pt x="206" y="20"/>
                    </a:lnTo>
                    <a:lnTo>
                      <a:pt x="210" y="22"/>
                    </a:lnTo>
                    <a:lnTo>
                      <a:pt x="212" y="26"/>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p8"/>
              <p:cNvSpPr/>
              <p:nvPr/>
            </p:nvSpPr>
            <p:spPr>
              <a:xfrm>
                <a:off x="4715" y="3574"/>
                <a:ext cx="78" cy="90"/>
              </a:xfrm>
              <a:custGeom>
                <a:avLst/>
                <a:gdLst/>
                <a:ahLst/>
                <a:cxnLst/>
                <a:rect l="l" t="t" r="r" b="b"/>
                <a:pathLst>
                  <a:path w="78" h="90" extrusionOk="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8"/>
                    </a:lnTo>
                    <a:lnTo>
                      <a:pt x="26" y="6"/>
                    </a:lnTo>
                    <a:lnTo>
                      <a:pt x="24" y="4"/>
                    </a:lnTo>
                    <a:lnTo>
                      <a:pt x="20" y="2"/>
                    </a:lnTo>
                    <a:lnTo>
                      <a:pt x="16" y="0"/>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8" y="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6" name="Google Shape;456;p8"/>
              <p:cNvSpPr/>
              <p:nvPr/>
            </p:nvSpPr>
            <p:spPr>
              <a:xfrm>
                <a:off x="3651" y="1774"/>
                <a:ext cx="1094" cy="746"/>
              </a:xfrm>
              <a:custGeom>
                <a:avLst/>
                <a:gdLst/>
                <a:ahLst/>
                <a:cxnLst/>
                <a:rect l="l" t="t" r="r" b="b"/>
                <a:pathLst>
                  <a:path w="1094" h="746" extrusionOk="0">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66" y="706"/>
                    </a:lnTo>
                    <a:lnTo>
                      <a:pt x="962" y="708"/>
                    </a:lnTo>
                    <a:lnTo>
                      <a:pt x="960" y="712"/>
                    </a:lnTo>
                    <a:lnTo>
                      <a:pt x="960" y="714"/>
                    </a:lnTo>
                    <a:lnTo>
                      <a:pt x="960" y="718"/>
                    </a:lnTo>
                    <a:lnTo>
                      <a:pt x="960" y="720"/>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4" y="574"/>
                    </a:lnTo>
                    <a:lnTo>
                      <a:pt x="1068" y="570"/>
                    </a:lnTo>
                    <a:lnTo>
                      <a:pt x="1072" y="568"/>
                    </a:lnTo>
                    <a:lnTo>
                      <a:pt x="1076" y="566"/>
                    </a:lnTo>
                    <a:lnTo>
                      <a:pt x="1080" y="566"/>
                    </a:lnTo>
                    <a:lnTo>
                      <a:pt x="1082" y="568"/>
                    </a:lnTo>
                    <a:lnTo>
                      <a:pt x="1090" y="562"/>
                    </a:lnTo>
                    <a:lnTo>
                      <a:pt x="1094" y="552"/>
                    </a:lnTo>
                    <a:lnTo>
                      <a:pt x="1094" y="540"/>
                    </a:lnTo>
                    <a:lnTo>
                      <a:pt x="1092" y="530"/>
                    </a:lnTo>
                    <a:lnTo>
                      <a:pt x="1088" y="524"/>
                    </a:lnTo>
                    <a:lnTo>
                      <a:pt x="1084" y="520"/>
                    </a:lnTo>
                    <a:lnTo>
                      <a:pt x="1082" y="518"/>
                    </a:lnTo>
                    <a:lnTo>
                      <a:pt x="1078" y="518"/>
                    </a:lnTo>
                    <a:lnTo>
                      <a:pt x="1076" y="510"/>
                    </a:lnTo>
                    <a:lnTo>
                      <a:pt x="1074" y="504"/>
                    </a:lnTo>
                    <a:lnTo>
                      <a:pt x="1072" y="502"/>
                    </a:lnTo>
                    <a:lnTo>
                      <a:pt x="1072" y="500"/>
                    </a:lnTo>
                    <a:lnTo>
                      <a:pt x="1070" y="500"/>
                    </a:lnTo>
                    <a:lnTo>
                      <a:pt x="1052" y="500"/>
                    </a:lnTo>
                    <a:lnTo>
                      <a:pt x="1048" y="502"/>
                    </a:lnTo>
                    <a:lnTo>
                      <a:pt x="1046" y="504"/>
                    </a:lnTo>
                    <a:lnTo>
                      <a:pt x="1044" y="502"/>
                    </a:lnTo>
                    <a:lnTo>
                      <a:pt x="1042" y="502"/>
                    </a:lnTo>
                    <a:lnTo>
                      <a:pt x="1040" y="500"/>
                    </a:lnTo>
                    <a:lnTo>
                      <a:pt x="1034" y="484"/>
                    </a:lnTo>
                    <a:lnTo>
                      <a:pt x="1030" y="468"/>
                    </a:lnTo>
                    <a:lnTo>
                      <a:pt x="1026" y="456"/>
                    </a:lnTo>
                    <a:lnTo>
                      <a:pt x="1024" y="452"/>
                    </a:lnTo>
                    <a:lnTo>
                      <a:pt x="1024" y="454"/>
                    </a:lnTo>
                    <a:lnTo>
                      <a:pt x="1024" y="458"/>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62"/>
                    </a:lnTo>
                    <a:lnTo>
                      <a:pt x="798" y="568"/>
                    </a:lnTo>
                    <a:lnTo>
                      <a:pt x="794" y="572"/>
                    </a:lnTo>
                    <a:lnTo>
                      <a:pt x="792" y="576"/>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2" y="420"/>
                    </a:lnTo>
                    <a:lnTo>
                      <a:pt x="620" y="416"/>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8" y="186"/>
                    </a:lnTo>
                    <a:lnTo>
                      <a:pt x="760" y="182"/>
                    </a:lnTo>
                    <a:lnTo>
                      <a:pt x="762" y="178"/>
                    </a:lnTo>
                    <a:lnTo>
                      <a:pt x="764" y="174"/>
                    </a:lnTo>
                    <a:lnTo>
                      <a:pt x="766" y="170"/>
                    </a:lnTo>
                    <a:lnTo>
                      <a:pt x="770" y="168"/>
                    </a:lnTo>
                    <a:lnTo>
                      <a:pt x="772" y="166"/>
                    </a:lnTo>
                    <a:lnTo>
                      <a:pt x="772" y="162"/>
                    </a:lnTo>
                    <a:lnTo>
                      <a:pt x="774" y="156"/>
                    </a:lnTo>
                    <a:lnTo>
                      <a:pt x="774" y="152"/>
                    </a:lnTo>
                    <a:lnTo>
                      <a:pt x="772" y="146"/>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6" y="114"/>
                    </a:lnTo>
                    <a:lnTo>
                      <a:pt x="768" y="114"/>
                    </a:lnTo>
                    <a:lnTo>
                      <a:pt x="770" y="114"/>
                    </a:lnTo>
                    <a:lnTo>
                      <a:pt x="772" y="112"/>
                    </a:lnTo>
                    <a:lnTo>
                      <a:pt x="774" y="110"/>
                    </a:lnTo>
                    <a:lnTo>
                      <a:pt x="774" y="106"/>
                    </a:lnTo>
                    <a:lnTo>
                      <a:pt x="774" y="102"/>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2" y="102"/>
                    </a:lnTo>
                    <a:lnTo>
                      <a:pt x="728" y="106"/>
                    </a:lnTo>
                    <a:lnTo>
                      <a:pt x="726" y="112"/>
                    </a:lnTo>
                    <a:lnTo>
                      <a:pt x="722" y="120"/>
                    </a:lnTo>
                    <a:lnTo>
                      <a:pt x="718" y="132"/>
                    </a:lnTo>
                    <a:lnTo>
                      <a:pt x="718" y="134"/>
                    </a:lnTo>
                    <a:lnTo>
                      <a:pt x="716" y="136"/>
                    </a:lnTo>
                    <a:lnTo>
                      <a:pt x="714" y="138"/>
                    </a:lnTo>
                    <a:lnTo>
                      <a:pt x="710" y="140"/>
                    </a:lnTo>
                    <a:lnTo>
                      <a:pt x="708" y="138"/>
                    </a:lnTo>
                    <a:lnTo>
                      <a:pt x="704" y="136"/>
                    </a:lnTo>
                    <a:lnTo>
                      <a:pt x="700" y="132"/>
                    </a:lnTo>
                    <a:lnTo>
                      <a:pt x="696" y="98"/>
                    </a:lnTo>
                    <a:lnTo>
                      <a:pt x="694" y="96"/>
                    </a:lnTo>
                    <a:lnTo>
                      <a:pt x="694" y="94"/>
                    </a:lnTo>
                    <a:lnTo>
                      <a:pt x="692" y="92"/>
                    </a:lnTo>
                    <a:lnTo>
                      <a:pt x="692" y="94"/>
                    </a:lnTo>
                    <a:lnTo>
                      <a:pt x="690" y="96"/>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8" y="118"/>
                    </a:lnTo>
                    <a:lnTo>
                      <a:pt x="630" y="120"/>
                    </a:lnTo>
                    <a:lnTo>
                      <a:pt x="630" y="122"/>
                    </a:lnTo>
                    <a:lnTo>
                      <a:pt x="630" y="124"/>
                    </a:lnTo>
                    <a:lnTo>
                      <a:pt x="630" y="128"/>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4" y="124"/>
                    </a:lnTo>
                    <a:lnTo>
                      <a:pt x="568" y="124"/>
                    </a:lnTo>
                    <a:lnTo>
                      <a:pt x="562" y="124"/>
                    </a:lnTo>
                    <a:lnTo>
                      <a:pt x="558" y="124"/>
                    </a:lnTo>
                    <a:lnTo>
                      <a:pt x="556" y="124"/>
                    </a:lnTo>
                    <a:lnTo>
                      <a:pt x="554" y="126"/>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36" y="146"/>
                    </a:lnTo>
                    <a:lnTo>
                      <a:pt x="532" y="144"/>
                    </a:lnTo>
                    <a:lnTo>
                      <a:pt x="528" y="144"/>
                    </a:lnTo>
                    <a:lnTo>
                      <a:pt x="526" y="144"/>
                    </a:lnTo>
                    <a:lnTo>
                      <a:pt x="524" y="146"/>
                    </a:lnTo>
                    <a:lnTo>
                      <a:pt x="522" y="148"/>
                    </a:lnTo>
                    <a:lnTo>
                      <a:pt x="516" y="152"/>
                    </a:lnTo>
                    <a:lnTo>
                      <a:pt x="512" y="154"/>
                    </a:lnTo>
                    <a:lnTo>
                      <a:pt x="508" y="154"/>
                    </a:lnTo>
                    <a:lnTo>
                      <a:pt x="506" y="154"/>
                    </a:lnTo>
                    <a:lnTo>
                      <a:pt x="504" y="152"/>
                    </a:lnTo>
                    <a:lnTo>
                      <a:pt x="502" y="150"/>
                    </a:lnTo>
                    <a:lnTo>
                      <a:pt x="500" y="148"/>
                    </a:lnTo>
                    <a:lnTo>
                      <a:pt x="500" y="146"/>
                    </a:lnTo>
                    <a:lnTo>
                      <a:pt x="498" y="140"/>
                    </a:lnTo>
                    <a:lnTo>
                      <a:pt x="494" y="136"/>
                    </a:lnTo>
                    <a:lnTo>
                      <a:pt x="492" y="134"/>
                    </a:lnTo>
                    <a:lnTo>
                      <a:pt x="488" y="134"/>
                    </a:lnTo>
                    <a:lnTo>
                      <a:pt x="486" y="134"/>
                    </a:lnTo>
                    <a:lnTo>
                      <a:pt x="484" y="134"/>
                    </a:lnTo>
                    <a:lnTo>
                      <a:pt x="482" y="136"/>
                    </a:lnTo>
                    <a:lnTo>
                      <a:pt x="474" y="132"/>
                    </a:lnTo>
                    <a:lnTo>
                      <a:pt x="468" y="130"/>
                    </a:lnTo>
                    <a:lnTo>
                      <a:pt x="466" y="126"/>
                    </a:lnTo>
                    <a:lnTo>
                      <a:pt x="464" y="124"/>
                    </a:lnTo>
                    <a:lnTo>
                      <a:pt x="464" y="122"/>
                    </a:lnTo>
                    <a:lnTo>
                      <a:pt x="464" y="120"/>
                    </a:lnTo>
                    <a:lnTo>
                      <a:pt x="462" y="114"/>
                    </a:lnTo>
                    <a:lnTo>
                      <a:pt x="460" y="110"/>
                    </a:lnTo>
                    <a:lnTo>
                      <a:pt x="458" y="108"/>
                    </a:lnTo>
                    <a:lnTo>
                      <a:pt x="456" y="108"/>
                    </a:lnTo>
                    <a:lnTo>
                      <a:pt x="452" y="108"/>
                    </a:lnTo>
                    <a:lnTo>
                      <a:pt x="450"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6" y="130"/>
                    </a:lnTo>
                    <a:lnTo>
                      <a:pt x="350" y="124"/>
                    </a:lnTo>
                    <a:lnTo>
                      <a:pt x="350" y="120"/>
                    </a:lnTo>
                    <a:lnTo>
                      <a:pt x="350" y="116"/>
                    </a:lnTo>
                    <a:lnTo>
                      <a:pt x="348" y="112"/>
                    </a:lnTo>
                    <a:lnTo>
                      <a:pt x="346" y="110"/>
                    </a:lnTo>
                    <a:lnTo>
                      <a:pt x="344" y="108"/>
                    </a:lnTo>
                    <a:lnTo>
                      <a:pt x="342" y="108"/>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28" y="62"/>
                    </a:lnTo>
                    <a:lnTo>
                      <a:pt x="224" y="62"/>
                    </a:lnTo>
                    <a:lnTo>
                      <a:pt x="222" y="62"/>
                    </a:lnTo>
                    <a:lnTo>
                      <a:pt x="222" y="64"/>
                    </a:lnTo>
                    <a:lnTo>
                      <a:pt x="220" y="66"/>
                    </a:lnTo>
                    <a:lnTo>
                      <a:pt x="220" y="68"/>
                    </a:lnTo>
                    <a:lnTo>
                      <a:pt x="220" y="72"/>
                    </a:lnTo>
                    <a:lnTo>
                      <a:pt x="222" y="74"/>
                    </a:lnTo>
                    <a:lnTo>
                      <a:pt x="222" y="76"/>
                    </a:lnTo>
                    <a:lnTo>
                      <a:pt x="220" y="80"/>
                    </a:lnTo>
                    <a:lnTo>
                      <a:pt x="218" y="82"/>
                    </a:lnTo>
                    <a:lnTo>
                      <a:pt x="216" y="84"/>
                    </a:lnTo>
                    <a:lnTo>
                      <a:pt x="214" y="82"/>
                    </a:lnTo>
                    <a:lnTo>
                      <a:pt x="212" y="82"/>
                    </a:lnTo>
                    <a:lnTo>
                      <a:pt x="212" y="80"/>
                    </a:lnTo>
                    <a:lnTo>
                      <a:pt x="208" y="72"/>
                    </a:lnTo>
                    <a:lnTo>
                      <a:pt x="200" y="60"/>
                    </a:lnTo>
                    <a:lnTo>
                      <a:pt x="194" y="52"/>
                    </a:lnTo>
                    <a:lnTo>
                      <a:pt x="190" y="48"/>
                    </a:lnTo>
                    <a:lnTo>
                      <a:pt x="186" y="44"/>
                    </a:lnTo>
                    <a:lnTo>
                      <a:pt x="182" y="44"/>
                    </a:lnTo>
                    <a:lnTo>
                      <a:pt x="180" y="44"/>
                    </a:lnTo>
                    <a:lnTo>
                      <a:pt x="178" y="46"/>
                    </a:lnTo>
                    <a:lnTo>
                      <a:pt x="180" y="48"/>
                    </a:lnTo>
                    <a:lnTo>
                      <a:pt x="180" y="50"/>
                    </a:lnTo>
                    <a:lnTo>
                      <a:pt x="180" y="52"/>
                    </a:lnTo>
                    <a:lnTo>
                      <a:pt x="182" y="54"/>
                    </a:lnTo>
                    <a:lnTo>
                      <a:pt x="182" y="56"/>
                    </a:lnTo>
                    <a:lnTo>
                      <a:pt x="180" y="62"/>
                    </a:lnTo>
                    <a:lnTo>
                      <a:pt x="178" y="66"/>
                    </a:lnTo>
                    <a:lnTo>
                      <a:pt x="176" y="68"/>
                    </a:lnTo>
                    <a:lnTo>
                      <a:pt x="174" y="68"/>
                    </a:lnTo>
                    <a:lnTo>
                      <a:pt x="170" y="66"/>
                    </a:lnTo>
                    <a:lnTo>
                      <a:pt x="168" y="64"/>
                    </a:lnTo>
                    <a:lnTo>
                      <a:pt x="166" y="62"/>
                    </a:lnTo>
                    <a:lnTo>
                      <a:pt x="166" y="60"/>
                    </a:lnTo>
                    <a:lnTo>
                      <a:pt x="162" y="58"/>
                    </a:lnTo>
                    <a:lnTo>
                      <a:pt x="158" y="58"/>
                    </a:lnTo>
                    <a:lnTo>
                      <a:pt x="156" y="58"/>
                    </a:lnTo>
                    <a:lnTo>
                      <a:pt x="152" y="60"/>
                    </a:lnTo>
                    <a:lnTo>
                      <a:pt x="150" y="62"/>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6" y="732"/>
                    </a:lnTo>
                    <a:lnTo>
                      <a:pt x="758" y="736"/>
                    </a:lnTo>
                    <a:lnTo>
                      <a:pt x="756" y="738"/>
                    </a:lnTo>
                    <a:lnTo>
                      <a:pt x="756" y="740"/>
                    </a:lnTo>
                    <a:lnTo>
                      <a:pt x="754" y="740"/>
                    </a:lnTo>
                    <a:lnTo>
                      <a:pt x="752" y="742"/>
                    </a:lnTo>
                    <a:lnTo>
                      <a:pt x="750" y="744"/>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7" name="Google Shape;457;p8"/>
              <p:cNvSpPr/>
              <p:nvPr/>
            </p:nvSpPr>
            <p:spPr>
              <a:xfrm>
                <a:off x="3313" y="1796"/>
                <a:ext cx="492" cy="498"/>
              </a:xfrm>
              <a:custGeom>
                <a:avLst/>
                <a:gdLst/>
                <a:ahLst/>
                <a:cxnLst/>
                <a:rect l="l" t="t" r="r" b="b"/>
                <a:pathLst>
                  <a:path w="492" h="498" extrusionOk="0">
                    <a:moveTo>
                      <a:pt x="338" y="50"/>
                    </a:moveTo>
                    <a:lnTo>
                      <a:pt x="336" y="48"/>
                    </a:lnTo>
                    <a:lnTo>
                      <a:pt x="334" y="46"/>
                    </a:lnTo>
                    <a:lnTo>
                      <a:pt x="332" y="46"/>
                    </a:lnTo>
                    <a:lnTo>
                      <a:pt x="328" y="44"/>
                    </a:lnTo>
                    <a:lnTo>
                      <a:pt x="324" y="44"/>
                    </a:lnTo>
                    <a:lnTo>
                      <a:pt x="318" y="44"/>
                    </a:lnTo>
                    <a:lnTo>
                      <a:pt x="310" y="48"/>
                    </a:lnTo>
                    <a:lnTo>
                      <a:pt x="306" y="48"/>
                    </a:lnTo>
                    <a:lnTo>
                      <a:pt x="300" y="48"/>
                    </a:lnTo>
                    <a:lnTo>
                      <a:pt x="294" y="46"/>
                    </a:lnTo>
                    <a:lnTo>
                      <a:pt x="288" y="44"/>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28" y="26"/>
                    </a:lnTo>
                    <a:lnTo>
                      <a:pt x="230" y="28"/>
                    </a:lnTo>
                    <a:lnTo>
                      <a:pt x="230" y="30"/>
                    </a:lnTo>
                    <a:lnTo>
                      <a:pt x="230" y="34"/>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6" y="388"/>
                    </a:lnTo>
                    <a:lnTo>
                      <a:pt x="80" y="388"/>
                    </a:lnTo>
                    <a:lnTo>
                      <a:pt x="82" y="388"/>
                    </a:lnTo>
                    <a:lnTo>
                      <a:pt x="86" y="386"/>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40"/>
                    </a:lnTo>
                    <a:lnTo>
                      <a:pt x="458" y="444"/>
                    </a:lnTo>
                    <a:lnTo>
                      <a:pt x="460" y="450"/>
                    </a:lnTo>
                    <a:lnTo>
                      <a:pt x="462" y="454"/>
                    </a:lnTo>
                    <a:lnTo>
                      <a:pt x="466" y="458"/>
                    </a:lnTo>
                    <a:lnTo>
                      <a:pt x="466" y="460"/>
                    </a:lnTo>
                    <a:lnTo>
                      <a:pt x="466" y="462"/>
                    </a:lnTo>
                    <a:lnTo>
                      <a:pt x="468" y="462"/>
                    </a:lnTo>
                    <a:lnTo>
                      <a:pt x="470" y="462"/>
                    </a:lnTo>
                    <a:lnTo>
                      <a:pt x="472" y="462"/>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8" name="Google Shape;458;p8"/>
              <p:cNvSpPr/>
              <p:nvPr/>
            </p:nvSpPr>
            <p:spPr>
              <a:xfrm>
                <a:off x="3863" y="2400"/>
                <a:ext cx="738" cy="404"/>
              </a:xfrm>
              <a:custGeom>
                <a:avLst/>
                <a:gdLst/>
                <a:ahLst/>
                <a:cxnLst/>
                <a:rect l="l" t="t" r="r" b="b"/>
                <a:pathLst>
                  <a:path w="738" h="404" extrusionOk="0">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6" y="30"/>
                    </a:lnTo>
                    <a:lnTo>
                      <a:pt x="732" y="32"/>
                    </a:lnTo>
                    <a:lnTo>
                      <a:pt x="734" y="40"/>
                    </a:lnTo>
                    <a:lnTo>
                      <a:pt x="732" y="48"/>
                    </a:lnTo>
                    <a:lnTo>
                      <a:pt x="728" y="56"/>
                    </a:lnTo>
                    <a:lnTo>
                      <a:pt x="726" y="62"/>
                    </a:lnTo>
                    <a:lnTo>
                      <a:pt x="724" y="64"/>
                    </a:lnTo>
                    <a:lnTo>
                      <a:pt x="726" y="66"/>
                    </a:lnTo>
                    <a:lnTo>
                      <a:pt x="728" y="68"/>
                    </a:lnTo>
                    <a:lnTo>
                      <a:pt x="732" y="70"/>
                    </a:lnTo>
                    <a:lnTo>
                      <a:pt x="734" y="72"/>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2" y="138"/>
                    </a:lnTo>
                    <a:lnTo>
                      <a:pt x="668" y="140"/>
                    </a:lnTo>
                    <a:lnTo>
                      <a:pt x="662" y="142"/>
                    </a:lnTo>
                    <a:lnTo>
                      <a:pt x="656" y="142"/>
                    </a:lnTo>
                    <a:lnTo>
                      <a:pt x="650" y="142"/>
                    </a:lnTo>
                    <a:lnTo>
                      <a:pt x="646" y="140"/>
                    </a:lnTo>
                    <a:lnTo>
                      <a:pt x="646"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4" y="176"/>
                    </a:lnTo>
                    <a:lnTo>
                      <a:pt x="630" y="184"/>
                    </a:lnTo>
                    <a:lnTo>
                      <a:pt x="620" y="176"/>
                    </a:lnTo>
                    <a:lnTo>
                      <a:pt x="620" y="178"/>
                    </a:lnTo>
                    <a:lnTo>
                      <a:pt x="620" y="180"/>
                    </a:lnTo>
                    <a:lnTo>
                      <a:pt x="620" y="182"/>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20" y="228"/>
                    </a:lnTo>
                    <a:lnTo>
                      <a:pt x="622" y="228"/>
                    </a:lnTo>
                    <a:lnTo>
                      <a:pt x="624" y="230"/>
                    </a:lnTo>
                    <a:lnTo>
                      <a:pt x="624" y="232"/>
                    </a:lnTo>
                    <a:lnTo>
                      <a:pt x="624" y="234"/>
                    </a:lnTo>
                    <a:lnTo>
                      <a:pt x="622" y="234"/>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4" y="300"/>
                    </a:lnTo>
                    <a:lnTo>
                      <a:pt x="552" y="304"/>
                    </a:lnTo>
                    <a:lnTo>
                      <a:pt x="552" y="308"/>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6" y="40"/>
                    </a:lnTo>
                    <a:lnTo>
                      <a:pt x="468" y="40"/>
                    </a:lnTo>
                    <a:lnTo>
                      <a:pt x="470" y="42"/>
                    </a:lnTo>
                    <a:lnTo>
                      <a:pt x="476"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4"/>
                    </a:lnTo>
                    <a:lnTo>
                      <a:pt x="500" y="72"/>
                    </a:lnTo>
                    <a:lnTo>
                      <a:pt x="502" y="68"/>
                    </a:lnTo>
                    <a:lnTo>
                      <a:pt x="504" y="64"/>
                    </a:lnTo>
                    <a:lnTo>
                      <a:pt x="506" y="62"/>
                    </a:lnTo>
                    <a:lnTo>
                      <a:pt x="508" y="62"/>
                    </a:lnTo>
                    <a:lnTo>
                      <a:pt x="510" y="62"/>
                    </a:lnTo>
                    <a:lnTo>
                      <a:pt x="514" y="62"/>
                    </a:lnTo>
                    <a:lnTo>
                      <a:pt x="516" y="64"/>
                    </a:lnTo>
                    <a:lnTo>
                      <a:pt x="520" y="64"/>
                    </a:lnTo>
                    <a:lnTo>
                      <a:pt x="522" y="68"/>
                    </a:lnTo>
                    <a:lnTo>
                      <a:pt x="524" y="72"/>
                    </a:lnTo>
                    <a:lnTo>
                      <a:pt x="524" y="76"/>
                    </a:lnTo>
                    <a:lnTo>
                      <a:pt x="520" y="86"/>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9" name="Google Shape;459;p8"/>
              <p:cNvSpPr/>
              <p:nvPr/>
            </p:nvSpPr>
            <p:spPr>
              <a:xfrm>
                <a:off x="5012" y="2016"/>
                <a:ext cx="136" cy="98"/>
              </a:xfrm>
              <a:custGeom>
                <a:avLst/>
                <a:gdLst/>
                <a:ahLst/>
                <a:cxnLst/>
                <a:rect l="l" t="t" r="r" b="b"/>
                <a:pathLst>
                  <a:path w="136" h="98" extrusionOk="0">
                    <a:moveTo>
                      <a:pt x="12" y="4"/>
                    </a:moveTo>
                    <a:lnTo>
                      <a:pt x="0" y="32"/>
                    </a:lnTo>
                    <a:lnTo>
                      <a:pt x="16" y="36"/>
                    </a:lnTo>
                    <a:lnTo>
                      <a:pt x="22" y="48"/>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460" name="Google Shape;460;p8"/>
            <p:cNvGrpSpPr/>
            <p:nvPr/>
          </p:nvGrpSpPr>
          <p:grpSpPr>
            <a:xfrm>
              <a:off x="228600" y="1066798"/>
              <a:ext cx="8534396" cy="5161719"/>
              <a:chOff x="672" y="1104"/>
              <a:chExt cx="4532" cy="2740"/>
            </a:xfrm>
          </p:grpSpPr>
          <p:sp>
            <p:nvSpPr>
              <p:cNvPr id="461" name="Google Shape;461;p8"/>
              <p:cNvSpPr/>
              <p:nvPr/>
            </p:nvSpPr>
            <p:spPr>
              <a:xfrm>
                <a:off x="1654" y="1368"/>
                <a:ext cx="84" cy="186"/>
              </a:xfrm>
              <a:custGeom>
                <a:avLst/>
                <a:gdLst/>
                <a:ahLst/>
                <a:cxnLst/>
                <a:rect l="l" t="t" r="r" b="b"/>
                <a:pathLst>
                  <a:path w="84" h="186" extrusionOk="0">
                    <a:moveTo>
                      <a:pt x="76" y="8"/>
                    </a:moveTo>
                    <a:lnTo>
                      <a:pt x="76" y="8"/>
                    </a:lnTo>
                    <a:lnTo>
                      <a:pt x="76" y="6"/>
                    </a:lnTo>
                    <a:lnTo>
                      <a:pt x="74" y="4"/>
                    </a:lnTo>
                    <a:lnTo>
                      <a:pt x="74" y="2"/>
                    </a:lnTo>
                    <a:lnTo>
                      <a:pt x="74" y="0"/>
                    </a:lnTo>
                    <a:lnTo>
                      <a:pt x="72" y="0"/>
                    </a:lnTo>
                    <a:lnTo>
                      <a:pt x="70" y="0"/>
                    </a:lnTo>
                    <a:lnTo>
                      <a:pt x="66" y="2"/>
                    </a:lnTo>
                    <a:lnTo>
                      <a:pt x="64" y="8"/>
                    </a:lnTo>
                    <a:lnTo>
                      <a:pt x="56" y="16"/>
                    </a:lnTo>
                    <a:lnTo>
                      <a:pt x="50" y="22"/>
                    </a:lnTo>
                    <a:lnTo>
                      <a:pt x="44" y="28"/>
                    </a:lnTo>
                    <a:lnTo>
                      <a:pt x="38" y="30"/>
                    </a:lnTo>
                    <a:lnTo>
                      <a:pt x="36" y="32"/>
                    </a:lnTo>
                    <a:lnTo>
                      <a:pt x="34" y="32"/>
                    </a:lnTo>
                    <a:lnTo>
                      <a:pt x="8" y="88"/>
                    </a:lnTo>
                    <a:lnTo>
                      <a:pt x="2" y="116"/>
                    </a:lnTo>
                    <a:lnTo>
                      <a:pt x="2" y="124"/>
                    </a:lnTo>
                    <a:lnTo>
                      <a:pt x="0" y="148"/>
                    </a:lnTo>
                    <a:lnTo>
                      <a:pt x="2" y="148"/>
                    </a:lnTo>
                    <a:lnTo>
                      <a:pt x="2" y="148"/>
                    </a:lnTo>
                    <a:lnTo>
                      <a:pt x="4" y="148"/>
                    </a:lnTo>
                    <a:lnTo>
                      <a:pt x="6" y="150"/>
                    </a:lnTo>
                    <a:lnTo>
                      <a:pt x="6" y="154"/>
                    </a:lnTo>
                    <a:lnTo>
                      <a:pt x="4" y="158"/>
                    </a:lnTo>
                    <a:lnTo>
                      <a:pt x="4" y="162"/>
                    </a:lnTo>
                    <a:lnTo>
                      <a:pt x="4" y="168"/>
                    </a:lnTo>
                    <a:lnTo>
                      <a:pt x="4" y="172"/>
                    </a:lnTo>
                    <a:lnTo>
                      <a:pt x="6" y="176"/>
                    </a:lnTo>
                    <a:lnTo>
                      <a:pt x="8" y="178"/>
                    </a:lnTo>
                    <a:lnTo>
                      <a:pt x="14" y="178"/>
                    </a:lnTo>
                    <a:lnTo>
                      <a:pt x="20" y="178"/>
                    </a:lnTo>
                    <a:lnTo>
                      <a:pt x="24" y="180"/>
                    </a:lnTo>
                    <a:lnTo>
                      <a:pt x="26" y="182"/>
                    </a:lnTo>
                    <a:lnTo>
                      <a:pt x="28" y="184"/>
                    </a:lnTo>
                    <a:lnTo>
                      <a:pt x="28" y="184"/>
                    </a:lnTo>
                    <a:lnTo>
                      <a:pt x="40" y="186"/>
                    </a:lnTo>
                    <a:lnTo>
                      <a:pt x="42" y="186"/>
                    </a:lnTo>
                    <a:lnTo>
                      <a:pt x="44" y="184"/>
                    </a:lnTo>
                    <a:lnTo>
                      <a:pt x="46" y="184"/>
                    </a:lnTo>
                    <a:lnTo>
                      <a:pt x="48" y="180"/>
                    </a:lnTo>
                    <a:lnTo>
                      <a:pt x="50" y="178"/>
                    </a:lnTo>
                    <a:lnTo>
                      <a:pt x="48" y="174"/>
                    </a:lnTo>
                    <a:lnTo>
                      <a:pt x="46" y="172"/>
                    </a:lnTo>
                    <a:lnTo>
                      <a:pt x="44" y="170"/>
                    </a:lnTo>
                    <a:lnTo>
                      <a:pt x="40" y="170"/>
                    </a:lnTo>
                    <a:lnTo>
                      <a:pt x="40" y="170"/>
                    </a:lnTo>
                    <a:lnTo>
                      <a:pt x="30" y="158"/>
                    </a:lnTo>
                    <a:lnTo>
                      <a:pt x="30" y="154"/>
                    </a:lnTo>
                    <a:lnTo>
                      <a:pt x="26" y="142"/>
                    </a:lnTo>
                    <a:lnTo>
                      <a:pt x="26" y="128"/>
                    </a:lnTo>
                    <a:lnTo>
                      <a:pt x="26" y="112"/>
                    </a:lnTo>
                    <a:lnTo>
                      <a:pt x="34" y="100"/>
                    </a:lnTo>
                    <a:lnTo>
                      <a:pt x="34" y="98"/>
                    </a:lnTo>
                    <a:lnTo>
                      <a:pt x="32" y="96"/>
                    </a:lnTo>
                    <a:lnTo>
                      <a:pt x="32" y="92"/>
                    </a:lnTo>
                    <a:lnTo>
                      <a:pt x="34" y="86"/>
                    </a:lnTo>
                    <a:lnTo>
                      <a:pt x="36" y="82"/>
                    </a:lnTo>
                    <a:lnTo>
                      <a:pt x="40" y="76"/>
                    </a:lnTo>
                    <a:lnTo>
                      <a:pt x="48" y="66"/>
                    </a:lnTo>
                    <a:lnTo>
                      <a:pt x="56" y="50"/>
                    </a:lnTo>
                    <a:lnTo>
                      <a:pt x="66" y="36"/>
                    </a:lnTo>
                    <a:lnTo>
                      <a:pt x="84" y="22"/>
                    </a:lnTo>
                    <a:lnTo>
                      <a:pt x="76"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2" name="Google Shape;462;p8"/>
              <p:cNvSpPr/>
              <p:nvPr/>
            </p:nvSpPr>
            <p:spPr>
              <a:xfrm>
                <a:off x="1476" y="1212"/>
                <a:ext cx="110" cy="70"/>
              </a:xfrm>
              <a:custGeom>
                <a:avLst/>
                <a:gdLst/>
                <a:ahLst/>
                <a:cxnLst/>
                <a:rect l="l" t="t" r="r" b="b"/>
                <a:pathLst>
                  <a:path w="110" h="70" extrusionOk="0">
                    <a:moveTo>
                      <a:pt x="26" y="10"/>
                    </a:moveTo>
                    <a:lnTo>
                      <a:pt x="26" y="10"/>
                    </a:lnTo>
                    <a:lnTo>
                      <a:pt x="26" y="12"/>
                    </a:lnTo>
                    <a:lnTo>
                      <a:pt x="24" y="16"/>
                    </a:lnTo>
                    <a:lnTo>
                      <a:pt x="22" y="18"/>
                    </a:lnTo>
                    <a:lnTo>
                      <a:pt x="20" y="20"/>
                    </a:lnTo>
                    <a:lnTo>
                      <a:pt x="14" y="22"/>
                    </a:lnTo>
                    <a:lnTo>
                      <a:pt x="10" y="24"/>
                    </a:lnTo>
                    <a:lnTo>
                      <a:pt x="4" y="24"/>
                    </a:lnTo>
                    <a:lnTo>
                      <a:pt x="2" y="28"/>
                    </a:lnTo>
                    <a:lnTo>
                      <a:pt x="0" y="30"/>
                    </a:lnTo>
                    <a:lnTo>
                      <a:pt x="0" y="32"/>
                    </a:lnTo>
                    <a:lnTo>
                      <a:pt x="2" y="34"/>
                    </a:lnTo>
                    <a:lnTo>
                      <a:pt x="8" y="38"/>
                    </a:lnTo>
                    <a:lnTo>
                      <a:pt x="22" y="42"/>
                    </a:lnTo>
                    <a:lnTo>
                      <a:pt x="34" y="44"/>
                    </a:lnTo>
                    <a:lnTo>
                      <a:pt x="46" y="44"/>
                    </a:lnTo>
                    <a:lnTo>
                      <a:pt x="50" y="44"/>
                    </a:lnTo>
                    <a:lnTo>
                      <a:pt x="68" y="70"/>
                    </a:lnTo>
                    <a:lnTo>
                      <a:pt x="86" y="56"/>
                    </a:lnTo>
                    <a:lnTo>
                      <a:pt x="88" y="44"/>
                    </a:lnTo>
                    <a:lnTo>
                      <a:pt x="88" y="44"/>
                    </a:lnTo>
                    <a:lnTo>
                      <a:pt x="92" y="42"/>
                    </a:lnTo>
                    <a:lnTo>
                      <a:pt x="96" y="40"/>
                    </a:lnTo>
                    <a:lnTo>
                      <a:pt x="100" y="36"/>
                    </a:lnTo>
                    <a:lnTo>
                      <a:pt x="104" y="32"/>
                    </a:lnTo>
                    <a:lnTo>
                      <a:pt x="108" y="28"/>
                    </a:lnTo>
                    <a:lnTo>
                      <a:pt x="110" y="22"/>
                    </a:lnTo>
                    <a:lnTo>
                      <a:pt x="110" y="18"/>
                    </a:lnTo>
                    <a:lnTo>
                      <a:pt x="110" y="16"/>
                    </a:lnTo>
                    <a:lnTo>
                      <a:pt x="108" y="16"/>
                    </a:lnTo>
                    <a:lnTo>
                      <a:pt x="106" y="16"/>
                    </a:lnTo>
                    <a:lnTo>
                      <a:pt x="104" y="18"/>
                    </a:lnTo>
                    <a:lnTo>
                      <a:pt x="102" y="18"/>
                    </a:lnTo>
                    <a:lnTo>
                      <a:pt x="100" y="20"/>
                    </a:lnTo>
                    <a:lnTo>
                      <a:pt x="98" y="22"/>
                    </a:lnTo>
                    <a:lnTo>
                      <a:pt x="98" y="22"/>
                    </a:lnTo>
                    <a:lnTo>
                      <a:pt x="80" y="32"/>
                    </a:lnTo>
                    <a:lnTo>
                      <a:pt x="62" y="30"/>
                    </a:lnTo>
                    <a:lnTo>
                      <a:pt x="60" y="28"/>
                    </a:lnTo>
                    <a:lnTo>
                      <a:pt x="58" y="28"/>
                    </a:lnTo>
                    <a:lnTo>
                      <a:pt x="56" y="24"/>
                    </a:lnTo>
                    <a:lnTo>
                      <a:pt x="56" y="22"/>
                    </a:lnTo>
                    <a:lnTo>
                      <a:pt x="56" y="18"/>
                    </a:lnTo>
                    <a:lnTo>
                      <a:pt x="58" y="14"/>
                    </a:lnTo>
                    <a:lnTo>
                      <a:pt x="62" y="10"/>
                    </a:lnTo>
                    <a:lnTo>
                      <a:pt x="64" y="6"/>
                    </a:lnTo>
                    <a:lnTo>
                      <a:pt x="66" y="4"/>
                    </a:lnTo>
                    <a:lnTo>
                      <a:pt x="66" y="4"/>
                    </a:lnTo>
                    <a:lnTo>
                      <a:pt x="62" y="2"/>
                    </a:lnTo>
                    <a:lnTo>
                      <a:pt x="54" y="2"/>
                    </a:lnTo>
                    <a:lnTo>
                      <a:pt x="44" y="0"/>
                    </a:lnTo>
                    <a:lnTo>
                      <a:pt x="34" y="4"/>
                    </a:lnTo>
                    <a:lnTo>
                      <a:pt x="26"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3" name="Google Shape;463;p8"/>
              <p:cNvSpPr/>
              <p:nvPr/>
            </p:nvSpPr>
            <p:spPr>
              <a:xfrm>
                <a:off x="1106" y="1228"/>
                <a:ext cx="110" cy="220"/>
              </a:xfrm>
              <a:custGeom>
                <a:avLst/>
                <a:gdLst/>
                <a:ahLst/>
                <a:cxnLst/>
                <a:rect l="l" t="t" r="r" b="b"/>
                <a:pathLst>
                  <a:path w="110" h="220" extrusionOk="0">
                    <a:moveTo>
                      <a:pt x="44" y="22"/>
                    </a:moveTo>
                    <a:lnTo>
                      <a:pt x="44" y="20"/>
                    </a:lnTo>
                    <a:lnTo>
                      <a:pt x="42" y="20"/>
                    </a:lnTo>
                    <a:lnTo>
                      <a:pt x="40" y="20"/>
                    </a:lnTo>
                    <a:lnTo>
                      <a:pt x="38" y="20"/>
                    </a:lnTo>
                    <a:lnTo>
                      <a:pt x="36" y="20"/>
                    </a:lnTo>
                    <a:lnTo>
                      <a:pt x="34" y="22"/>
                    </a:lnTo>
                    <a:lnTo>
                      <a:pt x="34" y="26"/>
                    </a:lnTo>
                    <a:lnTo>
                      <a:pt x="34" y="28"/>
                    </a:lnTo>
                    <a:lnTo>
                      <a:pt x="32" y="32"/>
                    </a:lnTo>
                    <a:lnTo>
                      <a:pt x="32" y="34"/>
                    </a:lnTo>
                    <a:lnTo>
                      <a:pt x="28" y="34"/>
                    </a:lnTo>
                    <a:lnTo>
                      <a:pt x="26" y="34"/>
                    </a:lnTo>
                    <a:lnTo>
                      <a:pt x="24" y="34"/>
                    </a:lnTo>
                    <a:lnTo>
                      <a:pt x="24" y="34"/>
                    </a:lnTo>
                    <a:lnTo>
                      <a:pt x="24" y="34"/>
                    </a:lnTo>
                    <a:lnTo>
                      <a:pt x="22" y="30"/>
                    </a:lnTo>
                    <a:lnTo>
                      <a:pt x="20" y="26"/>
                    </a:lnTo>
                    <a:lnTo>
                      <a:pt x="16" y="22"/>
                    </a:lnTo>
                    <a:lnTo>
                      <a:pt x="12" y="18"/>
                    </a:lnTo>
                    <a:lnTo>
                      <a:pt x="8" y="16"/>
                    </a:lnTo>
                    <a:lnTo>
                      <a:pt x="2" y="16"/>
                    </a:lnTo>
                    <a:lnTo>
                      <a:pt x="0" y="36"/>
                    </a:lnTo>
                    <a:lnTo>
                      <a:pt x="0" y="60"/>
                    </a:lnTo>
                    <a:lnTo>
                      <a:pt x="0" y="64"/>
                    </a:lnTo>
                    <a:lnTo>
                      <a:pt x="4" y="72"/>
                    </a:lnTo>
                    <a:lnTo>
                      <a:pt x="8" y="84"/>
                    </a:lnTo>
                    <a:lnTo>
                      <a:pt x="14" y="94"/>
                    </a:lnTo>
                    <a:lnTo>
                      <a:pt x="28" y="114"/>
                    </a:lnTo>
                    <a:lnTo>
                      <a:pt x="42" y="106"/>
                    </a:lnTo>
                    <a:lnTo>
                      <a:pt x="44" y="94"/>
                    </a:lnTo>
                    <a:lnTo>
                      <a:pt x="58" y="94"/>
                    </a:lnTo>
                    <a:lnTo>
                      <a:pt x="58" y="96"/>
                    </a:lnTo>
                    <a:lnTo>
                      <a:pt x="60" y="96"/>
                    </a:lnTo>
                    <a:lnTo>
                      <a:pt x="64" y="98"/>
                    </a:lnTo>
                    <a:lnTo>
                      <a:pt x="66" y="100"/>
                    </a:lnTo>
                    <a:lnTo>
                      <a:pt x="68" y="104"/>
                    </a:lnTo>
                    <a:lnTo>
                      <a:pt x="68" y="106"/>
                    </a:lnTo>
                    <a:lnTo>
                      <a:pt x="66" y="110"/>
                    </a:lnTo>
                    <a:lnTo>
                      <a:pt x="62" y="114"/>
                    </a:lnTo>
                    <a:lnTo>
                      <a:pt x="54" y="122"/>
                    </a:lnTo>
                    <a:lnTo>
                      <a:pt x="46" y="126"/>
                    </a:lnTo>
                    <a:lnTo>
                      <a:pt x="40" y="128"/>
                    </a:lnTo>
                    <a:lnTo>
                      <a:pt x="38" y="130"/>
                    </a:lnTo>
                    <a:lnTo>
                      <a:pt x="36" y="132"/>
                    </a:lnTo>
                    <a:lnTo>
                      <a:pt x="36" y="144"/>
                    </a:lnTo>
                    <a:lnTo>
                      <a:pt x="46" y="152"/>
                    </a:lnTo>
                    <a:lnTo>
                      <a:pt x="36" y="166"/>
                    </a:lnTo>
                    <a:lnTo>
                      <a:pt x="36" y="166"/>
                    </a:lnTo>
                    <a:lnTo>
                      <a:pt x="38" y="170"/>
                    </a:lnTo>
                    <a:lnTo>
                      <a:pt x="40" y="176"/>
                    </a:lnTo>
                    <a:lnTo>
                      <a:pt x="42" y="182"/>
                    </a:lnTo>
                    <a:lnTo>
                      <a:pt x="44" y="188"/>
                    </a:lnTo>
                    <a:lnTo>
                      <a:pt x="48" y="192"/>
                    </a:lnTo>
                    <a:lnTo>
                      <a:pt x="52" y="196"/>
                    </a:lnTo>
                    <a:lnTo>
                      <a:pt x="56" y="202"/>
                    </a:lnTo>
                    <a:lnTo>
                      <a:pt x="58" y="208"/>
                    </a:lnTo>
                    <a:lnTo>
                      <a:pt x="62" y="212"/>
                    </a:lnTo>
                    <a:lnTo>
                      <a:pt x="64" y="216"/>
                    </a:lnTo>
                    <a:lnTo>
                      <a:pt x="66" y="220"/>
                    </a:lnTo>
                    <a:lnTo>
                      <a:pt x="66" y="220"/>
                    </a:lnTo>
                    <a:lnTo>
                      <a:pt x="74" y="212"/>
                    </a:lnTo>
                    <a:lnTo>
                      <a:pt x="84" y="172"/>
                    </a:lnTo>
                    <a:lnTo>
                      <a:pt x="90" y="154"/>
                    </a:lnTo>
                    <a:lnTo>
                      <a:pt x="94" y="132"/>
                    </a:lnTo>
                    <a:lnTo>
                      <a:pt x="104" y="98"/>
                    </a:lnTo>
                    <a:lnTo>
                      <a:pt x="106" y="96"/>
                    </a:lnTo>
                    <a:lnTo>
                      <a:pt x="108" y="88"/>
                    </a:lnTo>
                    <a:lnTo>
                      <a:pt x="110" y="76"/>
                    </a:lnTo>
                    <a:lnTo>
                      <a:pt x="108" y="66"/>
                    </a:lnTo>
                    <a:lnTo>
                      <a:pt x="98" y="46"/>
                    </a:lnTo>
                    <a:lnTo>
                      <a:pt x="102" y="22"/>
                    </a:lnTo>
                    <a:lnTo>
                      <a:pt x="70" y="0"/>
                    </a:lnTo>
                    <a:lnTo>
                      <a:pt x="70" y="2"/>
                    </a:lnTo>
                    <a:lnTo>
                      <a:pt x="66" y="2"/>
                    </a:lnTo>
                    <a:lnTo>
                      <a:pt x="64" y="4"/>
                    </a:lnTo>
                    <a:lnTo>
                      <a:pt x="60" y="6"/>
                    </a:lnTo>
                    <a:lnTo>
                      <a:pt x="58" y="8"/>
                    </a:lnTo>
                    <a:lnTo>
                      <a:pt x="58" y="10"/>
                    </a:lnTo>
                    <a:lnTo>
                      <a:pt x="58" y="14"/>
                    </a:lnTo>
                    <a:lnTo>
                      <a:pt x="58" y="18"/>
                    </a:lnTo>
                    <a:lnTo>
                      <a:pt x="56" y="24"/>
                    </a:lnTo>
                    <a:lnTo>
                      <a:pt x="56" y="26"/>
                    </a:lnTo>
                    <a:lnTo>
                      <a:pt x="54" y="30"/>
                    </a:lnTo>
                    <a:lnTo>
                      <a:pt x="54" y="30"/>
                    </a:lnTo>
                    <a:lnTo>
                      <a:pt x="44" y="2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4" name="Google Shape;464;p8"/>
              <p:cNvSpPr/>
              <p:nvPr/>
            </p:nvSpPr>
            <p:spPr>
              <a:xfrm>
                <a:off x="1194" y="1188"/>
                <a:ext cx="122" cy="94"/>
              </a:xfrm>
              <a:custGeom>
                <a:avLst/>
                <a:gdLst/>
                <a:ahLst/>
                <a:cxnLst/>
                <a:rect l="l" t="t" r="r" b="b"/>
                <a:pathLst>
                  <a:path w="122" h="94" extrusionOk="0">
                    <a:moveTo>
                      <a:pt x="22" y="0"/>
                    </a:moveTo>
                    <a:lnTo>
                      <a:pt x="14" y="20"/>
                    </a:lnTo>
                    <a:lnTo>
                      <a:pt x="0" y="32"/>
                    </a:lnTo>
                    <a:lnTo>
                      <a:pt x="0" y="32"/>
                    </a:lnTo>
                    <a:lnTo>
                      <a:pt x="2" y="36"/>
                    </a:lnTo>
                    <a:lnTo>
                      <a:pt x="4" y="40"/>
                    </a:lnTo>
                    <a:lnTo>
                      <a:pt x="6" y="46"/>
                    </a:lnTo>
                    <a:lnTo>
                      <a:pt x="10" y="50"/>
                    </a:lnTo>
                    <a:lnTo>
                      <a:pt x="12" y="52"/>
                    </a:lnTo>
                    <a:lnTo>
                      <a:pt x="14" y="54"/>
                    </a:lnTo>
                    <a:lnTo>
                      <a:pt x="18" y="54"/>
                    </a:lnTo>
                    <a:lnTo>
                      <a:pt x="22" y="56"/>
                    </a:lnTo>
                    <a:lnTo>
                      <a:pt x="26" y="56"/>
                    </a:lnTo>
                    <a:lnTo>
                      <a:pt x="28" y="56"/>
                    </a:lnTo>
                    <a:lnTo>
                      <a:pt x="30" y="58"/>
                    </a:lnTo>
                    <a:lnTo>
                      <a:pt x="32" y="60"/>
                    </a:lnTo>
                    <a:lnTo>
                      <a:pt x="30" y="62"/>
                    </a:lnTo>
                    <a:lnTo>
                      <a:pt x="28" y="66"/>
                    </a:lnTo>
                    <a:lnTo>
                      <a:pt x="24" y="70"/>
                    </a:lnTo>
                    <a:lnTo>
                      <a:pt x="24" y="74"/>
                    </a:lnTo>
                    <a:lnTo>
                      <a:pt x="26" y="80"/>
                    </a:lnTo>
                    <a:lnTo>
                      <a:pt x="28" y="82"/>
                    </a:lnTo>
                    <a:lnTo>
                      <a:pt x="32" y="86"/>
                    </a:lnTo>
                    <a:lnTo>
                      <a:pt x="36" y="88"/>
                    </a:lnTo>
                    <a:lnTo>
                      <a:pt x="40" y="88"/>
                    </a:lnTo>
                    <a:lnTo>
                      <a:pt x="50" y="88"/>
                    </a:lnTo>
                    <a:lnTo>
                      <a:pt x="64" y="88"/>
                    </a:lnTo>
                    <a:lnTo>
                      <a:pt x="80" y="94"/>
                    </a:lnTo>
                    <a:lnTo>
                      <a:pt x="122" y="42"/>
                    </a:lnTo>
                    <a:lnTo>
                      <a:pt x="114" y="24"/>
                    </a:lnTo>
                    <a:lnTo>
                      <a:pt x="92" y="20"/>
                    </a:lnTo>
                    <a:lnTo>
                      <a:pt x="56" y="0"/>
                    </a:lnTo>
                    <a:lnTo>
                      <a:pt x="54" y="12"/>
                    </a:lnTo>
                    <a:lnTo>
                      <a:pt x="40" y="10"/>
                    </a:lnTo>
                    <a:lnTo>
                      <a:pt x="2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5" name="Google Shape;465;p8"/>
              <p:cNvSpPr/>
              <p:nvPr/>
            </p:nvSpPr>
            <p:spPr>
              <a:xfrm>
                <a:off x="1222" y="1352"/>
                <a:ext cx="46" cy="46"/>
              </a:xfrm>
              <a:custGeom>
                <a:avLst/>
                <a:gdLst/>
                <a:ahLst/>
                <a:cxnLst/>
                <a:rect l="l" t="t" r="r" b="b"/>
                <a:pathLst>
                  <a:path w="46" h="46" extrusionOk="0">
                    <a:moveTo>
                      <a:pt x="28" y="8"/>
                    </a:moveTo>
                    <a:lnTo>
                      <a:pt x="28" y="6"/>
                    </a:lnTo>
                    <a:lnTo>
                      <a:pt x="26" y="4"/>
                    </a:lnTo>
                    <a:lnTo>
                      <a:pt x="22" y="2"/>
                    </a:lnTo>
                    <a:lnTo>
                      <a:pt x="20" y="0"/>
                    </a:lnTo>
                    <a:lnTo>
                      <a:pt x="16" y="0"/>
                    </a:lnTo>
                    <a:lnTo>
                      <a:pt x="12" y="0"/>
                    </a:lnTo>
                    <a:lnTo>
                      <a:pt x="10" y="0"/>
                    </a:lnTo>
                    <a:lnTo>
                      <a:pt x="8" y="4"/>
                    </a:lnTo>
                    <a:lnTo>
                      <a:pt x="4" y="8"/>
                    </a:lnTo>
                    <a:lnTo>
                      <a:pt x="2" y="12"/>
                    </a:lnTo>
                    <a:lnTo>
                      <a:pt x="2" y="16"/>
                    </a:lnTo>
                    <a:lnTo>
                      <a:pt x="0" y="20"/>
                    </a:lnTo>
                    <a:lnTo>
                      <a:pt x="2" y="24"/>
                    </a:lnTo>
                    <a:lnTo>
                      <a:pt x="4" y="26"/>
                    </a:lnTo>
                    <a:lnTo>
                      <a:pt x="8" y="30"/>
                    </a:lnTo>
                    <a:lnTo>
                      <a:pt x="12" y="34"/>
                    </a:lnTo>
                    <a:lnTo>
                      <a:pt x="16" y="36"/>
                    </a:lnTo>
                    <a:lnTo>
                      <a:pt x="20" y="40"/>
                    </a:lnTo>
                    <a:lnTo>
                      <a:pt x="24" y="42"/>
                    </a:lnTo>
                    <a:lnTo>
                      <a:pt x="28" y="44"/>
                    </a:lnTo>
                    <a:lnTo>
                      <a:pt x="28" y="46"/>
                    </a:lnTo>
                    <a:lnTo>
                      <a:pt x="28" y="44"/>
                    </a:lnTo>
                    <a:lnTo>
                      <a:pt x="32" y="44"/>
                    </a:lnTo>
                    <a:lnTo>
                      <a:pt x="36" y="40"/>
                    </a:lnTo>
                    <a:lnTo>
                      <a:pt x="40" y="38"/>
                    </a:lnTo>
                    <a:lnTo>
                      <a:pt x="42" y="34"/>
                    </a:lnTo>
                    <a:lnTo>
                      <a:pt x="46" y="32"/>
                    </a:lnTo>
                    <a:lnTo>
                      <a:pt x="46" y="28"/>
                    </a:lnTo>
                    <a:lnTo>
                      <a:pt x="46" y="24"/>
                    </a:lnTo>
                    <a:lnTo>
                      <a:pt x="42" y="20"/>
                    </a:lnTo>
                    <a:lnTo>
                      <a:pt x="38" y="16"/>
                    </a:lnTo>
                    <a:lnTo>
                      <a:pt x="34" y="12"/>
                    </a:lnTo>
                    <a:lnTo>
                      <a:pt x="32" y="10"/>
                    </a:lnTo>
                    <a:lnTo>
                      <a:pt x="28" y="8"/>
                    </a:lnTo>
                    <a:lnTo>
                      <a:pt x="28"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6" name="Google Shape;466;p8"/>
              <p:cNvSpPr/>
              <p:nvPr/>
            </p:nvSpPr>
            <p:spPr>
              <a:xfrm>
                <a:off x="2696" y="2012"/>
                <a:ext cx="32" cy="164"/>
              </a:xfrm>
              <a:custGeom>
                <a:avLst/>
                <a:gdLst/>
                <a:ahLst/>
                <a:cxnLst/>
                <a:rect l="l" t="t" r="r" b="b"/>
                <a:pathLst>
                  <a:path w="32" h="164" extrusionOk="0">
                    <a:moveTo>
                      <a:pt x="26" y="8"/>
                    </a:moveTo>
                    <a:lnTo>
                      <a:pt x="26" y="6"/>
                    </a:lnTo>
                    <a:lnTo>
                      <a:pt x="24" y="6"/>
                    </a:lnTo>
                    <a:lnTo>
                      <a:pt x="22" y="2"/>
                    </a:lnTo>
                    <a:lnTo>
                      <a:pt x="20" y="2"/>
                    </a:lnTo>
                    <a:lnTo>
                      <a:pt x="18" y="0"/>
                    </a:lnTo>
                    <a:lnTo>
                      <a:pt x="16" y="2"/>
                    </a:lnTo>
                    <a:lnTo>
                      <a:pt x="14" y="6"/>
                    </a:lnTo>
                    <a:lnTo>
                      <a:pt x="12" y="10"/>
                    </a:lnTo>
                    <a:lnTo>
                      <a:pt x="10" y="14"/>
                    </a:lnTo>
                    <a:lnTo>
                      <a:pt x="8" y="18"/>
                    </a:lnTo>
                    <a:lnTo>
                      <a:pt x="8" y="22"/>
                    </a:lnTo>
                    <a:lnTo>
                      <a:pt x="8" y="22"/>
                    </a:lnTo>
                    <a:lnTo>
                      <a:pt x="2" y="42"/>
                    </a:lnTo>
                    <a:lnTo>
                      <a:pt x="2" y="44"/>
                    </a:lnTo>
                    <a:lnTo>
                      <a:pt x="2" y="46"/>
                    </a:lnTo>
                    <a:lnTo>
                      <a:pt x="4" y="52"/>
                    </a:lnTo>
                    <a:lnTo>
                      <a:pt x="4" y="56"/>
                    </a:lnTo>
                    <a:lnTo>
                      <a:pt x="6" y="60"/>
                    </a:lnTo>
                    <a:lnTo>
                      <a:pt x="6" y="66"/>
                    </a:lnTo>
                    <a:lnTo>
                      <a:pt x="8" y="82"/>
                    </a:lnTo>
                    <a:lnTo>
                      <a:pt x="6" y="100"/>
                    </a:lnTo>
                    <a:lnTo>
                      <a:pt x="6" y="118"/>
                    </a:lnTo>
                    <a:lnTo>
                      <a:pt x="6" y="132"/>
                    </a:lnTo>
                    <a:lnTo>
                      <a:pt x="6" y="140"/>
                    </a:lnTo>
                    <a:lnTo>
                      <a:pt x="6" y="142"/>
                    </a:lnTo>
                    <a:lnTo>
                      <a:pt x="4" y="146"/>
                    </a:lnTo>
                    <a:lnTo>
                      <a:pt x="2" y="150"/>
                    </a:lnTo>
                    <a:lnTo>
                      <a:pt x="0" y="156"/>
                    </a:lnTo>
                    <a:lnTo>
                      <a:pt x="0" y="158"/>
                    </a:lnTo>
                    <a:lnTo>
                      <a:pt x="0" y="160"/>
                    </a:lnTo>
                    <a:lnTo>
                      <a:pt x="8" y="164"/>
                    </a:lnTo>
                    <a:lnTo>
                      <a:pt x="12" y="152"/>
                    </a:lnTo>
                    <a:lnTo>
                      <a:pt x="22" y="162"/>
                    </a:lnTo>
                    <a:lnTo>
                      <a:pt x="22" y="160"/>
                    </a:lnTo>
                    <a:lnTo>
                      <a:pt x="22" y="158"/>
                    </a:lnTo>
                    <a:lnTo>
                      <a:pt x="22" y="152"/>
                    </a:lnTo>
                    <a:lnTo>
                      <a:pt x="22" y="146"/>
                    </a:lnTo>
                    <a:lnTo>
                      <a:pt x="20" y="140"/>
                    </a:lnTo>
                    <a:lnTo>
                      <a:pt x="16" y="130"/>
                    </a:lnTo>
                    <a:lnTo>
                      <a:pt x="16" y="118"/>
                    </a:lnTo>
                    <a:lnTo>
                      <a:pt x="24" y="106"/>
                    </a:lnTo>
                    <a:lnTo>
                      <a:pt x="28" y="102"/>
                    </a:lnTo>
                    <a:lnTo>
                      <a:pt x="32" y="96"/>
                    </a:lnTo>
                    <a:lnTo>
                      <a:pt x="32" y="92"/>
                    </a:lnTo>
                    <a:lnTo>
                      <a:pt x="32" y="88"/>
                    </a:lnTo>
                    <a:lnTo>
                      <a:pt x="30" y="84"/>
                    </a:lnTo>
                    <a:lnTo>
                      <a:pt x="30" y="80"/>
                    </a:lnTo>
                    <a:lnTo>
                      <a:pt x="30" y="74"/>
                    </a:lnTo>
                    <a:lnTo>
                      <a:pt x="28" y="62"/>
                    </a:lnTo>
                    <a:lnTo>
                      <a:pt x="26" y="50"/>
                    </a:lnTo>
                    <a:lnTo>
                      <a:pt x="24" y="40"/>
                    </a:lnTo>
                    <a:lnTo>
                      <a:pt x="24" y="36"/>
                    </a:lnTo>
                    <a:lnTo>
                      <a:pt x="24" y="36"/>
                    </a:lnTo>
                    <a:lnTo>
                      <a:pt x="22" y="32"/>
                    </a:lnTo>
                    <a:lnTo>
                      <a:pt x="22" y="28"/>
                    </a:lnTo>
                    <a:lnTo>
                      <a:pt x="22" y="22"/>
                    </a:lnTo>
                    <a:lnTo>
                      <a:pt x="22" y="16"/>
                    </a:lnTo>
                    <a:lnTo>
                      <a:pt x="24" y="12"/>
                    </a:lnTo>
                    <a:lnTo>
                      <a:pt x="26"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7" name="Google Shape;467;p8"/>
              <p:cNvSpPr/>
              <p:nvPr/>
            </p:nvSpPr>
            <p:spPr>
              <a:xfrm>
                <a:off x="1176" y="1206"/>
                <a:ext cx="2133" cy="1160"/>
              </a:xfrm>
              <a:custGeom>
                <a:avLst/>
                <a:gdLst/>
                <a:ahLst/>
                <a:cxnLst/>
                <a:rect l="l" t="t" r="r" b="b"/>
                <a:pathLst>
                  <a:path w="2132" h="1160" extrusionOk="0">
                    <a:moveTo>
                      <a:pt x="1396" y="998"/>
                    </a:moveTo>
                    <a:lnTo>
                      <a:pt x="1398" y="994"/>
                    </a:lnTo>
                    <a:lnTo>
                      <a:pt x="1398" y="994"/>
                    </a:lnTo>
                    <a:lnTo>
                      <a:pt x="1398" y="994"/>
                    </a:lnTo>
                    <a:lnTo>
                      <a:pt x="1398" y="996"/>
                    </a:lnTo>
                    <a:lnTo>
                      <a:pt x="1396" y="1000"/>
                    </a:lnTo>
                    <a:lnTo>
                      <a:pt x="1396" y="1002"/>
                    </a:lnTo>
                    <a:lnTo>
                      <a:pt x="1394" y="1006"/>
                    </a:lnTo>
                    <a:lnTo>
                      <a:pt x="1394" y="1010"/>
                    </a:lnTo>
                    <a:lnTo>
                      <a:pt x="1394" y="1012"/>
                    </a:lnTo>
                    <a:lnTo>
                      <a:pt x="1392" y="1012"/>
                    </a:lnTo>
                    <a:lnTo>
                      <a:pt x="1394" y="1018"/>
                    </a:lnTo>
                    <a:lnTo>
                      <a:pt x="1398" y="1024"/>
                    </a:lnTo>
                    <a:lnTo>
                      <a:pt x="1402" y="1028"/>
                    </a:lnTo>
                    <a:lnTo>
                      <a:pt x="1406" y="1030"/>
                    </a:lnTo>
                    <a:lnTo>
                      <a:pt x="1410" y="1032"/>
                    </a:lnTo>
                    <a:lnTo>
                      <a:pt x="1412" y="1034"/>
                    </a:lnTo>
                    <a:lnTo>
                      <a:pt x="1414" y="1034"/>
                    </a:lnTo>
                    <a:lnTo>
                      <a:pt x="1424" y="1026"/>
                    </a:lnTo>
                    <a:lnTo>
                      <a:pt x="1436" y="1010"/>
                    </a:lnTo>
                    <a:lnTo>
                      <a:pt x="1450" y="992"/>
                    </a:lnTo>
                    <a:lnTo>
                      <a:pt x="1464" y="970"/>
                    </a:lnTo>
                    <a:lnTo>
                      <a:pt x="1476" y="950"/>
                    </a:lnTo>
                    <a:lnTo>
                      <a:pt x="1486" y="932"/>
                    </a:lnTo>
                    <a:lnTo>
                      <a:pt x="1492" y="920"/>
                    </a:lnTo>
                    <a:lnTo>
                      <a:pt x="1494" y="916"/>
                    </a:lnTo>
                    <a:lnTo>
                      <a:pt x="1496" y="898"/>
                    </a:lnTo>
                    <a:lnTo>
                      <a:pt x="1502" y="884"/>
                    </a:lnTo>
                    <a:lnTo>
                      <a:pt x="1506" y="876"/>
                    </a:lnTo>
                    <a:lnTo>
                      <a:pt x="1510" y="872"/>
                    </a:lnTo>
                    <a:lnTo>
                      <a:pt x="1512" y="846"/>
                    </a:lnTo>
                    <a:lnTo>
                      <a:pt x="1514" y="842"/>
                    </a:lnTo>
                    <a:lnTo>
                      <a:pt x="1516" y="830"/>
                    </a:lnTo>
                    <a:lnTo>
                      <a:pt x="1514" y="818"/>
                    </a:lnTo>
                    <a:lnTo>
                      <a:pt x="1510" y="808"/>
                    </a:lnTo>
                    <a:lnTo>
                      <a:pt x="1500" y="804"/>
                    </a:lnTo>
                    <a:lnTo>
                      <a:pt x="1494" y="804"/>
                    </a:lnTo>
                    <a:lnTo>
                      <a:pt x="1486" y="806"/>
                    </a:lnTo>
                    <a:lnTo>
                      <a:pt x="1478" y="808"/>
                    </a:lnTo>
                    <a:lnTo>
                      <a:pt x="1472" y="808"/>
                    </a:lnTo>
                    <a:lnTo>
                      <a:pt x="1466" y="806"/>
                    </a:lnTo>
                    <a:lnTo>
                      <a:pt x="1462" y="802"/>
                    </a:lnTo>
                    <a:lnTo>
                      <a:pt x="1460" y="800"/>
                    </a:lnTo>
                    <a:lnTo>
                      <a:pt x="1458" y="798"/>
                    </a:lnTo>
                    <a:lnTo>
                      <a:pt x="1456" y="798"/>
                    </a:lnTo>
                    <a:lnTo>
                      <a:pt x="1444" y="794"/>
                    </a:lnTo>
                    <a:lnTo>
                      <a:pt x="1470" y="770"/>
                    </a:lnTo>
                    <a:lnTo>
                      <a:pt x="1472" y="762"/>
                    </a:lnTo>
                    <a:lnTo>
                      <a:pt x="1494" y="738"/>
                    </a:lnTo>
                    <a:lnTo>
                      <a:pt x="1542" y="686"/>
                    </a:lnTo>
                    <a:lnTo>
                      <a:pt x="1546" y="686"/>
                    </a:lnTo>
                    <a:lnTo>
                      <a:pt x="1558" y="688"/>
                    </a:lnTo>
                    <a:lnTo>
                      <a:pt x="1572" y="692"/>
                    </a:lnTo>
                    <a:lnTo>
                      <a:pt x="1588" y="694"/>
                    </a:lnTo>
                    <a:lnTo>
                      <a:pt x="1602" y="698"/>
                    </a:lnTo>
                    <a:lnTo>
                      <a:pt x="1608" y="698"/>
                    </a:lnTo>
                    <a:lnTo>
                      <a:pt x="1612" y="698"/>
                    </a:lnTo>
                    <a:lnTo>
                      <a:pt x="1612" y="694"/>
                    </a:lnTo>
                    <a:lnTo>
                      <a:pt x="1612" y="692"/>
                    </a:lnTo>
                    <a:lnTo>
                      <a:pt x="1612" y="688"/>
                    </a:lnTo>
                    <a:lnTo>
                      <a:pt x="1612" y="686"/>
                    </a:lnTo>
                    <a:lnTo>
                      <a:pt x="1612" y="686"/>
                    </a:lnTo>
                    <a:lnTo>
                      <a:pt x="1622" y="680"/>
                    </a:lnTo>
                    <a:lnTo>
                      <a:pt x="1634" y="682"/>
                    </a:lnTo>
                    <a:lnTo>
                      <a:pt x="1642" y="682"/>
                    </a:lnTo>
                    <a:lnTo>
                      <a:pt x="1650" y="700"/>
                    </a:lnTo>
                    <a:lnTo>
                      <a:pt x="1694" y="686"/>
                    </a:lnTo>
                    <a:lnTo>
                      <a:pt x="1694" y="676"/>
                    </a:lnTo>
                    <a:lnTo>
                      <a:pt x="1732" y="642"/>
                    </a:lnTo>
                    <a:lnTo>
                      <a:pt x="1734" y="642"/>
                    </a:lnTo>
                    <a:lnTo>
                      <a:pt x="1736" y="640"/>
                    </a:lnTo>
                    <a:lnTo>
                      <a:pt x="1738" y="636"/>
                    </a:lnTo>
                    <a:lnTo>
                      <a:pt x="1742" y="634"/>
                    </a:lnTo>
                    <a:lnTo>
                      <a:pt x="1746" y="630"/>
                    </a:lnTo>
                    <a:lnTo>
                      <a:pt x="1750" y="628"/>
                    </a:lnTo>
                    <a:lnTo>
                      <a:pt x="1756" y="626"/>
                    </a:lnTo>
                    <a:lnTo>
                      <a:pt x="1760" y="624"/>
                    </a:lnTo>
                    <a:lnTo>
                      <a:pt x="1762" y="626"/>
                    </a:lnTo>
                    <a:lnTo>
                      <a:pt x="1764" y="628"/>
                    </a:lnTo>
                    <a:lnTo>
                      <a:pt x="1764" y="632"/>
                    </a:lnTo>
                    <a:lnTo>
                      <a:pt x="1760" y="638"/>
                    </a:lnTo>
                    <a:lnTo>
                      <a:pt x="1758" y="644"/>
                    </a:lnTo>
                    <a:lnTo>
                      <a:pt x="1754" y="648"/>
                    </a:lnTo>
                    <a:lnTo>
                      <a:pt x="1754" y="652"/>
                    </a:lnTo>
                    <a:lnTo>
                      <a:pt x="1754" y="654"/>
                    </a:lnTo>
                    <a:lnTo>
                      <a:pt x="1758" y="654"/>
                    </a:lnTo>
                    <a:lnTo>
                      <a:pt x="1760" y="654"/>
                    </a:lnTo>
                    <a:lnTo>
                      <a:pt x="1764" y="654"/>
                    </a:lnTo>
                    <a:lnTo>
                      <a:pt x="1768" y="652"/>
                    </a:lnTo>
                    <a:lnTo>
                      <a:pt x="1770" y="650"/>
                    </a:lnTo>
                    <a:lnTo>
                      <a:pt x="1776" y="644"/>
                    </a:lnTo>
                    <a:lnTo>
                      <a:pt x="1784" y="634"/>
                    </a:lnTo>
                    <a:lnTo>
                      <a:pt x="1790" y="624"/>
                    </a:lnTo>
                    <a:lnTo>
                      <a:pt x="1796" y="616"/>
                    </a:lnTo>
                    <a:lnTo>
                      <a:pt x="1798" y="614"/>
                    </a:lnTo>
                    <a:lnTo>
                      <a:pt x="1792" y="626"/>
                    </a:lnTo>
                    <a:lnTo>
                      <a:pt x="1792" y="638"/>
                    </a:lnTo>
                    <a:lnTo>
                      <a:pt x="1794" y="648"/>
                    </a:lnTo>
                    <a:lnTo>
                      <a:pt x="1796" y="652"/>
                    </a:lnTo>
                    <a:lnTo>
                      <a:pt x="1762" y="676"/>
                    </a:lnTo>
                    <a:lnTo>
                      <a:pt x="1752" y="706"/>
                    </a:lnTo>
                    <a:lnTo>
                      <a:pt x="1714" y="736"/>
                    </a:lnTo>
                    <a:lnTo>
                      <a:pt x="1698" y="776"/>
                    </a:lnTo>
                    <a:lnTo>
                      <a:pt x="1698" y="776"/>
                    </a:lnTo>
                    <a:lnTo>
                      <a:pt x="1696" y="780"/>
                    </a:lnTo>
                    <a:lnTo>
                      <a:pt x="1696" y="784"/>
                    </a:lnTo>
                    <a:lnTo>
                      <a:pt x="1694" y="790"/>
                    </a:lnTo>
                    <a:lnTo>
                      <a:pt x="1696" y="798"/>
                    </a:lnTo>
                    <a:lnTo>
                      <a:pt x="1698" y="806"/>
                    </a:lnTo>
                    <a:lnTo>
                      <a:pt x="1702" y="820"/>
                    </a:lnTo>
                    <a:lnTo>
                      <a:pt x="1708" y="838"/>
                    </a:lnTo>
                    <a:lnTo>
                      <a:pt x="1712" y="854"/>
                    </a:lnTo>
                    <a:lnTo>
                      <a:pt x="1718" y="868"/>
                    </a:lnTo>
                    <a:lnTo>
                      <a:pt x="1718" y="874"/>
                    </a:lnTo>
                    <a:lnTo>
                      <a:pt x="1736" y="848"/>
                    </a:lnTo>
                    <a:lnTo>
                      <a:pt x="1766" y="802"/>
                    </a:lnTo>
                    <a:lnTo>
                      <a:pt x="1782" y="798"/>
                    </a:lnTo>
                    <a:lnTo>
                      <a:pt x="1780" y="794"/>
                    </a:lnTo>
                    <a:lnTo>
                      <a:pt x="1780" y="784"/>
                    </a:lnTo>
                    <a:lnTo>
                      <a:pt x="1782" y="772"/>
                    </a:lnTo>
                    <a:lnTo>
                      <a:pt x="1786" y="758"/>
                    </a:lnTo>
                    <a:lnTo>
                      <a:pt x="1790" y="750"/>
                    </a:lnTo>
                    <a:lnTo>
                      <a:pt x="1792" y="744"/>
                    </a:lnTo>
                    <a:lnTo>
                      <a:pt x="1792" y="740"/>
                    </a:lnTo>
                    <a:lnTo>
                      <a:pt x="1792" y="736"/>
                    </a:lnTo>
                    <a:lnTo>
                      <a:pt x="1792" y="732"/>
                    </a:lnTo>
                    <a:lnTo>
                      <a:pt x="1792" y="730"/>
                    </a:lnTo>
                    <a:lnTo>
                      <a:pt x="1790" y="730"/>
                    </a:lnTo>
                    <a:lnTo>
                      <a:pt x="1790" y="728"/>
                    </a:lnTo>
                    <a:lnTo>
                      <a:pt x="1790" y="726"/>
                    </a:lnTo>
                    <a:lnTo>
                      <a:pt x="1788" y="724"/>
                    </a:lnTo>
                    <a:lnTo>
                      <a:pt x="1786" y="720"/>
                    </a:lnTo>
                    <a:lnTo>
                      <a:pt x="1786" y="716"/>
                    </a:lnTo>
                    <a:lnTo>
                      <a:pt x="1786" y="712"/>
                    </a:lnTo>
                    <a:lnTo>
                      <a:pt x="1790" y="708"/>
                    </a:lnTo>
                    <a:lnTo>
                      <a:pt x="1792" y="704"/>
                    </a:lnTo>
                    <a:lnTo>
                      <a:pt x="1796" y="702"/>
                    </a:lnTo>
                    <a:lnTo>
                      <a:pt x="1802" y="702"/>
                    </a:lnTo>
                    <a:lnTo>
                      <a:pt x="1812" y="700"/>
                    </a:lnTo>
                    <a:lnTo>
                      <a:pt x="1816" y="698"/>
                    </a:lnTo>
                    <a:lnTo>
                      <a:pt x="1818" y="696"/>
                    </a:lnTo>
                    <a:lnTo>
                      <a:pt x="1820" y="692"/>
                    </a:lnTo>
                    <a:lnTo>
                      <a:pt x="1820" y="688"/>
                    </a:lnTo>
                    <a:lnTo>
                      <a:pt x="1820" y="684"/>
                    </a:lnTo>
                    <a:lnTo>
                      <a:pt x="1820" y="680"/>
                    </a:lnTo>
                    <a:lnTo>
                      <a:pt x="1820" y="678"/>
                    </a:lnTo>
                    <a:lnTo>
                      <a:pt x="1822" y="676"/>
                    </a:lnTo>
                    <a:lnTo>
                      <a:pt x="1824" y="676"/>
                    </a:lnTo>
                    <a:lnTo>
                      <a:pt x="1832" y="676"/>
                    </a:lnTo>
                    <a:lnTo>
                      <a:pt x="1838" y="674"/>
                    </a:lnTo>
                    <a:lnTo>
                      <a:pt x="1846" y="670"/>
                    </a:lnTo>
                    <a:lnTo>
                      <a:pt x="1858" y="660"/>
                    </a:lnTo>
                    <a:lnTo>
                      <a:pt x="1862" y="656"/>
                    </a:lnTo>
                    <a:lnTo>
                      <a:pt x="1868" y="654"/>
                    </a:lnTo>
                    <a:lnTo>
                      <a:pt x="1872" y="654"/>
                    </a:lnTo>
                    <a:lnTo>
                      <a:pt x="1876" y="654"/>
                    </a:lnTo>
                    <a:lnTo>
                      <a:pt x="1880" y="656"/>
                    </a:lnTo>
                    <a:lnTo>
                      <a:pt x="1882" y="660"/>
                    </a:lnTo>
                    <a:lnTo>
                      <a:pt x="1884" y="662"/>
                    </a:lnTo>
                    <a:lnTo>
                      <a:pt x="1884" y="664"/>
                    </a:lnTo>
                    <a:lnTo>
                      <a:pt x="1884" y="664"/>
                    </a:lnTo>
                    <a:lnTo>
                      <a:pt x="1906" y="656"/>
                    </a:lnTo>
                    <a:lnTo>
                      <a:pt x="1914" y="642"/>
                    </a:lnTo>
                    <a:lnTo>
                      <a:pt x="1926" y="630"/>
                    </a:lnTo>
                    <a:lnTo>
                      <a:pt x="1944" y="622"/>
                    </a:lnTo>
                    <a:lnTo>
                      <a:pt x="1948" y="610"/>
                    </a:lnTo>
                    <a:lnTo>
                      <a:pt x="1964" y="610"/>
                    </a:lnTo>
                    <a:lnTo>
                      <a:pt x="1966" y="610"/>
                    </a:lnTo>
                    <a:lnTo>
                      <a:pt x="1970" y="610"/>
                    </a:lnTo>
                    <a:lnTo>
                      <a:pt x="1974" y="610"/>
                    </a:lnTo>
                    <a:lnTo>
                      <a:pt x="1978" y="610"/>
                    </a:lnTo>
                    <a:lnTo>
                      <a:pt x="1982" y="612"/>
                    </a:lnTo>
                    <a:lnTo>
                      <a:pt x="1986" y="612"/>
                    </a:lnTo>
                    <a:lnTo>
                      <a:pt x="1988" y="610"/>
                    </a:lnTo>
                    <a:lnTo>
                      <a:pt x="1992" y="608"/>
                    </a:lnTo>
                    <a:lnTo>
                      <a:pt x="1996" y="604"/>
                    </a:lnTo>
                    <a:lnTo>
                      <a:pt x="2000" y="602"/>
                    </a:lnTo>
                    <a:lnTo>
                      <a:pt x="2002" y="598"/>
                    </a:lnTo>
                    <a:lnTo>
                      <a:pt x="2004" y="596"/>
                    </a:lnTo>
                    <a:lnTo>
                      <a:pt x="2006" y="596"/>
                    </a:lnTo>
                    <a:lnTo>
                      <a:pt x="2004" y="592"/>
                    </a:lnTo>
                    <a:lnTo>
                      <a:pt x="1998" y="586"/>
                    </a:lnTo>
                    <a:lnTo>
                      <a:pt x="1990" y="576"/>
                    </a:lnTo>
                    <a:lnTo>
                      <a:pt x="1984" y="568"/>
                    </a:lnTo>
                    <a:lnTo>
                      <a:pt x="1978" y="562"/>
                    </a:lnTo>
                    <a:lnTo>
                      <a:pt x="1974" y="560"/>
                    </a:lnTo>
                    <a:lnTo>
                      <a:pt x="1972" y="556"/>
                    </a:lnTo>
                    <a:lnTo>
                      <a:pt x="1972" y="552"/>
                    </a:lnTo>
                    <a:lnTo>
                      <a:pt x="1972" y="550"/>
                    </a:lnTo>
                    <a:lnTo>
                      <a:pt x="1972" y="546"/>
                    </a:lnTo>
                    <a:lnTo>
                      <a:pt x="1974" y="546"/>
                    </a:lnTo>
                    <a:lnTo>
                      <a:pt x="1978" y="546"/>
                    </a:lnTo>
                    <a:lnTo>
                      <a:pt x="1982" y="546"/>
                    </a:lnTo>
                    <a:lnTo>
                      <a:pt x="1986" y="546"/>
                    </a:lnTo>
                    <a:lnTo>
                      <a:pt x="1988" y="544"/>
                    </a:lnTo>
                    <a:lnTo>
                      <a:pt x="1992" y="542"/>
                    </a:lnTo>
                    <a:lnTo>
                      <a:pt x="1994" y="540"/>
                    </a:lnTo>
                    <a:lnTo>
                      <a:pt x="1994" y="540"/>
                    </a:lnTo>
                    <a:lnTo>
                      <a:pt x="2016" y="518"/>
                    </a:lnTo>
                    <a:lnTo>
                      <a:pt x="2014" y="502"/>
                    </a:lnTo>
                    <a:lnTo>
                      <a:pt x="2024" y="494"/>
                    </a:lnTo>
                    <a:lnTo>
                      <a:pt x="2032" y="512"/>
                    </a:lnTo>
                    <a:lnTo>
                      <a:pt x="2050" y="518"/>
                    </a:lnTo>
                    <a:lnTo>
                      <a:pt x="2054" y="520"/>
                    </a:lnTo>
                    <a:lnTo>
                      <a:pt x="2060" y="526"/>
                    </a:lnTo>
                    <a:lnTo>
                      <a:pt x="2068" y="534"/>
                    </a:lnTo>
                    <a:lnTo>
                      <a:pt x="2076" y="542"/>
                    </a:lnTo>
                    <a:lnTo>
                      <a:pt x="2084" y="548"/>
                    </a:lnTo>
                    <a:lnTo>
                      <a:pt x="2088" y="550"/>
                    </a:lnTo>
                    <a:lnTo>
                      <a:pt x="2090" y="552"/>
                    </a:lnTo>
                    <a:lnTo>
                      <a:pt x="2094" y="550"/>
                    </a:lnTo>
                    <a:lnTo>
                      <a:pt x="2094" y="550"/>
                    </a:lnTo>
                    <a:lnTo>
                      <a:pt x="2096" y="550"/>
                    </a:lnTo>
                    <a:lnTo>
                      <a:pt x="2100" y="524"/>
                    </a:lnTo>
                    <a:lnTo>
                      <a:pt x="2100" y="518"/>
                    </a:lnTo>
                    <a:lnTo>
                      <a:pt x="2102" y="518"/>
                    </a:lnTo>
                    <a:lnTo>
                      <a:pt x="2106" y="518"/>
                    </a:lnTo>
                    <a:lnTo>
                      <a:pt x="2110" y="518"/>
                    </a:lnTo>
                    <a:lnTo>
                      <a:pt x="2116" y="518"/>
                    </a:lnTo>
                    <a:lnTo>
                      <a:pt x="2122" y="516"/>
                    </a:lnTo>
                    <a:lnTo>
                      <a:pt x="2126" y="512"/>
                    </a:lnTo>
                    <a:lnTo>
                      <a:pt x="2130" y="508"/>
                    </a:lnTo>
                    <a:lnTo>
                      <a:pt x="2132" y="500"/>
                    </a:lnTo>
                    <a:lnTo>
                      <a:pt x="2124" y="494"/>
                    </a:lnTo>
                    <a:lnTo>
                      <a:pt x="2114" y="488"/>
                    </a:lnTo>
                    <a:lnTo>
                      <a:pt x="2102" y="482"/>
                    </a:lnTo>
                    <a:lnTo>
                      <a:pt x="2092" y="476"/>
                    </a:lnTo>
                    <a:lnTo>
                      <a:pt x="2088" y="472"/>
                    </a:lnTo>
                    <a:lnTo>
                      <a:pt x="2084" y="472"/>
                    </a:lnTo>
                    <a:lnTo>
                      <a:pt x="2080" y="474"/>
                    </a:lnTo>
                    <a:lnTo>
                      <a:pt x="2078" y="474"/>
                    </a:lnTo>
                    <a:lnTo>
                      <a:pt x="2076" y="478"/>
                    </a:lnTo>
                    <a:lnTo>
                      <a:pt x="2074" y="478"/>
                    </a:lnTo>
                    <a:lnTo>
                      <a:pt x="2074" y="480"/>
                    </a:lnTo>
                    <a:lnTo>
                      <a:pt x="2066" y="464"/>
                    </a:lnTo>
                    <a:lnTo>
                      <a:pt x="2054" y="446"/>
                    </a:lnTo>
                    <a:lnTo>
                      <a:pt x="2040" y="432"/>
                    </a:lnTo>
                    <a:lnTo>
                      <a:pt x="2024" y="420"/>
                    </a:lnTo>
                    <a:lnTo>
                      <a:pt x="2010" y="412"/>
                    </a:lnTo>
                    <a:lnTo>
                      <a:pt x="1998" y="408"/>
                    </a:lnTo>
                    <a:lnTo>
                      <a:pt x="1994" y="406"/>
                    </a:lnTo>
                    <a:lnTo>
                      <a:pt x="1960" y="376"/>
                    </a:lnTo>
                    <a:lnTo>
                      <a:pt x="1954" y="376"/>
                    </a:lnTo>
                    <a:lnTo>
                      <a:pt x="1942" y="376"/>
                    </a:lnTo>
                    <a:lnTo>
                      <a:pt x="1930" y="374"/>
                    </a:lnTo>
                    <a:lnTo>
                      <a:pt x="1922" y="372"/>
                    </a:lnTo>
                    <a:lnTo>
                      <a:pt x="1920" y="370"/>
                    </a:lnTo>
                    <a:lnTo>
                      <a:pt x="1916" y="366"/>
                    </a:lnTo>
                    <a:lnTo>
                      <a:pt x="1910" y="366"/>
                    </a:lnTo>
                    <a:lnTo>
                      <a:pt x="1906" y="364"/>
                    </a:lnTo>
                    <a:lnTo>
                      <a:pt x="1902" y="364"/>
                    </a:lnTo>
                    <a:lnTo>
                      <a:pt x="1902" y="364"/>
                    </a:lnTo>
                    <a:lnTo>
                      <a:pt x="1900" y="388"/>
                    </a:lnTo>
                    <a:lnTo>
                      <a:pt x="1900" y="406"/>
                    </a:lnTo>
                    <a:lnTo>
                      <a:pt x="1896" y="414"/>
                    </a:lnTo>
                    <a:lnTo>
                      <a:pt x="1884" y="416"/>
                    </a:lnTo>
                    <a:lnTo>
                      <a:pt x="1884" y="408"/>
                    </a:lnTo>
                    <a:lnTo>
                      <a:pt x="1866" y="386"/>
                    </a:lnTo>
                    <a:lnTo>
                      <a:pt x="1880" y="376"/>
                    </a:lnTo>
                    <a:lnTo>
                      <a:pt x="1880" y="370"/>
                    </a:lnTo>
                    <a:lnTo>
                      <a:pt x="1842" y="386"/>
                    </a:lnTo>
                    <a:lnTo>
                      <a:pt x="1834" y="382"/>
                    </a:lnTo>
                    <a:lnTo>
                      <a:pt x="1790" y="378"/>
                    </a:lnTo>
                    <a:lnTo>
                      <a:pt x="1774" y="398"/>
                    </a:lnTo>
                    <a:lnTo>
                      <a:pt x="1762" y="380"/>
                    </a:lnTo>
                    <a:lnTo>
                      <a:pt x="1762" y="378"/>
                    </a:lnTo>
                    <a:lnTo>
                      <a:pt x="1764" y="370"/>
                    </a:lnTo>
                    <a:lnTo>
                      <a:pt x="1762" y="358"/>
                    </a:lnTo>
                    <a:lnTo>
                      <a:pt x="1758" y="342"/>
                    </a:lnTo>
                    <a:lnTo>
                      <a:pt x="1748" y="332"/>
                    </a:lnTo>
                    <a:lnTo>
                      <a:pt x="1734" y="326"/>
                    </a:lnTo>
                    <a:lnTo>
                      <a:pt x="1722" y="326"/>
                    </a:lnTo>
                    <a:lnTo>
                      <a:pt x="1712" y="326"/>
                    </a:lnTo>
                    <a:lnTo>
                      <a:pt x="1710" y="328"/>
                    </a:lnTo>
                    <a:lnTo>
                      <a:pt x="1704" y="328"/>
                    </a:lnTo>
                    <a:lnTo>
                      <a:pt x="1690" y="330"/>
                    </a:lnTo>
                    <a:lnTo>
                      <a:pt x="1676" y="330"/>
                    </a:lnTo>
                    <a:lnTo>
                      <a:pt x="1664" y="328"/>
                    </a:lnTo>
                    <a:lnTo>
                      <a:pt x="1660" y="324"/>
                    </a:lnTo>
                    <a:lnTo>
                      <a:pt x="1654" y="322"/>
                    </a:lnTo>
                    <a:lnTo>
                      <a:pt x="1650" y="322"/>
                    </a:lnTo>
                    <a:lnTo>
                      <a:pt x="1648" y="324"/>
                    </a:lnTo>
                    <a:lnTo>
                      <a:pt x="1646" y="324"/>
                    </a:lnTo>
                    <a:lnTo>
                      <a:pt x="1646" y="314"/>
                    </a:lnTo>
                    <a:lnTo>
                      <a:pt x="1638" y="310"/>
                    </a:lnTo>
                    <a:lnTo>
                      <a:pt x="1640" y="308"/>
                    </a:lnTo>
                    <a:lnTo>
                      <a:pt x="1640" y="304"/>
                    </a:lnTo>
                    <a:lnTo>
                      <a:pt x="1638" y="298"/>
                    </a:lnTo>
                    <a:lnTo>
                      <a:pt x="1636" y="290"/>
                    </a:lnTo>
                    <a:lnTo>
                      <a:pt x="1634" y="282"/>
                    </a:lnTo>
                    <a:lnTo>
                      <a:pt x="1630" y="278"/>
                    </a:lnTo>
                    <a:lnTo>
                      <a:pt x="1626" y="276"/>
                    </a:lnTo>
                    <a:lnTo>
                      <a:pt x="1622" y="276"/>
                    </a:lnTo>
                    <a:lnTo>
                      <a:pt x="1618" y="278"/>
                    </a:lnTo>
                    <a:lnTo>
                      <a:pt x="1614" y="280"/>
                    </a:lnTo>
                    <a:lnTo>
                      <a:pt x="1610" y="282"/>
                    </a:lnTo>
                    <a:lnTo>
                      <a:pt x="1606" y="286"/>
                    </a:lnTo>
                    <a:lnTo>
                      <a:pt x="1604" y="288"/>
                    </a:lnTo>
                    <a:lnTo>
                      <a:pt x="1604" y="288"/>
                    </a:lnTo>
                    <a:lnTo>
                      <a:pt x="1602" y="288"/>
                    </a:lnTo>
                    <a:lnTo>
                      <a:pt x="1600" y="288"/>
                    </a:lnTo>
                    <a:lnTo>
                      <a:pt x="1598" y="290"/>
                    </a:lnTo>
                    <a:lnTo>
                      <a:pt x="1596" y="288"/>
                    </a:lnTo>
                    <a:lnTo>
                      <a:pt x="1594" y="288"/>
                    </a:lnTo>
                    <a:lnTo>
                      <a:pt x="1592" y="286"/>
                    </a:lnTo>
                    <a:lnTo>
                      <a:pt x="1592" y="282"/>
                    </a:lnTo>
                    <a:lnTo>
                      <a:pt x="1592" y="280"/>
                    </a:lnTo>
                    <a:lnTo>
                      <a:pt x="1592" y="276"/>
                    </a:lnTo>
                    <a:lnTo>
                      <a:pt x="1590" y="272"/>
                    </a:lnTo>
                    <a:lnTo>
                      <a:pt x="1588" y="270"/>
                    </a:lnTo>
                    <a:lnTo>
                      <a:pt x="1584" y="268"/>
                    </a:lnTo>
                    <a:lnTo>
                      <a:pt x="1578" y="268"/>
                    </a:lnTo>
                    <a:lnTo>
                      <a:pt x="1566" y="266"/>
                    </a:lnTo>
                    <a:lnTo>
                      <a:pt x="1552" y="264"/>
                    </a:lnTo>
                    <a:lnTo>
                      <a:pt x="1538" y="260"/>
                    </a:lnTo>
                    <a:lnTo>
                      <a:pt x="1528" y="256"/>
                    </a:lnTo>
                    <a:lnTo>
                      <a:pt x="1524" y="256"/>
                    </a:lnTo>
                    <a:lnTo>
                      <a:pt x="1528" y="260"/>
                    </a:lnTo>
                    <a:lnTo>
                      <a:pt x="1526" y="264"/>
                    </a:lnTo>
                    <a:lnTo>
                      <a:pt x="1524" y="268"/>
                    </a:lnTo>
                    <a:lnTo>
                      <a:pt x="1518" y="270"/>
                    </a:lnTo>
                    <a:lnTo>
                      <a:pt x="1512" y="272"/>
                    </a:lnTo>
                    <a:lnTo>
                      <a:pt x="1504" y="276"/>
                    </a:lnTo>
                    <a:lnTo>
                      <a:pt x="1502" y="286"/>
                    </a:lnTo>
                    <a:lnTo>
                      <a:pt x="1502" y="296"/>
                    </a:lnTo>
                    <a:lnTo>
                      <a:pt x="1502" y="306"/>
                    </a:lnTo>
                    <a:lnTo>
                      <a:pt x="1502" y="310"/>
                    </a:lnTo>
                    <a:lnTo>
                      <a:pt x="1494" y="312"/>
                    </a:lnTo>
                    <a:lnTo>
                      <a:pt x="1482" y="318"/>
                    </a:lnTo>
                    <a:lnTo>
                      <a:pt x="1460" y="304"/>
                    </a:lnTo>
                    <a:lnTo>
                      <a:pt x="1452" y="310"/>
                    </a:lnTo>
                    <a:lnTo>
                      <a:pt x="1438" y="310"/>
                    </a:lnTo>
                    <a:lnTo>
                      <a:pt x="1422" y="294"/>
                    </a:lnTo>
                    <a:lnTo>
                      <a:pt x="1422" y="294"/>
                    </a:lnTo>
                    <a:lnTo>
                      <a:pt x="1420" y="296"/>
                    </a:lnTo>
                    <a:lnTo>
                      <a:pt x="1418" y="300"/>
                    </a:lnTo>
                    <a:lnTo>
                      <a:pt x="1416" y="304"/>
                    </a:lnTo>
                    <a:lnTo>
                      <a:pt x="1412" y="308"/>
                    </a:lnTo>
                    <a:lnTo>
                      <a:pt x="1410" y="312"/>
                    </a:lnTo>
                    <a:lnTo>
                      <a:pt x="1410" y="316"/>
                    </a:lnTo>
                    <a:lnTo>
                      <a:pt x="1408" y="320"/>
                    </a:lnTo>
                    <a:lnTo>
                      <a:pt x="1404" y="324"/>
                    </a:lnTo>
                    <a:lnTo>
                      <a:pt x="1402" y="328"/>
                    </a:lnTo>
                    <a:lnTo>
                      <a:pt x="1398" y="330"/>
                    </a:lnTo>
                    <a:lnTo>
                      <a:pt x="1396" y="334"/>
                    </a:lnTo>
                    <a:lnTo>
                      <a:pt x="1396" y="334"/>
                    </a:lnTo>
                    <a:lnTo>
                      <a:pt x="1392" y="320"/>
                    </a:lnTo>
                    <a:lnTo>
                      <a:pt x="1384" y="304"/>
                    </a:lnTo>
                    <a:lnTo>
                      <a:pt x="1384" y="274"/>
                    </a:lnTo>
                    <a:lnTo>
                      <a:pt x="1388" y="254"/>
                    </a:lnTo>
                    <a:lnTo>
                      <a:pt x="1386" y="248"/>
                    </a:lnTo>
                    <a:lnTo>
                      <a:pt x="1384" y="246"/>
                    </a:lnTo>
                    <a:lnTo>
                      <a:pt x="1382" y="244"/>
                    </a:lnTo>
                    <a:lnTo>
                      <a:pt x="1378" y="242"/>
                    </a:lnTo>
                    <a:lnTo>
                      <a:pt x="1374" y="242"/>
                    </a:lnTo>
                    <a:lnTo>
                      <a:pt x="1372" y="244"/>
                    </a:lnTo>
                    <a:lnTo>
                      <a:pt x="1370" y="244"/>
                    </a:lnTo>
                    <a:lnTo>
                      <a:pt x="1368" y="244"/>
                    </a:lnTo>
                    <a:lnTo>
                      <a:pt x="1368" y="244"/>
                    </a:lnTo>
                    <a:lnTo>
                      <a:pt x="1366" y="240"/>
                    </a:lnTo>
                    <a:lnTo>
                      <a:pt x="1362" y="238"/>
                    </a:lnTo>
                    <a:lnTo>
                      <a:pt x="1356" y="234"/>
                    </a:lnTo>
                    <a:lnTo>
                      <a:pt x="1348" y="232"/>
                    </a:lnTo>
                    <a:lnTo>
                      <a:pt x="1338" y="230"/>
                    </a:lnTo>
                    <a:lnTo>
                      <a:pt x="1332" y="230"/>
                    </a:lnTo>
                    <a:lnTo>
                      <a:pt x="1326" y="228"/>
                    </a:lnTo>
                    <a:lnTo>
                      <a:pt x="1322" y="228"/>
                    </a:lnTo>
                    <a:lnTo>
                      <a:pt x="1320" y="230"/>
                    </a:lnTo>
                    <a:lnTo>
                      <a:pt x="1316" y="232"/>
                    </a:lnTo>
                    <a:lnTo>
                      <a:pt x="1312" y="234"/>
                    </a:lnTo>
                    <a:lnTo>
                      <a:pt x="1308" y="238"/>
                    </a:lnTo>
                    <a:lnTo>
                      <a:pt x="1296" y="242"/>
                    </a:lnTo>
                    <a:lnTo>
                      <a:pt x="1284" y="240"/>
                    </a:lnTo>
                    <a:lnTo>
                      <a:pt x="1272" y="238"/>
                    </a:lnTo>
                    <a:lnTo>
                      <a:pt x="1262" y="236"/>
                    </a:lnTo>
                    <a:lnTo>
                      <a:pt x="1258" y="234"/>
                    </a:lnTo>
                    <a:lnTo>
                      <a:pt x="1224" y="216"/>
                    </a:lnTo>
                    <a:lnTo>
                      <a:pt x="1210" y="216"/>
                    </a:lnTo>
                    <a:lnTo>
                      <a:pt x="1194" y="214"/>
                    </a:lnTo>
                    <a:lnTo>
                      <a:pt x="1182" y="208"/>
                    </a:lnTo>
                    <a:lnTo>
                      <a:pt x="1172" y="204"/>
                    </a:lnTo>
                    <a:lnTo>
                      <a:pt x="1168" y="202"/>
                    </a:lnTo>
                    <a:lnTo>
                      <a:pt x="1160" y="196"/>
                    </a:lnTo>
                    <a:lnTo>
                      <a:pt x="1156" y="190"/>
                    </a:lnTo>
                    <a:lnTo>
                      <a:pt x="1164" y="186"/>
                    </a:lnTo>
                    <a:lnTo>
                      <a:pt x="1166" y="184"/>
                    </a:lnTo>
                    <a:lnTo>
                      <a:pt x="1166" y="182"/>
                    </a:lnTo>
                    <a:lnTo>
                      <a:pt x="1166" y="178"/>
                    </a:lnTo>
                    <a:lnTo>
                      <a:pt x="1164" y="172"/>
                    </a:lnTo>
                    <a:lnTo>
                      <a:pt x="1160" y="170"/>
                    </a:lnTo>
                    <a:lnTo>
                      <a:pt x="1158" y="168"/>
                    </a:lnTo>
                    <a:lnTo>
                      <a:pt x="1156" y="168"/>
                    </a:lnTo>
                    <a:lnTo>
                      <a:pt x="1152" y="170"/>
                    </a:lnTo>
                    <a:lnTo>
                      <a:pt x="1150" y="170"/>
                    </a:lnTo>
                    <a:lnTo>
                      <a:pt x="1148" y="172"/>
                    </a:lnTo>
                    <a:lnTo>
                      <a:pt x="1148" y="172"/>
                    </a:lnTo>
                    <a:lnTo>
                      <a:pt x="1146" y="174"/>
                    </a:lnTo>
                    <a:lnTo>
                      <a:pt x="1144" y="176"/>
                    </a:lnTo>
                    <a:lnTo>
                      <a:pt x="1142" y="180"/>
                    </a:lnTo>
                    <a:lnTo>
                      <a:pt x="1140" y="184"/>
                    </a:lnTo>
                    <a:lnTo>
                      <a:pt x="1136" y="190"/>
                    </a:lnTo>
                    <a:lnTo>
                      <a:pt x="1132" y="194"/>
                    </a:lnTo>
                    <a:lnTo>
                      <a:pt x="1128" y="198"/>
                    </a:lnTo>
                    <a:lnTo>
                      <a:pt x="1126" y="200"/>
                    </a:lnTo>
                    <a:lnTo>
                      <a:pt x="1120" y="202"/>
                    </a:lnTo>
                    <a:lnTo>
                      <a:pt x="1116" y="206"/>
                    </a:lnTo>
                    <a:lnTo>
                      <a:pt x="1112" y="210"/>
                    </a:lnTo>
                    <a:lnTo>
                      <a:pt x="1110" y="216"/>
                    </a:lnTo>
                    <a:lnTo>
                      <a:pt x="1108" y="220"/>
                    </a:lnTo>
                    <a:lnTo>
                      <a:pt x="1106" y="222"/>
                    </a:lnTo>
                    <a:lnTo>
                      <a:pt x="1104" y="224"/>
                    </a:lnTo>
                    <a:lnTo>
                      <a:pt x="1096" y="224"/>
                    </a:lnTo>
                    <a:lnTo>
                      <a:pt x="1092" y="204"/>
                    </a:lnTo>
                    <a:lnTo>
                      <a:pt x="1084" y="194"/>
                    </a:lnTo>
                    <a:lnTo>
                      <a:pt x="1108" y="192"/>
                    </a:lnTo>
                    <a:lnTo>
                      <a:pt x="1134" y="160"/>
                    </a:lnTo>
                    <a:lnTo>
                      <a:pt x="1150" y="144"/>
                    </a:lnTo>
                    <a:lnTo>
                      <a:pt x="1158" y="130"/>
                    </a:lnTo>
                    <a:lnTo>
                      <a:pt x="1162" y="122"/>
                    </a:lnTo>
                    <a:lnTo>
                      <a:pt x="1164" y="120"/>
                    </a:lnTo>
                    <a:lnTo>
                      <a:pt x="1164" y="96"/>
                    </a:lnTo>
                    <a:lnTo>
                      <a:pt x="1166" y="78"/>
                    </a:lnTo>
                    <a:lnTo>
                      <a:pt x="1160" y="64"/>
                    </a:lnTo>
                    <a:lnTo>
                      <a:pt x="1148" y="54"/>
                    </a:lnTo>
                    <a:lnTo>
                      <a:pt x="1134" y="52"/>
                    </a:lnTo>
                    <a:lnTo>
                      <a:pt x="1122" y="56"/>
                    </a:lnTo>
                    <a:lnTo>
                      <a:pt x="1108" y="64"/>
                    </a:lnTo>
                    <a:lnTo>
                      <a:pt x="1098" y="68"/>
                    </a:lnTo>
                    <a:lnTo>
                      <a:pt x="1090" y="70"/>
                    </a:lnTo>
                    <a:lnTo>
                      <a:pt x="1084" y="70"/>
                    </a:lnTo>
                    <a:lnTo>
                      <a:pt x="1080" y="70"/>
                    </a:lnTo>
                    <a:lnTo>
                      <a:pt x="1080" y="70"/>
                    </a:lnTo>
                    <a:lnTo>
                      <a:pt x="1078" y="52"/>
                    </a:lnTo>
                    <a:lnTo>
                      <a:pt x="1070" y="46"/>
                    </a:lnTo>
                    <a:lnTo>
                      <a:pt x="1080" y="20"/>
                    </a:lnTo>
                    <a:lnTo>
                      <a:pt x="1082" y="20"/>
                    </a:lnTo>
                    <a:lnTo>
                      <a:pt x="1084" y="18"/>
                    </a:lnTo>
                    <a:lnTo>
                      <a:pt x="1086" y="18"/>
                    </a:lnTo>
                    <a:lnTo>
                      <a:pt x="1088" y="16"/>
                    </a:lnTo>
                    <a:lnTo>
                      <a:pt x="1088" y="14"/>
                    </a:lnTo>
                    <a:lnTo>
                      <a:pt x="1088" y="10"/>
                    </a:lnTo>
                    <a:lnTo>
                      <a:pt x="1086" y="8"/>
                    </a:lnTo>
                    <a:lnTo>
                      <a:pt x="1080" y="4"/>
                    </a:lnTo>
                    <a:lnTo>
                      <a:pt x="1068" y="0"/>
                    </a:lnTo>
                    <a:lnTo>
                      <a:pt x="1056" y="4"/>
                    </a:lnTo>
                    <a:lnTo>
                      <a:pt x="1048" y="10"/>
                    </a:lnTo>
                    <a:lnTo>
                      <a:pt x="1042" y="16"/>
                    </a:lnTo>
                    <a:lnTo>
                      <a:pt x="1038" y="22"/>
                    </a:lnTo>
                    <a:lnTo>
                      <a:pt x="1030" y="32"/>
                    </a:lnTo>
                    <a:lnTo>
                      <a:pt x="1022" y="42"/>
                    </a:lnTo>
                    <a:lnTo>
                      <a:pt x="1016" y="50"/>
                    </a:lnTo>
                    <a:lnTo>
                      <a:pt x="1012" y="54"/>
                    </a:lnTo>
                    <a:lnTo>
                      <a:pt x="1016" y="62"/>
                    </a:lnTo>
                    <a:lnTo>
                      <a:pt x="1008" y="76"/>
                    </a:lnTo>
                    <a:lnTo>
                      <a:pt x="990" y="68"/>
                    </a:lnTo>
                    <a:lnTo>
                      <a:pt x="988" y="68"/>
                    </a:lnTo>
                    <a:lnTo>
                      <a:pt x="986" y="68"/>
                    </a:lnTo>
                    <a:lnTo>
                      <a:pt x="986" y="68"/>
                    </a:lnTo>
                    <a:lnTo>
                      <a:pt x="986" y="70"/>
                    </a:lnTo>
                    <a:lnTo>
                      <a:pt x="988" y="72"/>
                    </a:lnTo>
                    <a:lnTo>
                      <a:pt x="990" y="74"/>
                    </a:lnTo>
                    <a:lnTo>
                      <a:pt x="992" y="76"/>
                    </a:lnTo>
                    <a:lnTo>
                      <a:pt x="992" y="78"/>
                    </a:lnTo>
                    <a:lnTo>
                      <a:pt x="994" y="78"/>
                    </a:lnTo>
                    <a:lnTo>
                      <a:pt x="1020" y="98"/>
                    </a:lnTo>
                    <a:lnTo>
                      <a:pt x="1020" y="100"/>
                    </a:lnTo>
                    <a:lnTo>
                      <a:pt x="1020" y="102"/>
                    </a:lnTo>
                    <a:lnTo>
                      <a:pt x="1020" y="108"/>
                    </a:lnTo>
                    <a:lnTo>
                      <a:pt x="1020" y="114"/>
                    </a:lnTo>
                    <a:lnTo>
                      <a:pt x="1020" y="122"/>
                    </a:lnTo>
                    <a:lnTo>
                      <a:pt x="1018" y="126"/>
                    </a:lnTo>
                    <a:lnTo>
                      <a:pt x="1014" y="130"/>
                    </a:lnTo>
                    <a:lnTo>
                      <a:pt x="1010" y="128"/>
                    </a:lnTo>
                    <a:lnTo>
                      <a:pt x="1006" y="126"/>
                    </a:lnTo>
                    <a:lnTo>
                      <a:pt x="1002" y="120"/>
                    </a:lnTo>
                    <a:lnTo>
                      <a:pt x="998" y="112"/>
                    </a:lnTo>
                    <a:lnTo>
                      <a:pt x="992" y="100"/>
                    </a:lnTo>
                    <a:lnTo>
                      <a:pt x="980" y="92"/>
                    </a:lnTo>
                    <a:lnTo>
                      <a:pt x="966" y="90"/>
                    </a:lnTo>
                    <a:lnTo>
                      <a:pt x="952" y="92"/>
                    </a:lnTo>
                    <a:lnTo>
                      <a:pt x="944" y="92"/>
                    </a:lnTo>
                    <a:lnTo>
                      <a:pt x="940" y="92"/>
                    </a:lnTo>
                    <a:lnTo>
                      <a:pt x="936" y="92"/>
                    </a:lnTo>
                    <a:lnTo>
                      <a:pt x="932" y="90"/>
                    </a:lnTo>
                    <a:lnTo>
                      <a:pt x="930" y="88"/>
                    </a:lnTo>
                    <a:lnTo>
                      <a:pt x="930" y="86"/>
                    </a:lnTo>
                    <a:lnTo>
                      <a:pt x="930" y="84"/>
                    </a:lnTo>
                    <a:lnTo>
                      <a:pt x="930" y="84"/>
                    </a:lnTo>
                    <a:lnTo>
                      <a:pt x="928" y="84"/>
                    </a:lnTo>
                    <a:lnTo>
                      <a:pt x="924" y="86"/>
                    </a:lnTo>
                    <a:lnTo>
                      <a:pt x="920" y="88"/>
                    </a:lnTo>
                    <a:lnTo>
                      <a:pt x="914" y="92"/>
                    </a:lnTo>
                    <a:lnTo>
                      <a:pt x="910" y="94"/>
                    </a:lnTo>
                    <a:lnTo>
                      <a:pt x="906" y="98"/>
                    </a:lnTo>
                    <a:lnTo>
                      <a:pt x="902" y="100"/>
                    </a:lnTo>
                    <a:lnTo>
                      <a:pt x="898" y="104"/>
                    </a:lnTo>
                    <a:lnTo>
                      <a:pt x="892" y="110"/>
                    </a:lnTo>
                    <a:lnTo>
                      <a:pt x="884" y="114"/>
                    </a:lnTo>
                    <a:lnTo>
                      <a:pt x="872" y="116"/>
                    </a:lnTo>
                    <a:lnTo>
                      <a:pt x="864" y="122"/>
                    </a:lnTo>
                    <a:lnTo>
                      <a:pt x="856" y="132"/>
                    </a:lnTo>
                    <a:lnTo>
                      <a:pt x="850" y="146"/>
                    </a:lnTo>
                    <a:lnTo>
                      <a:pt x="846" y="158"/>
                    </a:lnTo>
                    <a:lnTo>
                      <a:pt x="844" y="162"/>
                    </a:lnTo>
                    <a:lnTo>
                      <a:pt x="842" y="168"/>
                    </a:lnTo>
                    <a:lnTo>
                      <a:pt x="836" y="172"/>
                    </a:lnTo>
                    <a:lnTo>
                      <a:pt x="830" y="176"/>
                    </a:lnTo>
                    <a:lnTo>
                      <a:pt x="826" y="180"/>
                    </a:lnTo>
                    <a:lnTo>
                      <a:pt x="822" y="182"/>
                    </a:lnTo>
                    <a:lnTo>
                      <a:pt x="818" y="184"/>
                    </a:lnTo>
                    <a:lnTo>
                      <a:pt x="818" y="188"/>
                    </a:lnTo>
                    <a:lnTo>
                      <a:pt x="820" y="190"/>
                    </a:lnTo>
                    <a:lnTo>
                      <a:pt x="822" y="192"/>
                    </a:lnTo>
                    <a:lnTo>
                      <a:pt x="822" y="196"/>
                    </a:lnTo>
                    <a:lnTo>
                      <a:pt x="818" y="202"/>
                    </a:lnTo>
                    <a:lnTo>
                      <a:pt x="804" y="208"/>
                    </a:lnTo>
                    <a:lnTo>
                      <a:pt x="782" y="214"/>
                    </a:lnTo>
                    <a:lnTo>
                      <a:pt x="772" y="220"/>
                    </a:lnTo>
                    <a:lnTo>
                      <a:pt x="768" y="232"/>
                    </a:lnTo>
                    <a:lnTo>
                      <a:pt x="764" y="244"/>
                    </a:lnTo>
                    <a:lnTo>
                      <a:pt x="766" y="256"/>
                    </a:lnTo>
                    <a:lnTo>
                      <a:pt x="766" y="266"/>
                    </a:lnTo>
                    <a:lnTo>
                      <a:pt x="766" y="272"/>
                    </a:lnTo>
                    <a:lnTo>
                      <a:pt x="768" y="276"/>
                    </a:lnTo>
                    <a:lnTo>
                      <a:pt x="772" y="276"/>
                    </a:lnTo>
                    <a:lnTo>
                      <a:pt x="776" y="278"/>
                    </a:lnTo>
                    <a:lnTo>
                      <a:pt x="782" y="278"/>
                    </a:lnTo>
                    <a:lnTo>
                      <a:pt x="784" y="278"/>
                    </a:lnTo>
                    <a:lnTo>
                      <a:pt x="786" y="278"/>
                    </a:lnTo>
                    <a:lnTo>
                      <a:pt x="786" y="282"/>
                    </a:lnTo>
                    <a:lnTo>
                      <a:pt x="788" y="284"/>
                    </a:lnTo>
                    <a:lnTo>
                      <a:pt x="792" y="288"/>
                    </a:lnTo>
                    <a:lnTo>
                      <a:pt x="796" y="292"/>
                    </a:lnTo>
                    <a:lnTo>
                      <a:pt x="800" y="294"/>
                    </a:lnTo>
                    <a:lnTo>
                      <a:pt x="802" y="296"/>
                    </a:lnTo>
                    <a:lnTo>
                      <a:pt x="804" y="298"/>
                    </a:lnTo>
                    <a:lnTo>
                      <a:pt x="804" y="344"/>
                    </a:lnTo>
                    <a:lnTo>
                      <a:pt x="800" y="352"/>
                    </a:lnTo>
                    <a:lnTo>
                      <a:pt x="800" y="358"/>
                    </a:lnTo>
                    <a:lnTo>
                      <a:pt x="800" y="364"/>
                    </a:lnTo>
                    <a:lnTo>
                      <a:pt x="802" y="368"/>
                    </a:lnTo>
                    <a:lnTo>
                      <a:pt x="806" y="372"/>
                    </a:lnTo>
                    <a:lnTo>
                      <a:pt x="808" y="374"/>
                    </a:lnTo>
                    <a:lnTo>
                      <a:pt x="810" y="376"/>
                    </a:lnTo>
                    <a:lnTo>
                      <a:pt x="812" y="376"/>
                    </a:lnTo>
                    <a:lnTo>
                      <a:pt x="812" y="382"/>
                    </a:lnTo>
                    <a:lnTo>
                      <a:pt x="800" y="380"/>
                    </a:lnTo>
                    <a:lnTo>
                      <a:pt x="796" y="378"/>
                    </a:lnTo>
                    <a:lnTo>
                      <a:pt x="792" y="374"/>
                    </a:lnTo>
                    <a:lnTo>
                      <a:pt x="788" y="370"/>
                    </a:lnTo>
                    <a:lnTo>
                      <a:pt x="784" y="366"/>
                    </a:lnTo>
                    <a:lnTo>
                      <a:pt x="782" y="360"/>
                    </a:lnTo>
                    <a:lnTo>
                      <a:pt x="782" y="356"/>
                    </a:lnTo>
                    <a:lnTo>
                      <a:pt x="782" y="352"/>
                    </a:lnTo>
                    <a:lnTo>
                      <a:pt x="784" y="348"/>
                    </a:lnTo>
                    <a:lnTo>
                      <a:pt x="784" y="344"/>
                    </a:lnTo>
                    <a:lnTo>
                      <a:pt x="782" y="340"/>
                    </a:lnTo>
                    <a:lnTo>
                      <a:pt x="778" y="338"/>
                    </a:lnTo>
                    <a:lnTo>
                      <a:pt x="776" y="338"/>
                    </a:lnTo>
                    <a:lnTo>
                      <a:pt x="776" y="336"/>
                    </a:lnTo>
                    <a:lnTo>
                      <a:pt x="776" y="334"/>
                    </a:lnTo>
                    <a:lnTo>
                      <a:pt x="778" y="332"/>
                    </a:lnTo>
                    <a:lnTo>
                      <a:pt x="782" y="326"/>
                    </a:lnTo>
                    <a:lnTo>
                      <a:pt x="784" y="322"/>
                    </a:lnTo>
                    <a:lnTo>
                      <a:pt x="788" y="316"/>
                    </a:lnTo>
                    <a:lnTo>
                      <a:pt x="790" y="308"/>
                    </a:lnTo>
                    <a:lnTo>
                      <a:pt x="790" y="304"/>
                    </a:lnTo>
                    <a:lnTo>
                      <a:pt x="788" y="300"/>
                    </a:lnTo>
                    <a:lnTo>
                      <a:pt x="788" y="298"/>
                    </a:lnTo>
                    <a:lnTo>
                      <a:pt x="786" y="298"/>
                    </a:lnTo>
                    <a:lnTo>
                      <a:pt x="782" y="298"/>
                    </a:lnTo>
                    <a:lnTo>
                      <a:pt x="778" y="298"/>
                    </a:lnTo>
                    <a:lnTo>
                      <a:pt x="774" y="298"/>
                    </a:lnTo>
                    <a:lnTo>
                      <a:pt x="768" y="296"/>
                    </a:lnTo>
                    <a:lnTo>
                      <a:pt x="766" y="294"/>
                    </a:lnTo>
                    <a:lnTo>
                      <a:pt x="764" y="292"/>
                    </a:lnTo>
                    <a:lnTo>
                      <a:pt x="762" y="290"/>
                    </a:lnTo>
                    <a:lnTo>
                      <a:pt x="762" y="290"/>
                    </a:lnTo>
                    <a:lnTo>
                      <a:pt x="758" y="290"/>
                    </a:lnTo>
                    <a:lnTo>
                      <a:pt x="754" y="290"/>
                    </a:lnTo>
                    <a:lnTo>
                      <a:pt x="750" y="288"/>
                    </a:lnTo>
                    <a:lnTo>
                      <a:pt x="744" y="286"/>
                    </a:lnTo>
                    <a:lnTo>
                      <a:pt x="738" y="284"/>
                    </a:lnTo>
                    <a:lnTo>
                      <a:pt x="732" y="280"/>
                    </a:lnTo>
                    <a:lnTo>
                      <a:pt x="728" y="276"/>
                    </a:lnTo>
                    <a:lnTo>
                      <a:pt x="726" y="276"/>
                    </a:lnTo>
                    <a:lnTo>
                      <a:pt x="724" y="274"/>
                    </a:lnTo>
                    <a:lnTo>
                      <a:pt x="722" y="276"/>
                    </a:lnTo>
                    <a:lnTo>
                      <a:pt x="720" y="278"/>
                    </a:lnTo>
                    <a:lnTo>
                      <a:pt x="718" y="280"/>
                    </a:lnTo>
                    <a:lnTo>
                      <a:pt x="718" y="282"/>
                    </a:lnTo>
                    <a:lnTo>
                      <a:pt x="716" y="282"/>
                    </a:lnTo>
                    <a:lnTo>
                      <a:pt x="712" y="278"/>
                    </a:lnTo>
                    <a:lnTo>
                      <a:pt x="710" y="270"/>
                    </a:lnTo>
                    <a:lnTo>
                      <a:pt x="710" y="260"/>
                    </a:lnTo>
                    <a:lnTo>
                      <a:pt x="710" y="250"/>
                    </a:lnTo>
                    <a:lnTo>
                      <a:pt x="708" y="246"/>
                    </a:lnTo>
                    <a:lnTo>
                      <a:pt x="706" y="244"/>
                    </a:lnTo>
                    <a:lnTo>
                      <a:pt x="704" y="244"/>
                    </a:lnTo>
                    <a:lnTo>
                      <a:pt x="700" y="242"/>
                    </a:lnTo>
                    <a:lnTo>
                      <a:pt x="696" y="242"/>
                    </a:lnTo>
                    <a:lnTo>
                      <a:pt x="694" y="244"/>
                    </a:lnTo>
                    <a:lnTo>
                      <a:pt x="692" y="244"/>
                    </a:lnTo>
                    <a:lnTo>
                      <a:pt x="690" y="244"/>
                    </a:lnTo>
                    <a:lnTo>
                      <a:pt x="688" y="246"/>
                    </a:lnTo>
                    <a:lnTo>
                      <a:pt x="684" y="248"/>
                    </a:lnTo>
                    <a:lnTo>
                      <a:pt x="684" y="250"/>
                    </a:lnTo>
                    <a:lnTo>
                      <a:pt x="684" y="254"/>
                    </a:lnTo>
                    <a:lnTo>
                      <a:pt x="684" y="258"/>
                    </a:lnTo>
                    <a:lnTo>
                      <a:pt x="686" y="262"/>
                    </a:lnTo>
                    <a:lnTo>
                      <a:pt x="686" y="266"/>
                    </a:lnTo>
                    <a:lnTo>
                      <a:pt x="688" y="270"/>
                    </a:lnTo>
                    <a:lnTo>
                      <a:pt x="690" y="274"/>
                    </a:lnTo>
                    <a:lnTo>
                      <a:pt x="690" y="278"/>
                    </a:lnTo>
                    <a:lnTo>
                      <a:pt x="690" y="282"/>
                    </a:lnTo>
                    <a:lnTo>
                      <a:pt x="690" y="284"/>
                    </a:lnTo>
                    <a:lnTo>
                      <a:pt x="686" y="288"/>
                    </a:lnTo>
                    <a:lnTo>
                      <a:pt x="682" y="290"/>
                    </a:lnTo>
                    <a:lnTo>
                      <a:pt x="676" y="292"/>
                    </a:lnTo>
                    <a:lnTo>
                      <a:pt x="672" y="298"/>
                    </a:lnTo>
                    <a:lnTo>
                      <a:pt x="670" y="304"/>
                    </a:lnTo>
                    <a:lnTo>
                      <a:pt x="668" y="308"/>
                    </a:lnTo>
                    <a:lnTo>
                      <a:pt x="670" y="314"/>
                    </a:lnTo>
                    <a:lnTo>
                      <a:pt x="670" y="318"/>
                    </a:lnTo>
                    <a:lnTo>
                      <a:pt x="672" y="320"/>
                    </a:lnTo>
                    <a:lnTo>
                      <a:pt x="674" y="322"/>
                    </a:lnTo>
                    <a:lnTo>
                      <a:pt x="678" y="324"/>
                    </a:lnTo>
                    <a:lnTo>
                      <a:pt x="680" y="326"/>
                    </a:lnTo>
                    <a:lnTo>
                      <a:pt x="680" y="330"/>
                    </a:lnTo>
                    <a:lnTo>
                      <a:pt x="682" y="332"/>
                    </a:lnTo>
                    <a:lnTo>
                      <a:pt x="680" y="338"/>
                    </a:lnTo>
                    <a:lnTo>
                      <a:pt x="680" y="344"/>
                    </a:lnTo>
                    <a:lnTo>
                      <a:pt x="678" y="350"/>
                    </a:lnTo>
                    <a:lnTo>
                      <a:pt x="674" y="354"/>
                    </a:lnTo>
                    <a:lnTo>
                      <a:pt x="670" y="364"/>
                    </a:lnTo>
                    <a:lnTo>
                      <a:pt x="670" y="378"/>
                    </a:lnTo>
                    <a:lnTo>
                      <a:pt x="668" y="392"/>
                    </a:lnTo>
                    <a:lnTo>
                      <a:pt x="668" y="398"/>
                    </a:lnTo>
                    <a:lnTo>
                      <a:pt x="684" y="400"/>
                    </a:lnTo>
                    <a:lnTo>
                      <a:pt x="698" y="390"/>
                    </a:lnTo>
                    <a:lnTo>
                      <a:pt x="704" y="390"/>
                    </a:lnTo>
                    <a:lnTo>
                      <a:pt x="710" y="390"/>
                    </a:lnTo>
                    <a:lnTo>
                      <a:pt x="714" y="392"/>
                    </a:lnTo>
                    <a:lnTo>
                      <a:pt x="716" y="394"/>
                    </a:lnTo>
                    <a:lnTo>
                      <a:pt x="718" y="398"/>
                    </a:lnTo>
                    <a:lnTo>
                      <a:pt x="720" y="400"/>
                    </a:lnTo>
                    <a:lnTo>
                      <a:pt x="722" y="402"/>
                    </a:lnTo>
                    <a:lnTo>
                      <a:pt x="722" y="404"/>
                    </a:lnTo>
                    <a:lnTo>
                      <a:pt x="724" y="406"/>
                    </a:lnTo>
                    <a:lnTo>
                      <a:pt x="726" y="416"/>
                    </a:lnTo>
                    <a:lnTo>
                      <a:pt x="730" y="428"/>
                    </a:lnTo>
                    <a:lnTo>
                      <a:pt x="732" y="438"/>
                    </a:lnTo>
                    <a:lnTo>
                      <a:pt x="732" y="444"/>
                    </a:lnTo>
                    <a:lnTo>
                      <a:pt x="734" y="446"/>
                    </a:lnTo>
                    <a:lnTo>
                      <a:pt x="736" y="448"/>
                    </a:lnTo>
                    <a:lnTo>
                      <a:pt x="738" y="450"/>
                    </a:lnTo>
                    <a:lnTo>
                      <a:pt x="740" y="450"/>
                    </a:lnTo>
                    <a:lnTo>
                      <a:pt x="742" y="450"/>
                    </a:lnTo>
                    <a:lnTo>
                      <a:pt x="742" y="450"/>
                    </a:lnTo>
                    <a:lnTo>
                      <a:pt x="742" y="450"/>
                    </a:lnTo>
                    <a:lnTo>
                      <a:pt x="746" y="448"/>
                    </a:lnTo>
                    <a:lnTo>
                      <a:pt x="748" y="448"/>
                    </a:lnTo>
                    <a:lnTo>
                      <a:pt x="752" y="448"/>
                    </a:lnTo>
                    <a:lnTo>
                      <a:pt x="754" y="450"/>
                    </a:lnTo>
                    <a:lnTo>
                      <a:pt x="758" y="452"/>
                    </a:lnTo>
                    <a:lnTo>
                      <a:pt x="760" y="454"/>
                    </a:lnTo>
                    <a:lnTo>
                      <a:pt x="766" y="456"/>
                    </a:lnTo>
                    <a:lnTo>
                      <a:pt x="770" y="458"/>
                    </a:lnTo>
                    <a:lnTo>
                      <a:pt x="774" y="458"/>
                    </a:lnTo>
                    <a:lnTo>
                      <a:pt x="774" y="458"/>
                    </a:lnTo>
                    <a:lnTo>
                      <a:pt x="772" y="462"/>
                    </a:lnTo>
                    <a:lnTo>
                      <a:pt x="768" y="466"/>
                    </a:lnTo>
                    <a:lnTo>
                      <a:pt x="764" y="468"/>
                    </a:lnTo>
                    <a:lnTo>
                      <a:pt x="760" y="468"/>
                    </a:lnTo>
                    <a:lnTo>
                      <a:pt x="758" y="470"/>
                    </a:lnTo>
                    <a:lnTo>
                      <a:pt x="756" y="470"/>
                    </a:lnTo>
                    <a:lnTo>
                      <a:pt x="752" y="470"/>
                    </a:lnTo>
                    <a:lnTo>
                      <a:pt x="750" y="472"/>
                    </a:lnTo>
                    <a:lnTo>
                      <a:pt x="748" y="476"/>
                    </a:lnTo>
                    <a:lnTo>
                      <a:pt x="746" y="480"/>
                    </a:lnTo>
                    <a:lnTo>
                      <a:pt x="746" y="484"/>
                    </a:lnTo>
                    <a:lnTo>
                      <a:pt x="748" y="486"/>
                    </a:lnTo>
                    <a:lnTo>
                      <a:pt x="752" y="496"/>
                    </a:lnTo>
                    <a:lnTo>
                      <a:pt x="752" y="510"/>
                    </a:lnTo>
                    <a:lnTo>
                      <a:pt x="752" y="520"/>
                    </a:lnTo>
                    <a:lnTo>
                      <a:pt x="750" y="522"/>
                    </a:lnTo>
                    <a:lnTo>
                      <a:pt x="746" y="524"/>
                    </a:lnTo>
                    <a:lnTo>
                      <a:pt x="744" y="522"/>
                    </a:lnTo>
                    <a:lnTo>
                      <a:pt x="740" y="520"/>
                    </a:lnTo>
                    <a:lnTo>
                      <a:pt x="738" y="516"/>
                    </a:lnTo>
                    <a:lnTo>
                      <a:pt x="738" y="510"/>
                    </a:lnTo>
                    <a:lnTo>
                      <a:pt x="736" y="498"/>
                    </a:lnTo>
                    <a:lnTo>
                      <a:pt x="730" y="484"/>
                    </a:lnTo>
                    <a:lnTo>
                      <a:pt x="726" y="476"/>
                    </a:lnTo>
                    <a:lnTo>
                      <a:pt x="724" y="474"/>
                    </a:lnTo>
                    <a:lnTo>
                      <a:pt x="722" y="474"/>
                    </a:lnTo>
                    <a:lnTo>
                      <a:pt x="720" y="476"/>
                    </a:lnTo>
                    <a:lnTo>
                      <a:pt x="718" y="480"/>
                    </a:lnTo>
                    <a:lnTo>
                      <a:pt x="716" y="482"/>
                    </a:lnTo>
                    <a:lnTo>
                      <a:pt x="716" y="484"/>
                    </a:lnTo>
                    <a:lnTo>
                      <a:pt x="714" y="488"/>
                    </a:lnTo>
                    <a:lnTo>
                      <a:pt x="712" y="492"/>
                    </a:lnTo>
                    <a:lnTo>
                      <a:pt x="710" y="494"/>
                    </a:lnTo>
                    <a:lnTo>
                      <a:pt x="706" y="494"/>
                    </a:lnTo>
                    <a:lnTo>
                      <a:pt x="704" y="494"/>
                    </a:lnTo>
                    <a:lnTo>
                      <a:pt x="704" y="492"/>
                    </a:lnTo>
                    <a:lnTo>
                      <a:pt x="704" y="490"/>
                    </a:lnTo>
                    <a:lnTo>
                      <a:pt x="704" y="488"/>
                    </a:lnTo>
                    <a:lnTo>
                      <a:pt x="706" y="486"/>
                    </a:lnTo>
                    <a:lnTo>
                      <a:pt x="706" y="486"/>
                    </a:lnTo>
                    <a:lnTo>
                      <a:pt x="708" y="476"/>
                    </a:lnTo>
                    <a:lnTo>
                      <a:pt x="710" y="460"/>
                    </a:lnTo>
                    <a:lnTo>
                      <a:pt x="712" y="442"/>
                    </a:lnTo>
                    <a:lnTo>
                      <a:pt x="712" y="424"/>
                    </a:lnTo>
                    <a:lnTo>
                      <a:pt x="712" y="412"/>
                    </a:lnTo>
                    <a:lnTo>
                      <a:pt x="710" y="408"/>
                    </a:lnTo>
                    <a:lnTo>
                      <a:pt x="706" y="398"/>
                    </a:lnTo>
                    <a:lnTo>
                      <a:pt x="698" y="408"/>
                    </a:lnTo>
                    <a:lnTo>
                      <a:pt x="698" y="408"/>
                    </a:lnTo>
                    <a:lnTo>
                      <a:pt x="696" y="410"/>
                    </a:lnTo>
                    <a:lnTo>
                      <a:pt x="692" y="410"/>
                    </a:lnTo>
                    <a:lnTo>
                      <a:pt x="686" y="410"/>
                    </a:lnTo>
                    <a:lnTo>
                      <a:pt x="682" y="412"/>
                    </a:lnTo>
                    <a:lnTo>
                      <a:pt x="680" y="414"/>
                    </a:lnTo>
                    <a:lnTo>
                      <a:pt x="678" y="416"/>
                    </a:lnTo>
                    <a:lnTo>
                      <a:pt x="678" y="418"/>
                    </a:lnTo>
                    <a:lnTo>
                      <a:pt x="678" y="418"/>
                    </a:lnTo>
                    <a:lnTo>
                      <a:pt x="676" y="424"/>
                    </a:lnTo>
                    <a:lnTo>
                      <a:pt x="676" y="440"/>
                    </a:lnTo>
                    <a:lnTo>
                      <a:pt x="676" y="456"/>
                    </a:lnTo>
                    <a:lnTo>
                      <a:pt x="676" y="468"/>
                    </a:lnTo>
                    <a:lnTo>
                      <a:pt x="674" y="474"/>
                    </a:lnTo>
                    <a:lnTo>
                      <a:pt x="674" y="478"/>
                    </a:lnTo>
                    <a:lnTo>
                      <a:pt x="670" y="482"/>
                    </a:lnTo>
                    <a:lnTo>
                      <a:pt x="666" y="486"/>
                    </a:lnTo>
                    <a:lnTo>
                      <a:pt x="662" y="486"/>
                    </a:lnTo>
                    <a:lnTo>
                      <a:pt x="658" y="486"/>
                    </a:lnTo>
                    <a:lnTo>
                      <a:pt x="652" y="488"/>
                    </a:lnTo>
                    <a:lnTo>
                      <a:pt x="648" y="490"/>
                    </a:lnTo>
                    <a:lnTo>
                      <a:pt x="646" y="492"/>
                    </a:lnTo>
                    <a:lnTo>
                      <a:pt x="646" y="492"/>
                    </a:lnTo>
                    <a:lnTo>
                      <a:pt x="632" y="494"/>
                    </a:lnTo>
                    <a:lnTo>
                      <a:pt x="618" y="490"/>
                    </a:lnTo>
                    <a:lnTo>
                      <a:pt x="606" y="486"/>
                    </a:lnTo>
                    <a:lnTo>
                      <a:pt x="602" y="484"/>
                    </a:lnTo>
                    <a:lnTo>
                      <a:pt x="610" y="480"/>
                    </a:lnTo>
                    <a:lnTo>
                      <a:pt x="622" y="478"/>
                    </a:lnTo>
                    <a:lnTo>
                      <a:pt x="636" y="476"/>
                    </a:lnTo>
                    <a:lnTo>
                      <a:pt x="642" y="476"/>
                    </a:lnTo>
                    <a:lnTo>
                      <a:pt x="646" y="474"/>
                    </a:lnTo>
                    <a:lnTo>
                      <a:pt x="648" y="472"/>
                    </a:lnTo>
                    <a:lnTo>
                      <a:pt x="648" y="468"/>
                    </a:lnTo>
                    <a:lnTo>
                      <a:pt x="648" y="466"/>
                    </a:lnTo>
                    <a:lnTo>
                      <a:pt x="648" y="466"/>
                    </a:lnTo>
                    <a:lnTo>
                      <a:pt x="646" y="462"/>
                    </a:lnTo>
                    <a:lnTo>
                      <a:pt x="646" y="458"/>
                    </a:lnTo>
                    <a:lnTo>
                      <a:pt x="646" y="456"/>
                    </a:lnTo>
                    <a:lnTo>
                      <a:pt x="646" y="454"/>
                    </a:lnTo>
                    <a:lnTo>
                      <a:pt x="648" y="452"/>
                    </a:lnTo>
                    <a:lnTo>
                      <a:pt x="650" y="448"/>
                    </a:lnTo>
                    <a:lnTo>
                      <a:pt x="652" y="444"/>
                    </a:lnTo>
                    <a:lnTo>
                      <a:pt x="656" y="440"/>
                    </a:lnTo>
                    <a:lnTo>
                      <a:pt x="660" y="434"/>
                    </a:lnTo>
                    <a:lnTo>
                      <a:pt x="662" y="430"/>
                    </a:lnTo>
                    <a:lnTo>
                      <a:pt x="664" y="428"/>
                    </a:lnTo>
                    <a:lnTo>
                      <a:pt x="664" y="426"/>
                    </a:lnTo>
                    <a:lnTo>
                      <a:pt x="668" y="422"/>
                    </a:lnTo>
                    <a:lnTo>
                      <a:pt x="668" y="418"/>
                    </a:lnTo>
                    <a:lnTo>
                      <a:pt x="668" y="416"/>
                    </a:lnTo>
                    <a:lnTo>
                      <a:pt x="666" y="416"/>
                    </a:lnTo>
                    <a:lnTo>
                      <a:pt x="666" y="414"/>
                    </a:lnTo>
                    <a:lnTo>
                      <a:pt x="664" y="414"/>
                    </a:lnTo>
                    <a:lnTo>
                      <a:pt x="662" y="414"/>
                    </a:lnTo>
                    <a:lnTo>
                      <a:pt x="660" y="412"/>
                    </a:lnTo>
                    <a:lnTo>
                      <a:pt x="658" y="412"/>
                    </a:lnTo>
                    <a:lnTo>
                      <a:pt x="656" y="410"/>
                    </a:lnTo>
                    <a:lnTo>
                      <a:pt x="656" y="408"/>
                    </a:lnTo>
                    <a:lnTo>
                      <a:pt x="656" y="400"/>
                    </a:lnTo>
                    <a:lnTo>
                      <a:pt x="656" y="384"/>
                    </a:lnTo>
                    <a:lnTo>
                      <a:pt x="656" y="368"/>
                    </a:lnTo>
                    <a:lnTo>
                      <a:pt x="656" y="354"/>
                    </a:lnTo>
                    <a:lnTo>
                      <a:pt x="656" y="348"/>
                    </a:lnTo>
                    <a:lnTo>
                      <a:pt x="658" y="342"/>
                    </a:lnTo>
                    <a:lnTo>
                      <a:pt x="658" y="336"/>
                    </a:lnTo>
                    <a:lnTo>
                      <a:pt x="656" y="330"/>
                    </a:lnTo>
                    <a:lnTo>
                      <a:pt x="654" y="324"/>
                    </a:lnTo>
                    <a:lnTo>
                      <a:pt x="652" y="320"/>
                    </a:lnTo>
                    <a:lnTo>
                      <a:pt x="650" y="318"/>
                    </a:lnTo>
                    <a:lnTo>
                      <a:pt x="650" y="318"/>
                    </a:lnTo>
                    <a:lnTo>
                      <a:pt x="650" y="292"/>
                    </a:lnTo>
                    <a:lnTo>
                      <a:pt x="656" y="286"/>
                    </a:lnTo>
                    <a:lnTo>
                      <a:pt x="658" y="274"/>
                    </a:lnTo>
                    <a:lnTo>
                      <a:pt x="670" y="262"/>
                    </a:lnTo>
                    <a:lnTo>
                      <a:pt x="672" y="258"/>
                    </a:lnTo>
                    <a:lnTo>
                      <a:pt x="670" y="256"/>
                    </a:lnTo>
                    <a:lnTo>
                      <a:pt x="666" y="252"/>
                    </a:lnTo>
                    <a:lnTo>
                      <a:pt x="664" y="250"/>
                    </a:lnTo>
                    <a:lnTo>
                      <a:pt x="660" y="250"/>
                    </a:lnTo>
                    <a:lnTo>
                      <a:pt x="660" y="248"/>
                    </a:lnTo>
                    <a:lnTo>
                      <a:pt x="634" y="252"/>
                    </a:lnTo>
                    <a:lnTo>
                      <a:pt x="630" y="246"/>
                    </a:lnTo>
                    <a:lnTo>
                      <a:pt x="620" y="250"/>
                    </a:lnTo>
                    <a:lnTo>
                      <a:pt x="614" y="258"/>
                    </a:lnTo>
                    <a:lnTo>
                      <a:pt x="610" y="268"/>
                    </a:lnTo>
                    <a:lnTo>
                      <a:pt x="610" y="278"/>
                    </a:lnTo>
                    <a:lnTo>
                      <a:pt x="610" y="280"/>
                    </a:lnTo>
                    <a:lnTo>
                      <a:pt x="608" y="286"/>
                    </a:lnTo>
                    <a:lnTo>
                      <a:pt x="604" y="292"/>
                    </a:lnTo>
                    <a:lnTo>
                      <a:pt x="602" y="296"/>
                    </a:lnTo>
                    <a:lnTo>
                      <a:pt x="598" y="300"/>
                    </a:lnTo>
                    <a:lnTo>
                      <a:pt x="594" y="302"/>
                    </a:lnTo>
                    <a:lnTo>
                      <a:pt x="592" y="304"/>
                    </a:lnTo>
                    <a:lnTo>
                      <a:pt x="592" y="304"/>
                    </a:lnTo>
                    <a:lnTo>
                      <a:pt x="584" y="316"/>
                    </a:lnTo>
                    <a:lnTo>
                      <a:pt x="580" y="332"/>
                    </a:lnTo>
                    <a:lnTo>
                      <a:pt x="580" y="350"/>
                    </a:lnTo>
                    <a:lnTo>
                      <a:pt x="582" y="364"/>
                    </a:lnTo>
                    <a:lnTo>
                      <a:pt x="582" y="370"/>
                    </a:lnTo>
                    <a:lnTo>
                      <a:pt x="582" y="370"/>
                    </a:lnTo>
                    <a:lnTo>
                      <a:pt x="584" y="374"/>
                    </a:lnTo>
                    <a:lnTo>
                      <a:pt x="586" y="376"/>
                    </a:lnTo>
                    <a:lnTo>
                      <a:pt x="586" y="382"/>
                    </a:lnTo>
                    <a:lnTo>
                      <a:pt x="588" y="386"/>
                    </a:lnTo>
                    <a:lnTo>
                      <a:pt x="590" y="392"/>
                    </a:lnTo>
                    <a:lnTo>
                      <a:pt x="590" y="396"/>
                    </a:lnTo>
                    <a:lnTo>
                      <a:pt x="590" y="400"/>
                    </a:lnTo>
                    <a:lnTo>
                      <a:pt x="588" y="402"/>
                    </a:lnTo>
                    <a:lnTo>
                      <a:pt x="586" y="404"/>
                    </a:lnTo>
                    <a:lnTo>
                      <a:pt x="584" y="404"/>
                    </a:lnTo>
                    <a:lnTo>
                      <a:pt x="584" y="404"/>
                    </a:lnTo>
                    <a:lnTo>
                      <a:pt x="584" y="404"/>
                    </a:lnTo>
                    <a:lnTo>
                      <a:pt x="552" y="374"/>
                    </a:lnTo>
                    <a:lnTo>
                      <a:pt x="516" y="370"/>
                    </a:lnTo>
                    <a:lnTo>
                      <a:pt x="512" y="380"/>
                    </a:lnTo>
                    <a:lnTo>
                      <a:pt x="516" y="388"/>
                    </a:lnTo>
                    <a:lnTo>
                      <a:pt x="516" y="404"/>
                    </a:lnTo>
                    <a:lnTo>
                      <a:pt x="494" y="420"/>
                    </a:lnTo>
                    <a:lnTo>
                      <a:pt x="496" y="410"/>
                    </a:lnTo>
                    <a:lnTo>
                      <a:pt x="496" y="402"/>
                    </a:lnTo>
                    <a:lnTo>
                      <a:pt x="498" y="398"/>
                    </a:lnTo>
                    <a:lnTo>
                      <a:pt x="498" y="396"/>
                    </a:lnTo>
                    <a:lnTo>
                      <a:pt x="490" y="396"/>
                    </a:lnTo>
                    <a:lnTo>
                      <a:pt x="482" y="404"/>
                    </a:lnTo>
                    <a:lnTo>
                      <a:pt x="478" y="414"/>
                    </a:lnTo>
                    <a:lnTo>
                      <a:pt x="456" y="412"/>
                    </a:lnTo>
                    <a:lnTo>
                      <a:pt x="448" y="412"/>
                    </a:lnTo>
                    <a:lnTo>
                      <a:pt x="442" y="414"/>
                    </a:lnTo>
                    <a:lnTo>
                      <a:pt x="438" y="416"/>
                    </a:lnTo>
                    <a:lnTo>
                      <a:pt x="434" y="418"/>
                    </a:lnTo>
                    <a:lnTo>
                      <a:pt x="432" y="420"/>
                    </a:lnTo>
                    <a:lnTo>
                      <a:pt x="432" y="420"/>
                    </a:lnTo>
                    <a:lnTo>
                      <a:pt x="432" y="400"/>
                    </a:lnTo>
                    <a:lnTo>
                      <a:pt x="426" y="400"/>
                    </a:lnTo>
                    <a:lnTo>
                      <a:pt x="420" y="404"/>
                    </a:lnTo>
                    <a:lnTo>
                      <a:pt x="410" y="410"/>
                    </a:lnTo>
                    <a:lnTo>
                      <a:pt x="400" y="416"/>
                    </a:lnTo>
                    <a:lnTo>
                      <a:pt x="392" y="420"/>
                    </a:lnTo>
                    <a:lnTo>
                      <a:pt x="390" y="422"/>
                    </a:lnTo>
                    <a:lnTo>
                      <a:pt x="372" y="428"/>
                    </a:lnTo>
                    <a:lnTo>
                      <a:pt x="360" y="436"/>
                    </a:lnTo>
                    <a:lnTo>
                      <a:pt x="352" y="448"/>
                    </a:lnTo>
                    <a:lnTo>
                      <a:pt x="350" y="456"/>
                    </a:lnTo>
                    <a:lnTo>
                      <a:pt x="350" y="458"/>
                    </a:lnTo>
                    <a:lnTo>
                      <a:pt x="348" y="466"/>
                    </a:lnTo>
                    <a:lnTo>
                      <a:pt x="348" y="470"/>
                    </a:lnTo>
                    <a:lnTo>
                      <a:pt x="346" y="470"/>
                    </a:lnTo>
                    <a:lnTo>
                      <a:pt x="344" y="472"/>
                    </a:lnTo>
                    <a:lnTo>
                      <a:pt x="342" y="470"/>
                    </a:lnTo>
                    <a:lnTo>
                      <a:pt x="340" y="470"/>
                    </a:lnTo>
                    <a:lnTo>
                      <a:pt x="340" y="468"/>
                    </a:lnTo>
                    <a:lnTo>
                      <a:pt x="338" y="466"/>
                    </a:lnTo>
                    <a:lnTo>
                      <a:pt x="338" y="466"/>
                    </a:lnTo>
                    <a:lnTo>
                      <a:pt x="324" y="460"/>
                    </a:lnTo>
                    <a:lnTo>
                      <a:pt x="324" y="446"/>
                    </a:lnTo>
                    <a:lnTo>
                      <a:pt x="330" y="440"/>
                    </a:lnTo>
                    <a:lnTo>
                      <a:pt x="334" y="436"/>
                    </a:lnTo>
                    <a:lnTo>
                      <a:pt x="336" y="432"/>
                    </a:lnTo>
                    <a:lnTo>
                      <a:pt x="336" y="428"/>
                    </a:lnTo>
                    <a:lnTo>
                      <a:pt x="336" y="426"/>
                    </a:lnTo>
                    <a:lnTo>
                      <a:pt x="336" y="424"/>
                    </a:lnTo>
                    <a:lnTo>
                      <a:pt x="334" y="424"/>
                    </a:lnTo>
                    <a:lnTo>
                      <a:pt x="334" y="418"/>
                    </a:lnTo>
                    <a:lnTo>
                      <a:pt x="330" y="414"/>
                    </a:lnTo>
                    <a:lnTo>
                      <a:pt x="328" y="410"/>
                    </a:lnTo>
                    <a:lnTo>
                      <a:pt x="322" y="408"/>
                    </a:lnTo>
                    <a:lnTo>
                      <a:pt x="318" y="406"/>
                    </a:lnTo>
                    <a:lnTo>
                      <a:pt x="314" y="404"/>
                    </a:lnTo>
                    <a:lnTo>
                      <a:pt x="310" y="404"/>
                    </a:lnTo>
                    <a:lnTo>
                      <a:pt x="308" y="404"/>
                    </a:lnTo>
                    <a:lnTo>
                      <a:pt x="306" y="404"/>
                    </a:lnTo>
                    <a:lnTo>
                      <a:pt x="304" y="406"/>
                    </a:lnTo>
                    <a:lnTo>
                      <a:pt x="300" y="406"/>
                    </a:lnTo>
                    <a:lnTo>
                      <a:pt x="296" y="408"/>
                    </a:lnTo>
                    <a:lnTo>
                      <a:pt x="292" y="408"/>
                    </a:lnTo>
                    <a:lnTo>
                      <a:pt x="290" y="408"/>
                    </a:lnTo>
                    <a:lnTo>
                      <a:pt x="288" y="408"/>
                    </a:lnTo>
                    <a:lnTo>
                      <a:pt x="300" y="416"/>
                    </a:lnTo>
                    <a:lnTo>
                      <a:pt x="300" y="440"/>
                    </a:lnTo>
                    <a:lnTo>
                      <a:pt x="300" y="454"/>
                    </a:lnTo>
                    <a:lnTo>
                      <a:pt x="302" y="454"/>
                    </a:lnTo>
                    <a:lnTo>
                      <a:pt x="302" y="456"/>
                    </a:lnTo>
                    <a:lnTo>
                      <a:pt x="304" y="460"/>
                    </a:lnTo>
                    <a:lnTo>
                      <a:pt x="306" y="462"/>
                    </a:lnTo>
                    <a:lnTo>
                      <a:pt x="306" y="464"/>
                    </a:lnTo>
                    <a:lnTo>
                      <a:pt x="308" y="466"/>
                    </a:lnTo>
                    <a:lnTo>
                      <a:pt x="306" y="476"/>
                    </a:lnTo>
                    <a:lnTo>
                      <a:pt x="306" y="482"/>
                    </a:lnTo>
                    <a:lnTo>
                      <a:pt x="304" y="486"/>
                    </a:lnTo>
                    <a:lnTo>
                      <a:pt x="302" y="490"/>
                    </a:lnTo>
                    <a:lnTo>
                      <a:pt x="302" y="490"/>
                    </a:lnTo>
                    <a:lnTo>
                      <a:pt x="292" y="486"/>
                    </a:lnTo>
                    <a:lnTo>
                      <a:pt x="284" y="480"/>
                    </a:lnTo>
                    <a:lnTo>
                      <a:pt x="278" y="480"/>
                    </a:lnTo>
                    <a:lnTo>
                      <a:pt x="262" y="498"/>
                    </a:lnTo>
                    <a:lnTo>
                      <a:pt x="246" y="510"/>
                    </a:lnTo>
                    <a:lnTo>
                      <a:pt x="244" y="514"/>
                    </a:lnTo>
                    <a:lnTo>
                      <a:pt x="244" y="518"/>
                    </a:lnTo>
                    <a:lnTo>
                      <a:pt x="248" y="522"/>
                    </a:lnTo>
                    <a:lnTo>
                      <a:pt x="250" y="524"/>
                    </a:lnTo>
                    <a:lnTo>
                      <a:pt x="254" y="528"/>
                    </a:lnTo>
                    <a:lnTo>
                      <a:pt x="256" y="530"/>
                    </a:lnTo>
                    <a:lnTo>
                      <a:pt x="258" y="530"/>
                    </a:lnTo>
                    <a:lnTo>
                      <a:pt x="256" y="538"/>
                    </a:lnTo>
                    <a:lnTo>
                      <a:pt x="232" y="540"/>
                    </a:lnTo>
                    <a:lnTo>
                      <a:pt x="220" y="526"/>
                    </a:lnTo>
                    <a:lnTo>
                      <a:pt x="216" y="514"/>
                    </a:lnTo>
                    <a:lnTo>
                      <a:pt x="206" y="508"/>
                    </a:lnTo>
                    <a:lnTo>
                      <a:pt x="202" y="518"/>
                    </a:lnTo>
                    <a:lnTo>
                      <a:pt x="208" y="534"/>
                    </a:lnTo>
                    <a:lnTo>
                      <a:pt x="218" y="554"/>
                    </a:lnTo>
                    <a:lnTo>
                      <a:pt x="218" y="558"/>
                    </a:lnTo>
                    <a:lnTo>
                      <a:pt x="216" y="560"/>
                    </a:lnTo>
                    <a:lnTo>
                      <a:pt x="216" y="562"/>
                    </a:lnTo>
                    <a:lnTo>
                      <a:pt x="212" y="562"/>
                    </a:lnTo>
                    <a:lnTo>
                      <a:pt x="210" y="560"/>
                    </a:lnTo>
                    <a:lnTo>
                      <a:pt x="208" y="560"/>
                    </a:lnTo>
                    <a:lnTo>
                      <a:pt x="208" y="560"/>
                    </a:lnTo>
                    <a:lnTo>
                      <a:pt x="198" y="548"/>
                    </a:lnTo>
                    <a:lnTo>
                      <a:pt x="182" y="540"/>
                    </a:lnTo>
                    <a:lnTo>
                      <a:pt x="182" y="540"/>
                    </a:lnTo>
                    <a:lnTo>
                      <a:pt x="182" y="536"/>
                    </a:lnTo>
                    <a:lnTo>
                      <a:pt x="182" y="532"/>
                    </a:lnTo>
                    <a:lnTo>
                      <a:pt x="182" y="528"/>
                    </a:lnTo>
                    <a:lnTo>
                      <a:pt x="182" y="524"/>
                    </a:lnTo>
                    <a:lnTo>
                      <a:pt x="184" y="520"/>
                    </a:lnTo>
                    <a:lnTo>
                      <a:pt x="186" y="518"/>
                    </a:lnTo>
                    <a:lnTo>
                      <a:pt x="186" y="514"/>
                    </a:lnTo>
                    <a:lnTo>
                      <a:pt x="186" y="510"/>
                    </a:lnTo>
                    <a:lnTo>
                      <a:pt x="186" y="508"/>
                    </a:lnTo>
                    <a:lnTo>
                      <a:pt x="186" y="504"/>
                    </a:lnTo>
                    <a:lnTo>
                      <a:pt x="186" y="504"/>
                    </a:lnTo>
                    <a:lnTo>
                      <a:pt x="162" y="484"/>
                    </a:lnTo>
                    <a:lnTo>
                      <a:pt x="156" y="468"/>
                    </a:lnTo>
                    <a:lnTo>
                      <a:pt x="176" y="476"/>
                    </a:lnTo>
                    <a:lnTo>
                      <a:pt x="182" y="482"/>
                    </a:lnTo>
                    <a:lnTo>
                      <a:pt x="198" y="488"/>
                    </a:lnTo>
                    <a:lnTo>
                      <a:pt x="210" y="498"/>
                    </a:lnTo>
                    <a:lnTo>
                      <a:pt x="220" y="502"/>
                    </a:lnTo>
                    <a:lnTo>
                      <a:pt x="232" y="500"/>
                    </a:lnTo>
                    <a:lnTo>
                      <a:pt x="242" y="496"/>
                    </a:lnTo>
                    <a:lnTo>
                      <a:pt x="246" y="494"/>
                    </a:lnTo>
                    <a:lnTo>
                      <a:pt x="258" y="480"/>
                    </a:lnTo>
                    <a:lnTo>
                      <a:pt x="266" y="466"/>
                    </a:lnTo>
                    <a:lnTo>
                      <a:pt x="268" y="452"/>
                    </a:lnTo>
                    <a:lnTo>
                      <a:pt x="268" y="446"/>
                    </a:lnTo>
                    <a:lnTo>
                      <a:pt x="266" y="442"/>
                    </a:lnTo>
                    <a:lnTo>
                      <a:pt x="262" y="438"/>
                    </a:lnTo>
                    <a:lnTo>
                      <a:pt x="256" y="436"/>
                    </a:lnTo>
                    <a:lnTo>
                      <a:pt x="252" y="432"/>
                    </a:lnTo>
                    <a:lnTo>
                      <a:pt x="246" y="432"/>
                    </a:lnTo>
                    <a:lnTo>
                      <a:pt x="242" y="430"/>
                    </a:lnTo>
                    <a:lnTo>
                      <a:pt x="238" y="430"/>
                    </a:lnTo>
                    <a:lnTo>
                      <a:pt x="236" y="428"/>
                    </a:lnTo>
                    <a:lnTo>
                      <a:pt x="230" y="412"/>
                    </a:lnTo>
                    <a:lnTo>
                      <a:pt x="218" y="396"/>
                    </a:lnTo>
                    <a:lnTo>
                      <a:pt x="204" y="388"/>
                    </a:lnTo>
                    <a:lnTo>
                      <a:pt x="190" y="384"/>
                    </a:lnTo>
                    <a:lnTo>
                      <a:pt x="176" y="382"/>
                    </a:lnTo>
                    <a:lnTo>
                      <a:pt x="168" y="382"/>
                    </a:lnTo>
                    <a:lnTo>
                      <a:pt x="164" y="382"/>
                    </a:lnTo>
                    <a:lnTo>
                      <a:pt x="162" y="380"/>
                    </a:lnTo>
                    <a:lnTo>
                      <a:pt x="160" y="376"/>
                    </a:lnTo>
                    <a:lnTo>
                      <a:pt x="156" y="374"/>
                    </a:lnTo>
                    <a:lnTo>
                      <a:pt x="154" y="372"/>
                    </a:lnTo>
                    <a:lnTo>
                      <a:pt x="150" y="372"/>
                    </a:lnTo>
                    <a:lnTo>
                      <a:pt x="150" y="370"/>
                    </a:lnTo>
                    <a:lnTo>
                      <a:pt x="152" y="364"/>
                    </a:lnTo>
                    <a:lnTo>
                      <a:pt x="162" y="368"/>
                    </a:lnTo>
                    <a:lnTo>
                      <a:pt x="168" y="364"/>
                    </a:lnTo>
                    <a:lnTo>
                      <a:pt x="148" y="354"/>
                    </a:lnTo>
                    <a:lnTo>
                      <a:pt x="140" y="364"/>
                    </a:lnTo>
                    <a:lnTo>
                      <a:pt x="132" y="364"/>
                    </a:lnTo>
                    <a:lnTo>
                      <a:pt x="132" y="370"/>
                    </a:lnTo>
                    <a:lnTo>
                      <a:pt x="130" y="374"/>
                    </a:lnTo>
                    <a:lnTo>
                      <a:pt x="128" y="378"/>
                    </a:lnTo>
                    <a:lnTo>
                      <a:pt x="124" y="380"/>
                    </a:lnTo>
                    <a:lnTo>
                      <a:pt x="122" y="382"/>
                    </a:lnTo>
                    <a:lnTo>
                      <a:pt x="120" y="384"/>
                    </a:lnTo>
                    <a:lnTo>
                      <a:pt x="118" y="384"/>
                    </a:lnTo>
                    <a:lnTo>
                      <a:pt x="110" y="402"/>
                    </a:lnTo>
                    <a:lnTo>
                      <a:pt x="110" y="420"/>
                    </a:lnTo>
                    <a:lnTo>
                      <a:pt x="130" y="440"/>
                    </a:lnTo>
                    <a:lnTo>
                      <a:pt x="130" y="470"/>
                    </a:lnTo>
                    <a:lnTo>
                      <a:pt x="118" y="484"/>
                    </a:lnTo>
                    <a:lnTo>
                      <a:pt x="126" y="502"/>
                    </a:lnTo>
                    <a:lnTo>
                      <a:pt x="122" y="556"/>
                    </a:lnTo>
                    <a:lnTo>
                      <a:pt x="122" y="562"/>
                    </a:lnTo>
                    <a:lnTo>
                      <a:pt x="122" y="568"/>
                    </a:lnTo>
                    <a:lnTo>
                      <a:pt x="124" y="572"/>
                    </a:lnTo>
                    <a:lnTo>
                      <a:pt x="126" y="574"/>
                    </a:lnTo>
                    <a:lnTo>
                      <a:pt x="126" y="576"/>
                    </a:lnTo>
                    <a:lnTo>
                      <a:pt x="126" y="576"/>
                    </a:lnTo>
                    <a:lnTo>
                      <a:pt x="132" y="592"/>
                    </a:lnTo>
                    <a:lnTo>
                      <a:pt x="134" y="606"/>
                    </a:lnTo>
                    <a:lnTo>
                      <a:pt x="132" y="614"/>
                    </a:lnTo>
                    <a:lnTo>
                      <a:pt x="130" y="616"/>
                    </a:lnTo>
                    <a:lnTo>
                      <a:pt x="96" y="650"/>
                    </a:lnTo>
                    <a:lnTo>
                      <a:pt x="100" y="654"/>
                    </a:lnTo>
                    <a:lnTo>
                      <a:pt x="106" y="658"/>
                    </a:lnTo>
                    <a:lnTo>
                      <a:pt x="110" y="660"/>
                    </a:lnTo>
                    <a:lnTo>
                      <a:pt x="116" y="662"/>
                    </a:lnTo>
                    <a:lnTo>
                      <a:pt x="122" y="662"/>
                    </a:lnTo>
                    <a:lnTo>
                      <a:pt x="124" y="662"/>
                    </a:lnTo>
                    <a:lnTo>
                      <a:pt x="126" y="662"/>
                    </a:lnTo>
                    <a:lnTo>
                      <a:pt x="122" y="662"/>
                    </a:lnTo>
                    <a:lnTo>
                      <a:pt x="118" y="664"/>
                    </a:lnTo>
                    <a:lnTo>
                      <a:pt x="114" y="666"/>
                    </a:lnTo>
                    <a:lnTo>
                      <a:pt x="112" y="668"/>
                    </a:lnTo>
                    <a:lnTo>
                      <a:pt x="110" y="668"/>
                    </a:lnTo>
                    <a:lnTo>
                      <a:pt x="104" y="668"/>
                    </a:lnTo>
                    <a:lnTo>
                      <a:pt x="98" y="670"/>
                    </a:lnTo>
                    <a:lnTo>
                      <a:pt x="94" y="672"/>
                    </a:lnTo>
                    <a:lnTo>
                      <a:pt x="90" y="674"/>
                    </a:lnTo>
                    <a:lnTo>
                      <a:pt x="86" y="676"/>
                    </a:lnTo>
                    <a:lnTo>
                      <a:pt x="84" y="678"/>
                    </a:lnTo>
                    <a:lnTo>
                      <a:pt x="84" y="678"/>
                    </a:lnTo>
                    <a:lnTo>
                      <a:pt x="78" y="674"/>
                    </a:lnTo>
                    <a:lnTo>
                      <a:pt x="68" y="672"/>
                    </a:lnTo>
                    <a:lnTo>
                      <a:pt x="60" y="672"/>
                    </a:lnTo>
                    <a:lnTo>
                      <a:pt x="54" y="674"/>
                    </a:lnTo>
                    <a:lnTo>
                      <a:pt x="50" y="678"/>
                    </a:lnTo>
                    <a:lnTo>
                      <a:pt x="46" y="680"/>
                    </a:lnTo>
                    <a:lnTo>
                      <a:pt x="44" y="682"/>
                    </a:lnTo>
                    <a:lnTo>
                      <a:pt x="44" y="684"/>
                    </a:lnTo>
                    <a:lnTo>
                      <a:pt x="42" y="686"/>
                    </a:lnTo>
                    <a:lnTo>
                      <a:pt x="42" y="686"/>
                    </a:lnTo>
                    <a:lnTo>
                      <a:pt x="40" y="690"/>
                    </a:lnTo>
                    <a:lnTo>
                      <a:pt x="40" y="694"/>
                    </a:lnTo>
                    <a:lnTo>
                      <a:pt x="40" y="698"/>
                    </a:lnTo>
                    <a:lnTo>
                      <a:pt x="40" y="702"/>
                    </a:lnTo>
                    <a:lnTo>
                      <a:pt x="40" y="704"/>
                    </a:lnTo>
                    <a:lnTo>
                      <a:pt x="40" y="706"/>
                    </a:lnTo>
                    <a:lnTo>
                      <a:pt x="46" y="710"/>
                    </a:lnTo>
                    <a:lnTo>
                      <a:pt x="48" y="720"/>
                    </a:lnTo>
                    <a:lnTo>
                      <a:pt x="48" y="726"/>
                    </a:lnTo>
                    <a:lnTo>
                      <a:pt x="48" y="730"/>
                    </a:lnTo>
                    <a:lnTo>
                      <a:pt x="46" y="734"/>
                    </a:lnTo>
                    <a:lnTo>
                      <a:pt x="46" y="736"/>
                    </a:lnTo>
                    <a:lnTo>
                      <a:pt x="44" y="738"/>
                    </a:lnTo>
                    <a:lnTo>
                      <a:pt x="44" y="738"/>
                    </a:lnTo>
                    <a:lnTo>
                      <a:pt x="42" y="738"/>
                    </a:lnTo>
                    <a:lnTo>
                      <a:pt x="38" y="736"/>
                    </a:lnTo>
                    <a:lnTo>
                      <a:pt x="34" y="734"/>
                    </a:lnTo>
                    <a:lnTo>
                      <a:pt x="30" y="732"/>
                    </a:lnTo>
                    <a:lnTo>
                      <a:pt x="30" y="730"/>
                    </a:lnTo>
                    <a:lnTo>
                      <a:pt x="28" y="730"/>
                    </a:lnTo>
                    <a:lnTo>
                      <a:pt x="20" y="722"/>
                    </a:lnTo>
                    <a:lnTo>
                      <a:pt x="8" y="736"/>
                    </a:lnTo>
                    <a:lnTo>
                      <a:pt x="4" y="738"/>
                    </a:lnTo>
                    <a:lnTo>
                      <a:pt x="4" y="744"/>
                    </a:lnTo>
                    <a:lnTo>
                      <a:pt x="2" y="750"/>
                    </a:lnTo>
                    <a:lnTo>
                      <a:pt x="2" y="756"/>
                    </a:lnTo>
                    <a:lnTo>
                      <a:pt x="0" y="764"/>
                    </a:lnTo>
                    <a:lnTo>
                      <a:pt x="0" y="778"/>
                    </a:lnTo>
                    <a:lnTo>
                      <a:pt x="2" y="780"/>
                    </a:lnTo>
                    <a:lnTo>
                      <a:pt x="4" y="782"/>
                    </a:lnTo>
                    <a:lnTo>
                      <a:pt x="8" y="782"/>
                    </a:lnTo>
                    <a:lnTo>
                      <a:pt x="8" y="782"/>
                    </a:lnTo>
                    <a:lnTo>
                      <a:pt x="14" y="782"/>
                    </a:lnTo>
                    <a:lnTo>
                      <a:pt x="18" y="782"/>
                    </a:lnTo>
                    <a:lnTo>
                      <a:pt x="20" y="780"/>
                    </a:lnTo>
                    <a:lnTo>
                      <a:pt x="22" y="780"/>
                    </a:lnTo>
                    <a:lnTo>
                      <a:pt x="22" y="782"/>
                    </a:lnTo>
                    <a:lnTo>
                      <a:pt x="24" y="784"/>
                    </a:lnTo>
                    <a:lnTo>
                      <a:pt x="26" y="786"/>
                    </a:lnTo>
                    <a:lnTo>
                      <a:pt x="30" y="788"/>
                    </a:lnTo>
                    <a:lnTo>
                      <a:pt x="32" y="790"/>
                    </a:lnTo>
                    <a:lnTo>
                      <a:pt x="34" y="792"/>
                    </a:lnTo>
                    <a:lnTo>
                      <a:pt x="36" y="796"/>
                    </a:lnTo>
                    <a:lnTo>
                      <a:pt x="38" y="802"/>
                    </a:lnTo>
                    <a:lnTo>
                      <a:pt x="40" y="806"/>
                    </a:lnTo>
                    <a:lnTo>
                      <a:pt x="42" y="810"/>
                    </a:lnTo>
                    <a:lnTo>
                      <a:pt x="44" y="814"/>
                    </a:lnTo>
                    <a:lnTo>
                      <a:pt x="44" y="814"/>
                    </a:lnTo>
                    <a:lnTo>
                      <a:pt x="46" y="820"/>
                    </a:lnTo>
                    <a:lnTo>
                      <a:pt x="44" y="824"/>
                    </a:lnTo>
                    <a:lnTo>
                      <a:pt x="42" y="828"/>
                    </a:lnTo>
                    <a:lnTo>
                      <a:pt x="40" y="830"/>
                    </a:lnTo>
                    <a:lnTo>
                      <a:pt x="38" y="832"/>
                    </a:lnTo>
                    <a:lnTo>
                      <a:pt x="36" y="832"/>
                    </a:lnTo>
                    <a:lnTo>
                      <a:pt x="36" y="832"/>
                    </a:lnTo>
                    <a:lnTo>
                      <a:pt x="40" y="834"/>
                    </a:lnTo>
                    <a:lnTo>
                      <a:pt x="42" y="838"/>
                    </a:lnTo>
                    <a:lnTo>
                      <a:pt x="46" y="842"/>
                    </a:lnTo>
                    <a:lnTo>
                      <a:pt x="50" y="846"/>
                    </a:lnTo>
                    <a:lnTo>
                      <a:pt x="52" y="852"/>
                    </a:lnTo>
                    <a:lnTo>
                      <a:pt x="54" y="856"/>
                    </a:lnTo>
                    <a:lnTo>
                      <a:pt x="56" y="858"/>
                    </a:lnTo>
                    <a:lnTo>
                      <a:pt x="56" y="860"/>
                    </a:lnTo>
                    <a:lnTo>
                      <a:pt x="58" y="866"/>
                    </a:lnTo>
                    <a:lnTo>
                      <a:pt x="60" y="872"/>
                    </a:lnTo>
                    <a:lnTo>
                      <a:pt x="62" y="874"/>
                    </a:lnTo>
                    <a:lnTo>
                      <a:pt x="62" y="876"/>
                    </a:lnTo>
                    <a:lnTo>
                      <a:pt x="60" y="878"/>
                    </a:lnTo>
                    <a:lnTo>
                      <a:pt x="60" y="878"/>
                    </a:lnTo>
                    <a:lnTo>
                      <a:pt x="60" y="878"/>
                    </a:lnTo>
                    <a:lnTo>
                      <a:pt x="60" y="878"/>
                    </a:lnTo>
                    <a:lnTo>
                      <a:pt x="38" y="892"/>
                    </a:lnTo>
                    <a:lnTo>
                      <a:pt x="38" y="894"/>
                    </a:lnTo>
                    <a:lnTo>
                      <a:pt x="36" y="894"/>
                    </a:lnTo>
                    <a:lnTo>
                      <a:pt x="34" y="894"/>
                    </a:lnTo>
                    <a:lnTo>
                      <a:pt x="32" y="892"/>
                    </a:lnTo>
                    <a:lnTo>
                      <a:pt x="32" y="894"/>
                    </a:lnTo>
                    <a:lnTo>
                      <a:pt x="30" y="898"/>
                    </a:lnTo>
                    <a:lnTo>
                      <a:pt x="28" y="902"/>
                    </a:lnTo>
                    <a:lnTo>
                      <a:pt x="30" y="906"/>
                    </a:lnTo>
                    <a:lnTo>
                      <a:pt x="30" y="908"/>
                    </a:lnTo>
                    <a:lnTo>
                      <a:pt x="32" y="908"/>
                    </a:lnTo>
                    <a:lnTo>
                      <a:pt x="32" y="908"/>
                    </a:lnTo>
                    <a:lnTo>
                      <a:pt x="28" y="908"/>
                    </a:lnTo>
                    <a:lnTo>
                      <a:pt x="26" y="910"/>
                    </a:lnTo>
                    <a:lnTo>
                      <a:pt x="24" y="910"/>
                    </a:lnTo>
                    <a:lnTo>
                      <a:pt x="22" y="912"/>
                    </a:lnTo>
                    <a:lnTo>
                      <a:pt x="22" y="912"/>
                    </a:lnTo>
                    <a:lnTo>
                      <a:pt x="28" y="918"/>
                    </a:lnTo>
                    <a:lnTo>
                      <a:pt x="28" y="918"/>
                    </a:lnTo>
                    <a:lnTo>
                      <a:pt x="30" y="916"/>
                    </a:lnTo>
                    <a:lnTo>
                      <a:pt x="34" y="914"/>
                    </a:lnTo>
                    <a:lnTo>
                      <a:pt x="40" y="914"/>
                    </a:lnTo>
                    <a:lnTo>
                      <a:pt x="46" y="914"/>
                    </a:lnTo>
                    <a:lnTo>
                      <a:pt x="50" y="914"/>
                    </a:lnTo>
                    <a:lnTo>
                      <a:pt x="56" y="916"/>
                    </a:lnTo>
                    <a:lnTo>
                      <a:pt x="58" y="916"/>
                    </a:lnTo>
                    <a:lnTo>
                      <a:pt x="60" y="918"/>
                    </a:lnTo>
                    <a:lnTo>
                      <a:pt x="64" y="918"/>
                    </a:lnTo>
                    <a:lnTo>
                      <a:pt x="68" y="918"/>
                    </a:lnTo>
                    <a:lnTo>
                      <a:pt x="74" y="918"/>
                    </a:lnTo>
                    <a:lnTo>
                      <a:pt x="76" y="916"/>
                    </a:lnTo>
                    <a:lnTo>
                      <a:pt x="78" y="916"/>
                    </a:lnTo>
                    <a:lnTo>
                      <a:pt x="80" y="912"/>
                    </a:lnTo>
                    <a:lnTo>
                      <a:pt x="80" y="912"/>
                    </a:lnTo>
                    <a:lnTo>
                      <a:pt x="84" y="914"/>
                    </a:lnTo>
                    <a:lnTo>
                      <a:pt x="88" y="916"/>
                    </a:lnTo>
                    <a:lnTo>
                      <a:pt x="92" y="918"/>
                    </a:lnTo>
                    <a:lnTo>
                      <a:pt x="96" y="922"/>
                    </a:lnTo>
                    <a:lnTo>
                      <a:pt x="100" y="926"/>
                    </a:lnTo>
                    <a:lnTo>
                      <a:pt x="100" y="928"/>
                    </a:lnTo>
                    <a:lnTo>
                      <a:pt x="102" y="930"/>
                    </a:lnTo>
                    <a:lnTo>
                      <a:pt x="104" y="934"/>
                    </a:lnTo>
                    <a:lnTo>
                      <a:pt x="106" y="940"/>
                    </a:lnTo>
                    <a:lnTo>
                      <a:pt x="106" y="946"/>
                    </a:lnTo>
                    <a:lnTo>
                      <a:pt x="106" y="952"/>
                    </a:lnTo>
                    <a:lnTo>
                      <a:pt x="104" y="960"/>
                    </a:lnTo>
                    <a:lnTo>
                      <a:pt x="104" y="966"/>
                    </a:lnTo>
                    <a:lnTo>
                      <a:pt x="104" y="970"/>
                    </a:lnTo>
                    <a:lnTo>
                      <a:pt x="106" y="972"/>
                    </a:lnTo>
                    <a:lnTo>
                      <a:pt x="108" y="974"/>
                    </a:lnTo>
                    <a:lnTo>
                      <a:pt x="110" y="976"/>
                    </a:lnTo>
                    <a:lnTo>
                      <a:pt x="112" y="972"/>
                    </a:lnTo>
                    <a:lnTo>
                      <a:pt x="114" y="970"/>
                    </a:lnTo>
                    <a:lnTo>
                      <a:pt x="114" y="970"/>
                    </a:lnTo>
                    <a:lnTo>
                      <a:pt x="116" y="970"/>
                    </a:lnTo>
                    <a:lnTo>
                      <a:pt x="120" y="968"/>
                    </a:lnTo>
                    <a:lnTo>
                      <a:pt x="124" y="966"/>
                    </a:lnTo>
                    <a:lnTo>
                      <a:pt x="128" y="966"/>
                    </a:lnTo>
                    <a:lnTo>
                      <a:pt x="130" y="966"/>
                    </a:lnTo>
                    <a:lnTo>
                      <a:pt x="140" y="964"/>
                    </a:lnTo>
                    <a:lnTo>
                      <a:pt x="150" y="968"/>
                    </a:lnTo>
                    <a:lnTo>
                      <a:pt x="158" y="972"/>
                    </a:lnTo>
                    <a:lnTo>
                      <a:pt x="162" y="974"/>
                    </a:lnTo>
                    <a:lnTo>
                      <a:pt x="158" y="976"/>
                    </a:lnTo>
                    <a:lnTo>
                      <a:pt x="164" y="976"/>
                    </a:lnTo>
                    <a:lnTo>
                      <a:pt x="170" y="974"/>
                    </a:lnTo>
                    <a:lnTo>
                      <a:pt x="174" y="974"/>
                    </a:lnTo>
                    <a:lnTo>
                      <a:pt x="176" y="976"/>
                    </a:lnTo>
                    <a:lnTo>
                      <a:pt x="180" y="976"/>
                    </a:lnTo>
                    <a:lnTo>
                      <a:pt x="180" y="978"/>
                    </a:lnTo>
                    <a:lnTo>
                      <a:pt x="182" y="978"/>
                    </a:lnTo>
                    <a:lnTo>
                      <a:pt x="180" y="978"/>
                    </a:lnTo>
                    <a:lnTo>
                      <a:pt x="178" y="980"/>
                    </a:lnTo>
                    <a:lnTo>
                      <a:pt x="176" y="984"/>
                    </a:lnTo>
                    <a:lnTo>
                      <a:pt x="174" y="986"/>
                    </a:lnTo>
                    <a:lnTo>
                      <a:pt x="174" y="988"/>
                    </a:lnTo>
                    <a:lnTo>
                      <a:pt x="174" y="990"/>
                    </a:lnTo>
                    <a:lnTo>
                      <a:pt x="174" y="992"/>
                    </a:lnTo>
                    <a:lnTo>
                      <a:pt x="174" y="998"/>
                    </a:lnTo>
                    <a:lnTo>
                      <a:pt x="178" y="1000"/>
                    </a:lnTo>
                    <a:lnTo>
                      <a:pt x="182" y="998"/>
                    </a:lnTo>
                    <a:lnTo>
                      <a:pt x="186" y="996"/>
                    </a:lnTo>
                    <a:lnTo>
                      <a:pt x="190" y="992"/>
                    </a:lnTo>
                    <a:lnTo>
                      <a:pt x="192" y="988"/>
                    </a:lnTo>
                    <a:lnTo>
                      <a:pt x="194" y="986"/>
                    </a:lnTo>
                    <a:lnTo>
                      <a:pt x="194" y="984"/>
                    </a:lnTo>
                    <a:lnTo>
                      <a:pt x="192" y="984"/>
                    </a:lnTo>
                    <a:lnTo>
                      <a:pt x="190" y="982"/>
                    </a:lnTo>
                    <a:lnTo>
                      <a:pt x="188" y="980"/>
                    </a:lnTo>
                    <a:lnTo>
                      <a:pt x="186" y="978"/>
                    </a:lnTo>
                    <a:lnTo>
                      <a:pt x="186" y="974"/>
                    </a:lnTo>
                    <a:lnTo>
                      <a:pt x="186" y="972"/>
                    </a:lnTo>
                    <a:lnTo>
                      <a:pt x="186" y="970"/>
                    </a:lnTo>
                    <a:lnTo>
                      <a:pt x="188" y="966"/>
                    </a:lnTo>
                    <a:lnTo>
                      <a:pt x="192" y="964"/>
                    </a:lnTo>
                    <a:lnTo>
                      <a:pt x="196" y="962"/>
                    </a:lnTo>
                    <a:lnTo>
                      <a:pt x="200" y="960"/>
                    </a:lnTo>
                    <a:lnTo>
                      <a:pt x="202" y="960"/>
                    </a:lnTo>
                    <a:lnTo>
                      <a:pt x="206" y="958"/>
                    </a:lnTo>
                    <a:lnTo>
                      <a:pt x="210" y="960"/>
                    </a:lnTo>
                    <a:lnTo>
                      <a:pt x="214" y="962"/>
                    </a:lnTo>
                    <a:lnTo>
                      <a:pt x="216" y="968"/>
                    </a:lnTo>
                    <a:lnTo>
                      <a:pt x="216" y="972"/>
                    </a:lnTo>
                    <a:lnTo>
                      <a:pt x="214" y="974"/>
                    </a:lnTo>
                    <a:lnTo>
                      <a:pt x="212" y="974"/>
                    </a:lnTo>
                    <a:lnTo>
                      <a:pt x="210" y="976"/>
                    </a:lnTo>
                    <a:lnTo>
                      <a:pt x="210" y="976"/>
                    </a:lnTo>
                    <a:lnTo>
                      <a:pt x="206" y="976"/>
                    </a:lnTo>
                    <a:lnTo>
                      <a:pt x="202" y="976"/>
                    </a:lnTo>
                    <a:lnTo>
                      <a:pt x="200" y="978"/>
                    </a:lnTo>
                    <a:lnTo>
                      <a:pt x="200" y="980"/>
                    </a:lnTo>
                    <a:lnTo>
                      <a:pt x="200" y="980"/>
                    </a:lnTo>
                    <a:lnTo>
                      <a:pt x="198" y="984"/>
                    </a:lnTo>
                    <a:lnTo>
                      <a:pt x="200" y="988"/>
                    </a:lnTo>
                    <a:lnTo>
                      <a:pt x="200" y="990"/>
                    </a:lnTo>
                    <a:lnTo>
                      <a:pt x="202" y="992"/>
                    </a:lnTo>
                    <a:lnTo>
                      <a:pt x="204" y="994"/>
                    </a:lnTo>
                    <a:lnTo>
                      <a:pt x="208" y="996"/>
                    </a:lnTo>
                    <a:lnTo>
                      <a:pt x="210" y="998"/>
                    </a:lnTo>
                    <a:lnTo>
                      <a:pt x="214" y="1000"/>
                    </a:lnTo>
                    <a:lnTo>
                      <a:pt x="216" y="1002"/>
                    </a:lnTo>
                    <a:lnTo>
                      <a:pt x="218" y="1002"/>
                    </a:lnTo>
                    <a:lnTo>
                      <a:pt x="218" y="1004"/>
                    </a:lnTo>
                    <a:lnTo>
                      <a:pt x="220" y="1008"/>
                    </a:lnTo>
                    <a:lnTo>
                      <a:pt x="222" y="1010"/>
                    </a:lnTo>
                    <a:lnTo>
                      <a:pt x="224" y="1012"/>
                    </a:lnTo>
                    <a:lnTo>
                      <a:pt x="226" y="1014"/>
                    </a:lnTo>
                    <a:lnTo>
                      <a:pt x="228" y="1014"/>
                    </a:lnTo>
                    <a:lnTo>
                      <a:pt x="228" y="1016"/>
                    </a:lnTo>
                    <a:lnTo>
                      <a:pt x="232" y="1018"/>
                    </a:lnTo>
                    <a:lnTo>
                      <a:pt x="236" y="1020"/>
                    </a:lnTo>
                    <a:lnTo>
                      <a:pt x="242" y="1024"/>
                    </a:lnTo>
                    <a:lnTo>
                      <a:pt x="246" y="1028"/>
                    </a:lnTo>
                    <a:lnTo>
                      <a:pt x="250" y="1030"/>
                    </a:lnTo>
                    <a:lnTo>
                      <a:pt x="254" y="1032"/>
                    </a:lnTo>
                    <a:lnTo>
                      <a:pt x="254" y="1032"/>
                    </a:lnTo>
                    <a:lnTo>
                      <a:pt x="256" y="1040"/>
                    </a:lnTo>
                    <a:lnTo>
                      <a:pt x="256" y="1046"/>
                    </a:lnTo>
                    <a:lnTo>
                      <a:pt x="256" y="1052"/>
                    </a:lnTo>
                    <a:lnTo>
                      <a:pt x="252" y="1058"/>
                    </a:lnTo>
                    <a:lnTo>
                      <a:pt x="250" y="1062"/>
                    </a:lnTo>
                    <a:lnTo>
                      <a:pt x="250" y="1062"/>
                    </a:lnTo>
                    <a:lnTo>
                      <a:pt x="252" y="1064"/>
                    </a:lnTo>
                    <a:lnTo>
                      <a:pt x="256" y="1066"/>
                    </a:lnTo>
                    <a:lnTo>
                      <a:pt x="260" y="1068"/>
                    </a:lnTo>
                    <a:lnTo>
                      <a:pt x="264" y="1070"/>
                    </a:lnTo>
                    <a:lnTo>
                      <a:pt x="266" y="1072"/>
                    </a:lnTo>
                    <a:lnTo>
                      <a:pt x="268" y="1072"/>
                    </a:lnTo>
                    <a:lnTo>
                      <a:pt x="270" y="1074"/>
                    </a:lnTo>
                    <a:lnTo>
                      <a:pt x="274" y="1076"/>
                    </a:lnTo>
                    <a:lnTo>
                      <a:pt x="278" y="1080"/>
                    </a:lnTo>
                    <a:lnTo>
                      <a:pt x="282" y="1086"/>
                    </a:lnTo>
                    <a:lnTo>
                      <a:pt x="304" y="1090"/>
                    </a:lnTo>
                    <a:lnTo>
                      <a:pt x="306" y="1092"/>
                    </a:lnTo>
                    <a:lnTo>
                      <a:pt x="310" y="1094"/>
                    </a:lnTo>
                    <a:lnTo>
                      <a:pt x="312" y="1094"/>
                    </a:lnTo>
                    <a:lnTo>
                      <a:pt x="316" y="1092"/>
                    </a:lnTo>
                    <a:lnTo>
                      <a:pt x="318" y="1092"/>
                    </a:lnTo>
                    <a:lnTo>
                      <a:pt x="320" y="1092"/>
                    </a:lnTo>
                    <a:lnTo>
                      <a:pt x="334" y="1076"/>
                    </a:lnTo>
                    <a:lnTo>
                      <a:pt x="336" y="1080"/>
                    </a:lnTo>
                    <a:lnTo>
                      <a:pt x="338" y="1082"/>
                    </a:lnTo>
                    <a:lnTo>
                      <a:pt x="340" y="1086"/>
                    </a:lnTo>
                    <a:lnTo>
                      <a:pt x="344" y="1088"/>
                    </a:lnTo>
                    <a:lnTo>
                      <a:pt x="344" y="1088"/>
                    </a:lnTo>
                    <a:lnTo>
                      <a:pt x="350" y="1098"/>
                    </a:lnTo>
                    <a:lnTo>
                      <a:pt x="350" y="1096"/>
                    </a:lnTo>
                    <a:lnTo>
                      <a:pt x="348" y="1088"/>
                    </a:lnTo>
                    <a:lnTo>
                      <a:pt x="346" y="1078"/>
                    </a:lnTo>
                    <a:lnTo>
                      <a:pt x="346" y="1070"/>
                    </a:lnTo>
                    <a:lnTo>
                      <a:pt x="346" y="1064"/>
                    </a:lnTo>
                    <a:lnTo>
                      <a:pt x="352" y="1062"/>
                    </a:lnTo>
                    <a:lnTo>
                      <a:pt x="352" y="1062"/>
                    </a:lnTo>
                    <a:lnTo>
                      <a:pt x="350" y="1060"/>
                    </a:lnTo>
                    <a:lnTo>
                      <a:pt x="348" y="1056"/>
                    </a:lnTo>
                    <a:lnTo>
                      <a:pt x="346" y="1052"/>
                    </a:lnTo>
                    <a:lnTo>
                      <a:pt x="346" y="1048"/>
                    </a:lnTo>
                    <a:lnTo>
                      <a:pt x="344" y="1044"/>
                    </a:lnTo>
                    <a:lnTo>
                      <a:pt x="346" y="1040"/>
                    </a:lnTo>
                    <a:lnTo>
                      <a:pt x="348" y="1036"/>
                    </a:lnTo>
                    <a:lnTo>
                      <a:pt x="350" y="1034"/>
                    </a:lnTo>
                    <a:lnTo>
                      <a:pt x="350" y="1034"/>
                    </a:lnTo>
                    <a:lnTo>
                      <a:pt x="348" y="1034"/>
                    </a:lnTo>
                    <a:lnTo>
                      <a:pt x="346" y="1032"/>
                    </a:lnTo>
                    <a:lnTo>
                      <a:pt x="342" y="1030"/>
                    </a:lnTo>
                    <a:lnTo>
                      <a:pt x="338" y="1028"/>
                    </a:lnTo>
                    <a:lnTo>
                      <a:pt x="334" y="1022"/>
                    </a:lnTo>
                    <a:lnTo>
                      <a:pt x="332" y="1016"/>
                    </a:lnTo>
                    <a:lnTo>
                      <a:pt x="330" y="1008"/>
                    </a:lnTo>
                    <a:lnTo>
                      <a:pt x="326" y="992"/>
                    </a:lnTo>
                    <a:lnTo>
                      <a:pt x="330" y="976"/>
                    </a:lnTo>
                    <a:lnTo>
                      <a:pt x="334" y="972"/>
                    </a:lnTo>
                    <a:lnTo>
                      <a:pt x="344" y="964"/>
                    </a:lnTo>
                    <a:lnTo>
                      <a:pt x="358" y="956"/>
                    </a:lnTo>
                    <a:lnTo>
                      <a:pt x="378" y="952"/>
                    </a:lnTo>
                    <a:lnTo>
                      <a:pt x="382" y="954"/>
                    </a:lnTo>
                    <a:lnTo>
                      <a:pt x="390" y="956"/>
                    </a:lnTo>
                    <a:lnTo>
                      <a:pt x="400" y="960"/>
                    </a:lnTo>
                    <a:lnTo>
                      <a:pt x="408" y="966"/>
                    </a:lnTo>
                    <a:lnTo>
                      <a:pt x="410" y="976"/>
                    </a:lnTo>
                    <a:lnTo>
                      <a:pt x="410" y="976"/>
                    </a:lnTo>
                    <a:lnTo>
                      <a:pt x="410" y="978"/>
                    </a:lnTo>
                    <a:lnTo>
                      <a:pt x="408" y="982"/>
                    </a:lnTo>
                    <a:lnTo>
                      <a:pt x="406" y="984"/>
                    </a:lnTo>
                    <a:lnTo>
                      <a:pt x="404" y="988"/>
                    </a:lnTo>
                    <a:lnTo>
                      <a:pt x="400" y="990"/>
                    </a:lnTo>
                    <a:lnTo>
                      <a:pt x="394" y="992"/>
                    </a:lnTo>
                    <a:lnTo>
                      <a:pt x="392" y="992"/>
                    </a:lnTo>
                    <a:lnTo>
                      <a:pt x="390" y="992"/>
                    </a:lnTo>
                    <a:lnTo>
                      <a:pt x="384" y="992"/>
                    </a:lnTo>
                    <a:lnTo>
                      <a:pt x="380" y="992"/>
                    </a:lnTo>
                    <a:lnTo>
                      <a:pt x="374" y="994"/>
                    </a:lnTo>
                    <a:lnTo>
                      <a:pt x="372" y="996"/>
                    </a:lnTo>
                    <a:lnTo>
                      <a:pt x="370" y="998"/>
                    </a:lnTo>
                    <a:lnTo>
                      <a:pt x="370" y="1000"/>
                    </a:lnTo>
                    <a:lnTo>
                      <a:pt x="368" y="1004"/>
                    </a:lnTo>
                    <a:lnTo>
                      <a:pt x="368" y="1008"/>
                    </a:lnTo>
                    <a:lnTo>
                      <a:pt x="378" y="1026"/>
                    </a:lnTo>
                    <a:lnTo>
                      <a:pt x="384" y="1028"/>
                    </a:lnTo>
                    <a:lnTo>
                      <a:pt x="386" y="1028"/>
                    </a:lnTo>
                    <a:lnTo>
                      <a:pt x="388" y="1030"/>
                    </a:lnTo>
                    <a:lnTo>
                      <a:pt x="390" y="1032"/>
                    </a:lnTo>
                    <a:lnTo>
                      <a:pt x="390" y="1036"/>
                    </a:lnTo>
                    <a:lnTo>
                      <a:pt x="390" y="1050"/>
                    </a:lnTo>
                    <a:lnTo>
                      <a:pt x="390" y="1050"/>
                    </a:lnTo>
                    <a:lnTo>
                      <a:pt x="392" y="1052"/>
                    </a:lnTo>
                    <a:lnTo>
                      <a:pt x="394" y="1054"/>
                    </a:lnTo>
                    <a:lnTo>
                      <a:pt x="396" y="1054"/>
                    </a:lnTo>
                    <a:lnTo>
                      <a:pt x="398" y="1052"/>
                    </a:lnTo>
                    <a:lnTo>
                      <a:pt x="400" y="1050"/>
                    </a:lnTo>
                    <a:lnTo>
                      <a:pt x="402" y="1050"/>
                    </a:lnTo>
                    <a:lnTo>
                      <a:pt x="404" y="1050"/>
                    </a:lnTo>
                    <a:lnTo>
                      <a:pt x="406" y="1052"/>
                    </a:lnTo>
                    <a:lnTo>
                      <a:pt x="408" y="1054"/>
                    </a:lnTo>
                    <a:lnTo>
                      <a:pt x="410" y="1058"/>
                    </a:lnTo>
                    <a:lnTo>
                      <a:pt x="412" y="1060"/>
                    </a:lnTo>
                    <a:lnTo>
                      <a:pt x="412" y="1062"/>
                    </a:lnTo>
                    <a:lnTo>
                      <a:pt x="410" y="1070"/>
                    </a:lnTo>
                    <a:lnTo>
                      <a:pt x="410" y="1070"/>
                    </a:lnTo>
                    <a:lnTo>
                      <a:pt x="406" y="1070"/>
                    </a:lnTo>
                    <a:lnTo>
                      <a:pt x="402" y="1070"/>
                    </a:lnTo>
                    <a:lnTo>
                      <a:pt x="402" y="1070"/>
                    </a:lnTo>
                    <a:lnTo>
                      <a:pt x="400" y="1070"/>
                    </a:lnTo>
                    <a:lnTo>
                      <a:pt x="398" y="1072"/>
                    </a:lnTo>
                    <a:lnTo>
                      <a:pt x="396" y="1072"/>
                    </a:lnTo>
                    <a:lnTo>
                      <a:pt x="394" y="1076"/>
                    </a:lnTo>
                    <a:lnTo>
                      <a:pt x="394" y="1078"/>
                    </a:lnTo>
                    <a:lnTo>
                      <a:pt x="396" y="1084"/>
                    </a:lnTo>
                    <a:lnTo>
                      <a:pt x="398" y="1086"/>
                    </a:lnTo>
                    <a:lnTo>
                      <a:pt x="400" y="1088"/>
                    </a:lnTo>
                    <a:lnTo>
                      <a:pt x="400" y="1088"/>
                    </a:lnTo>
                    <a:lnTo>
                      <a:pt x="402" y="1104"/>
                    </a:lnTo>
                    <a:lnTo>
                      <a:pt x="402" y="1104"/>
                    </a:lnTo>
                    <a:lnTo>
                      <a:pt x="404" y="1106"/>
                    </a:lnTo>
                    <a:lnTo>
                      <a:pt x="406" y="1108"/>
                    </a:lnTo>
                    <a:lnTo>
                      <a:pt x="408" y="1110"/>
                    </a:lnTo>
                    <a:lnTo>
                      <a:pt x="408" y="1114"/>
                    </a:lnTo>
                    <a:lnTo>
                      <a:pt x="408" y="1130"/>
                    </a:lnTo>
                    <a:lnTo>
                      <a:pt x="426" y="1120"/>
                    </a:lnTo>
                    <a:lnTo>
                      <a:pt x="442" y="1120"/>
                    </a:lnTo>
                    <a:lnTo>
                      <a:pt x="452" y="1122"/>
                    </a:lnTo>
                    <a:lnTo>
                      <a:pt x="454" y="1124"/>
                    </a:lnTo>
                    <a:lnTo>
                      <a:pt x="458" y="1124"/>
                    </a:lnTo>
                    <a:lnTo>
                      <a:pt x="462" y="1126"/>
                    </a:lnTo>
                    <a:lnTo>
                      <a:pt x="464" y="1126"/>
                    </a:lnTo>
                    <a:lnTo>
                      <a:pt x="466" y="1128"/>
                    </a:lnTo>
                    <a:lnTo>
                      <a:pt x="478" y="1130"/>
                    </a:lnTo>
                    <a:lnTo>
                      <a:pt x="488" y="1138"/>
                    </a:lnTo>
                    <a:lnTo>
                      <a:pt x="494" y="1146"/>
                    </a:lnTo>
                    <a:lnTo>
                      <a:pt x="496" y="1152"/>
                    </a:lnTo>
                    <a:lnTo>
                      <a:pt x="498" y="1156"/>
                    </a:lnTo>
                    <a:lnTo>
                      <a:pt x="498" y="1160"/>
                    </a:lnTo>
                    <a:lnTo>
                      <a:pt x="508" y="1160"/>
                    </a:lnTo>
                    <a:lnTo>
                      <a:pt x="516" y="1158"/>
                    </a:lnTo>
                    <a:lnTo>
                      <a:pt x="520" y="1150"/>
                    </a:lnTo>
                    <a:lnTo>
                      <a:pt x="522" y="1148"/>
                    </a:lnTo>
                    <a:lnTo>
                      <a:pt x="524" y="1148"/>
                    </a:lnTo>
                    <a:lnTo>
                      <a:pt x="530" y="1144"/>
                    </a:lnTo>
                    <a:lnTo>
                      <a:pt x="534" y="1142"/>
                    </a:lnTo>
                    <a:lnTo>
                      <a:pt x="540" y="1138"/>
                    </a:lnTo>
                    <a:lnTo>
                      <a:pt x="542" y="1132"/>
                    </a:lnTo>
                    <a:lnTo>
                      <a:pt x="546" y="1126"/>
                    </a:lnTo>
                    <a:lnTo>
                      <a:pt x="546" y="1126"/>
                    </a:lnTo>
                    <a:lnTo>
                      <a:pt x="550" y="1126"/>
                    </a:lnTo>
                    <a:lnTo>
                      <a:pt x="554" y="1128"/>
                    </a:lnTo>
                    <a:lnTo>
                      <a:pt x="556" y="1128"/>
                    </a:lnTo>
                    <a:lnTo>
                      <a:pt x="560" y="1128"/>
                    </a:lnTo>
                    <a:lnTo>
                      <a:pt x="566" y="1128"/>
                    </a:lnTo>
                    <a:lnTo>
                      <a:pt x="580" y="1130"/>
                    </a:lnTo>
                    <a:lnTo>
                      <a:pt x="594" y="1128"/>
                    </a:lnTo>
                    <a:lnTo>
                      <a:pt x="610" y="1118"/>
                    </a:lnTo>
                    <a:lnTo>
                      <a:pt x="618" y="1118"/>
                    </a:lnTo>
                    <a:lnTo>
                      <a:pt x="626" y="1126"/>
                    </a:lnTo>
                    <a:lnTo>
                      <a:pt x="628" y="1126"/>
                    </a:lnTo>
                    <a:lnTo>
                      <a:pt x="630" y="1128"/>
                    </a:lnTo>
                    <a:lnTo>
                      <a:pt x="632" y="1130"/>
                    </a:lnTo>
                    <a:lnTo>
                      <a:pt x="636" y="1134"/>
                    </a:lnTo>
                    <a:lnTo>
                      <a:pt x="640" y="1136"/>
                    </a:lnTo>
                    <a:lnTo>
                      <a:pt x="644" y="1138"/>
                    </a:lnTo>
                    <a:lnTo>
                      <a:pt x="650" y="1138"/>
                    </a:lnTo>
                    <a:lnTo>
                      <a:pt x="682" y="1138"/>
                    </a:lnTo>
                    <a:lnTo>
                      <a:pt x="680" y="1138"/>
                    </a:lnTo>
                    <a:lnTo>
                      <a:pt x="678" y="1136"/>
                    </a:lnTo>
                    <a:lnTo>
                      <a:pt x="676" y="1132"/>
                    </a:lnTo>
                    <a:lnTo>
                      <a:pt x="674" y="1128"/>
                    </a:lnTo>
                    <a:lnTo>
                      <a:pt x="672" y="1124"/>
                    </a:lnTo>
                    <a:lnTo>
                      <a:pt x="670" y="1118"/>
                    </a:lnTo>
                    <a:lnTo>
                      <a:pt x="672" y="1114"/>
                    </a:lnTo>
                    <a:lnTo>
                      <a:pt x="670" y="1114"/>
                    </a:lnTo>
                    <a:lnTo>
                      <a:pt x="670" y="1110"/>
                    </a:lnTo>
                    <a:lnTo>
                      <a:pt x="666" y="1108"/>
                    </a:lnTo>
                    <a:lnTo>
                      <a:pt x="664" y="1106"/>
                    </a:lnTo>
                    <a:lnTo>
                      <a:pt x="660" y="1104"/>
                    </a:lnTo>
                    <a:lnTo>
                      <a:pt x="658" y="1104"/>
                    </a:lnTo>
                    <a:lnTo>
                      <a:pt x="656" y="1102"/>
                    </a:lnTo>
                    <a:lnTo>
                      <a:pt x="654" y="1096"/>
                    </a:lnTo>
                    <a:lnTo>
                      <a:pt x="654" y="1096"/>
                    </a:lnTo>
                    <a:lnTo>
                      <a:pt x="654" y="1094"/>
                    </a:lnTo>
                    <a:lnTo>
                      <a:pt x="654" y="1090"/>
                    </a:lnTo>
                    <a:lnTo>
                      <a:pt x="654" y="1088"/>
                    </a:lnTo>
                    <a:lnTo>
                      <a:pt x="656" y="1084"/>
                    </a:lnTo>
                    <a:lnTo>
                      <a:pt x="658" y="1080"/>
                    </a:lnTo>
                    <a:lnTo>
                      <a:pt x="662" y="1078"/>
                    </a:lnTo>
                    <a:lnTo>
                      <a:pt x="666" y="1076"/>
                    </a:lnTo>
                    <a:lnTo>
                      <a:pt x="672" y="1076"/>
                    </a:lnTo>
                    <a:lnTo>
                      <a:pt x="682" y="1078"/>
                    </a:lnTo>
                    <a:lnTo>
                      <a:pt x="694" y="1070"/>
                    </a:lnTo>
                    <a:lnTo>
                      <a:pt x="694" y="1070"/>
                    </a:lnTo>
                    <a:lnTo>
                      <a:pt x="696" y="1068"/>
                    </a:lnTo>
                    <a:lnTo>
                      <a:pt x="700" y="1066"/>
                    </a:lnTo>
                    <a:lnTo>
                      <a:pt x="704" y="1064"/>
                    </a:lnTo>
                    <a:lnTo>
                      <a:pt x="708" y="1064"/>
                    </a:lnTo>
                    <a:lnTo>
                      <a:pt x="708" y="1064"/>
                    </a:lnTo>
                    <a:lnTo>
                      <a:pt x="712" y="1064"/>
                    </a:lnTo>
                    <a:lnTo>
                      <a:pt x="714" y="1064"/>
                    </a:lnTo>
                    <a:lnTo>
                      <a:pt x="720" y="1062"/>
                    </a:lnTo>
                    <a:lnTo>
                      <a:pt x="724" y="1060"/>
                    </a:lnTo>
                    <a:lnTo>
                      <a:pt x="728" y="1056"/>
                    </a:lnTo>
                    <a:lnTo>
                      <a:pt x="732" y="1050"/>
                    </a:lnTo>
                    <a:lnTo>
                      <a:pt x="736" y="1044"/>
                    </a:lnTo>
                    <a:lnTo>
                      <a:pt x="736" y="1042"/>
                    </a:lnTo>
                    <a:lnTo>
                      <a:pt x="736" y="1040"/>
                    </a:lnTo>
                    <a:lnTo>
                      <a:pt x="738" y="1038"/>
                    </a:lnTo>
                    <a:lnTo>
                      <a:pt x="738" y="1034"/>
                    </a:lnTo>
                    <a:lnTo>
                      <a:pt x="740" y="1032"/>
                    </a:lnTo>
                    <a:lnTo>
                      <a:pt x="738" y="1028"/>
                    </a:lnTo>
                    <a:lnTo>
                      <a:pt x="738" y="1026"/>
                    </a:lnTo>
                    <a:lnTo>
                      <a:pt x="734" y="1026"/>
                    </a:lnTo>
                    <a:lnTo>
                      <a:pt x="732" y="1022"/>
                    </a:lnTo>
                    <a:lnTo>
                      <a:pt x="730" y="1020"/>
                    </a:lnTo>
                    <a:lnTo>
                      <a:pt x="728" y="1016"/>
                    </a:lnTo>
                    <a:lnTo>
                      <a:pt x="728" y="1012"/>
                    </a:lnTo>
                    <a:lnTo>
                      <a:pt x="728" y="1010"/>
                    </a:lnTo>
                    <a:lnTo>
                      <a:pt x="734" y="1006"/>
                    </a:lnTo>
                    <a:lnTo>
                      <a:pt x="738" y="1006"/>
                    </a:lnTo>
                    <a:lnTo>
                      <a:pt x="740" y="1006"/>
                    </a:lnTo>
                    <a:lnTo>
                      <a:pt x="742" y="1004"/>
                    </a:lnTo>
                    <a:lnTo>
                      <a:pt x="742" y="1004"/>
                    </a:lnTo>
                    <a:lnTo>
                      <a:pt x="744" y="1002"/>
                    </a:lnTo>
                    <a:lnTo>
                      <a:pt x="744" y="1000"/>
                    </a:lnTo>
                    <a:lnTo>
                      <a:pt x="744" y="998"/>
                    </a:lnTo>
                    <a:lnTo>
                      <a:pt x="744" y="996"/>
                    </a:lnTo>
                    <a:lnTo>
                      <a:pt x="746" y="996"/>
                    </a:lnTo>
                    <a:lnTo>
                      <a:pt x="748" y="994"/>
                    </a:lnTo>
                    <a:lnTo>
                      <a:pt x="752" y="994"/>
                    </a:lnTo>
                    <a:lnTo>
                      <a:pt x="756" y="994"/>
                    </a:lnTo>
                    <a:lnTo>
                      <a:pt x="760" y="992"/>
                    </a:lnTo>
                    <a:lnTo>
                      <a:pt x="764" y="988"/>
                    </a:lnTo>
                    <a:lnTo>
                      <a:pt x="768" y="982"/>
                    </a:lnTo>
                    <a:lnTo>
                      <a:pt x="770" y="976"/>
                    </a:lnTo>
                    <a:lnTo>
                      <a:pt x="770" y="970"/>
                    </a:lnTo>
                    <a:lnTo>
                      <a:pt x="772" y="964"/>
                    </a:lnTo>
                    <a:lnTo>
                      <a:pt x="774" y="960"/>
                    </a:lnTo>
                    <a:lnTo>
                      <a:pt x="778" y="956"/>
                    </a:lnTo>
                    <a:lnTo>
                      <a:pt x="784" y="954"/>
                    </a:lnTo>
                    <a:lnTo>
                      <a:pt x="788" y="954"/>
                    </a:lnTo>
                    <a:lnTo>
                      <a:pt x="794" y="954"/>
                    </a:lnTo>
                    <a:lnTo>
                      <a:pt x="798" y="952"/>
                    </a:lnTo>
                    <a:lnTo>
                      <a:pt x="800" y="948"/>
                    </a:lnTo>
                    <a:lnTo>
                      <a:pt x="802" y="942"/>
                    </a:lnTo>
                    <a:lnTo>
                      <a:pt x="804" y="938"/>
                    </a:lnTo>
                    <a:lnTo>
                      <a:pt x="808" y="934"/>
                    </a:lnTo>
                    <a:lnTo>
                      <a:pt x="814" y="928"/>
                    </a:lnTo>
                    <a:lnTo>
                      <a:pt x="818" y="926"/>
                    </a:lnTo>
                    <a:lnTo>
                      <a:pt x="826" y="924"/>
                    </a:lnTo>
                    <a:lnTo>
                      <a:pt x="830" y="924"/>
                    </a:lnTo>
                    <a:lnTo>
                      <a:pt x="832" y="922"/>
                    </a:lnTo>
                    <a:lnTo>
                      <a:pt x="834" y="920"/>
                    </a:lnTo>
                    <a:lnTo>
                      <a:pt x="834" y="918"/>
                    </a:lnTo>
                    <a:lnTo>
                      <a:pt x="834" y="914"/>
                    </a:lnTo>
                    <a:lnTo>
                      <a:pt x="834" y="912"/>
                    </a:lnTo>
                    <a:lnTo>
                      <a:pt x="836" y="910"/>
                    </a:lnTo>
                    <a:lnTo>
                      <a:pt x="836" y="908"/>
                    </a:lnTo>
                    <a:lnTo>
                      <a:pt x="838" y="904"/>
                    </a:lnTo>
                    <a:lnTo>
                      <a:pt x="840" y="902"/>
                    </a:lnTo>
                    <a:lnTo>
                      <a:pt x="844" y="900"/>
                    </a:lnTo>
                    <a:lnTo>
                      <a:pt x="850" y="898"/>
                    </a:lnTo>
                    <a:lnTo>
                      <a:pt x="872" y="898"/>
                    </a:lnTo>
                    <a:lnTo>
                      <a:pt x="872" y="898"/>
                    </a:lnTo>
                    <a:lnTo>
                      <a:pt x="872" y="896"/>
                    </a:lnTo>
                    <a:lnTo>
                      <a:pt x="874" y="894"/>
                    </a:lnTo>
                    <a:lnTo>
                      <a:pt x="876" y="892"/>
                    </a:lnTo>
                    <a:lnTo>
                      <a:pt x="878" y="890"/>
                    </a:lnTo>
                    <a:lnTo>
                      <a:pt x="882" y="888"/>
                    </a:lnTo>
                    <a:lnTo>
                      <a:pt x="886" y="888"/>
                    </a:lnTo>
                    <a:lnTo>
                      <a:pt x="894" y="890"/>
                    </a:lnTo>
                    <a:lnTo>
                      <a:pt x="902" y="892"/>
                    </a:lnTo>
                    <a:lnTo>
                      <a:pt x="904" y="892"/>
                    </a:lnTo>
                    <a:lnTo>
                      <a:pt x="914" y="892"/>
                    </a:lnTo>
                    <a:lnTo>
                      <a:pt x="924" y="896"/>
                    </a:lnTo>
                    <a:lnTo>
                      <a:pt x="934" y="902"/>
                    </a:lnTo>
                    <a:lnTo>
                      <a:pt x="952" y="920"/>
                    </a:lnTo>
                    <a:lnTo>
                      <a:pt x="952" y="920"/>
                    </a:lnTo>
                    <a:lnTo>
                      <a:pt x="954" y="918"/>
                    </a:lnTo>
                    <a:lnTo>
                      <a:pt x="958" y="918"/>
                    </a:lnTo>
                    <a:lnTo>
                      <a:pt x="960" y="914"/>
                    </a:lnTo>
                    <a:lnTo>
                      <a:pt x="964" y="912"/>
                    </a:lnTo>
                    <a:lnTo>
                      <a:pt x="966" y="906"/>
                    </a:lnTo>
                    <a:lnTo>
                      <a:pt x="966" y="900"/>
                    </a:lnTo>
                    <a:lnTo>
                      <a:pt x="968" y="898"/>
                    </a:lnTo>
                    <a:lnTo>
                      <a:pt x="972" y="896"/>
                    </a:lnTo>
                    <a:lnTo>
                      <a:pt x="974" y="896"/>
                    </a:lnTo>
                    <a:lnTo>
                      <a:pt x="978" y="896"/>
                    </a:lnTo>
                    <a:lnTo>
                      <a:pt x="982" y="892"/>
                    </a:lnTo>
                    <a:lnTo>
                      <a:pt x="990" y="884"/>
                    </a:lnTo>
                    <a:lnTo>
                      <a:pt x="1000" y="878"/>
                    </a:lnTo>
                    <a:lnTo>
                      <a:pt x="1012" y="878"/>
                    </a:lnTo>
                    <a:lnTo>
                      <a:pt x="1024" y="882"/>
                    </a:lnTo>
                    <a:lnTo>
                      <a:pt x="1036" y="882"/>
                    </a:lnTo>
                    <a:lnTo>
                      <a:pt x="1046" y="880"/>
                    </a:lnTo>
                    <a:lnTo>
                      <a:pt x="1062" y="882"/>
                    </a:lnTo>
                    <a:lnTo>
                      <a:pt x="1080" y="890"/>
                    </a:lnTo>
                    <a:lnTo>
                      <a:pt x="1100" y="902"/>
                    </a:lnTo>
                    <a:lnTo>
                      <a:pt x="1102" y="902"/>
                    </a:lnTo>
                    <a:lnTo>
                      <a:pt x="1108" y="904"/>
                    </a:lnTo>
                    <a:lnTo>
                      <a:pt x="1120" y="904"/>
                    </a:lnTo>
                    <a:lnTo>
                      <a:pt x="1138" y="900"/>
                    </a:lnTo>
                    <a:lnTo>
                      <a:pt x="1150" y="896"/>
                    </a:lnTo>
                    <a:lnTo>
                      <a:pt x="1158" y="892"/>
                    </a:lnTo>
                    <a:lnTo>
                      <a:pt x="1164" y="888"/>
                    </a:lnTo>
                    <a:lnTo>
                      <a:pt x="1166" y="884"/>
                    </a:lnTo>
                    <a:lnTo>
                      <a:pt x="1168" y="882"/>
                    </a:lnTo>
                    <a:lnTo>
                      <a:pt x="1168" y="880"/>
                    </a:lnTo>
                    <a:lnTo>
                      <a:pt x="1168" y="880"/>
                    </a:lnTo>
                    <a:lnTo>
                      <a:pt x="1176" y="880"/>
                    </a:lnTo>
                    <a:lnTo>
                      <a:pt x="1188" y="884"/>
                    </a:lnTo>
                    <a:lnTo>
                      <a:pt x="1202" y="892"/>
                    </a:lnTo>
                    <a:lnTo>
                      <a:pt x="1224" y="900"/>
                    </a:lnTo>
                    <a:lnTo>
                      <a:pt x="1244" y="884"/>
                    </a:lnTo>
                    <a:lnTo>
                      <a:pt x="1244" y="880"/>
                    </a:lnTo>
                    <a:lnTo>
                      <a:pt x="1244" y="870"/>
                    </a:lnTo>
                    <a:lnTo>
                      <a:pt x="1244" y="858"/>
                    </a:lnTo>
                    <a:lnTo>
                      <a:pt x="1250" y="844"/>
                    </a:lnTo>
                    <a:lnTo>
                      <a:pt x="1256" y="832"/>
                    </a:lnTo>
                    <a:lnTo>
                      <a:pt x="1270" y="826"/>
                    </a:lnTo>
                    <a:lnTo>
                      <a:pt x="1288" y="824"/>
                    </a:lnTo>
                    <a:lnTo>
                      <a:pt x="1304" y="826"/>
                    </a:lnTo>
                    <a:lnTo>
                      <a:pt x="1312" y="832"/>
                    </a:lnTo>
                    <a:lnTo>
                      <a:pt x="1320" y="844"/>
                    </a:lnTo>
                    <a:lnTo>
                      <a:pt x="1320" y="844"/>
                    </a:lnTo>
                    <a:lnTo>
                      <a:pt x="1322" y="848"/>
                    </a:lnTo>
                    <a:lnTo>
                      <a:pt x="1324" y="852"/>
                    </a:lnTo>
                    <a:lnTo>
                      <a:pt x="1326" y="858"/>
                    </a:lnTo>
                    <a:lnTo>
                      <a:pt x="1328" y="866"/>
                    </a:lnTo>
                    <a:lnTo>
                      <a:pt x="1330" y="874"/>
                    </a:lnTo>
                    <a:lnTo>
                      <a:pt x="1332" y="876"/>
                    </a:lnTo>
                    <a:lnTo>
                      <a:pt x="1340" y="884"/>
                    </a:lnTo>
                    <a:lnTo>
                      <a:pt x="1348" y="894"/>
                    </a:lnTo>
                    <a:lnTo>
                      <a:pt x="1354" y="904"/>
                    </a:lnTo>
                    <a:lnTo>
                      <a:pt x="1358" y="916"/>
                    </a:lnTo>
                    <a:lnTo>
                      <a:pt x="1358" y="916"/>
                    </a:lnTo>
                    <a:lnTo>
                      <a:pt x="1360" y="914"/>
                    </a:lnTo>
                    <a:lnTo>
                      <a:pt x="1364" y="914"/>
                    </a:lnTo>
                    <a:lnTo>
                      <a:pt x="1368" y="914"/>
                    </a:lnTo>
                    <a:lnTo>
                      <a:pt x="1372" y="914"/>
                    </a:lnTo>
                    <a:lnTo>
                      <a:pt x="1376" y="914"/>
                    </a:lnTo>
                    <a:lnTo>
                      <a:pt x="1380" y="918"/>
                    </a:lnTo>
                    <a:lnTo>
                      <a:pt x="1384" y="922"/>
                    </a:lnTo>
                    <a:lnTo>
                      <a:pt x="1388" y="928"/>
                    </a:lnTo>
                    <a:lnTo>
                      <a:pt x="1388" y="928"/>
                    </a:lnTo>
                    <a:lnTo>
                      <a:pt x="1388" y="930"/>
                    </a:lnTo>
                    <a:lnTo>
                      <a:pt x="1388" y="932"/>
                    </a:lnTo>
                    <a:lnTo>
                      <a:pt x="1390" y="934"/>
                    </a:lnTo>
                    <a:lnTo>
                      <a:pt x="1392" y="936"/>
                    </a:lnTo>
                    <a:lnTo>
                      <a:pt x="1394" y="938"/>
                    </a:lnTo>
                    <a:lnTo>
                      <a:pt x="1398" y="938"/>
                    </a:lnTo>
                    <a:lnTo>
                      <a:pt x="1402" y="938"/>
                    </a:lnTo>
                    <a:lnTo>
                      <a:pt x="1408" y="936"/>
                    </a:lnTo>
                    <a:lnTo>
                      <a:pt x="1414" y="932"/>
                    </a:lnTo>
                    <a:lnTo>
                      <a:pt x="1414" y="930"/>
                    </a:lnTo>
                    <a:lnTo>
                      <a:pt x="1416" y="928"/>
                    </a:lnTo>
                    <a:lnTo>
                      <a:pt x="1418" y="924"/>
                    </a:lnTo>
                    <a:lnTo>
                      <a:pt x="1422" y="918"/>
                    </a:lnTo>
                    <a:lnTo>
                      <a:pt x="1428" y="914"/>
                    </a:lnTo>
                    <a:lnTo>
                      <a:pt x="1432" y="908"/>
                    </a:lnTo>
                    <a:lnTo>
                      <a:pt x="1438" y="904"/>
                    </a:lnTo>
                    <a:lnTo>
                      <a:pt x="1444" y="902"/>
                    </a:lnTo>
                    <a:lnTo>
                      <a:pt x="1444" y="902"/>
                    </a:lnTo>
                    <a:lnTo>
                      <a:pt x="1444" y="902"/>
                    </a:lnTo>
                    <a:lnTo>
                      <a:pt x="1444" y="904"/>
                    </a:lnTo>
                    <a:lnTo>
                      <a:pt x="1444" y="906"/>
                    </a:lnTo>
                    <a:lnTo>
                      <a:pt x="1444" y="908"/>
                    </a:lnTo>
                    <a:lnTo>
                      <a:pt x="1444" y="914"/>
                    </a:lnTo>
                    <a:lnTo>
                      <a:pt x="1442" y="920"/>
                    </a:lnTo>
                    <a:lnTo>
                      <a:pt x="1440" y="928"/>
                    </a:lnTo>
                    <a:lnTo>
                      <a:pt x="1438" y="932"/>
                    </a:lnTo>
                    <a:lnTo>
                      <a:pt x="1432" y="944"/>
                    </a:lnTo>
                    <a:lnTo>
                      <a:pt x="1426" y="956"/>
                    </a:lnTo>
                    <a:lnTo>
                      <a:pt x="1418" y="968"/>
                    </a:lnTo>
                    <a:lnTo>
                      <a:pt x="1400" y="988"/>
                    </a:lnTo>
                    <a:lnTo>
                      <a:pt x="1396" y="99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8" name="Google Shape;468;p8"/>
              <p:cNvSpPr/>
              <p:nvPr/>
            </p:nvSpPr>
            <p:spPr>
              <a:xfrm>
                <a:off x="2162" y="2552"/>
                <a:ext cx="86" cy="116"/>
              </a:xfrm>
              <a:custGeom>
                <a:avLst/>
                <a:gdLst/>
                <a:ahLst/>
                <a:cxnLst/>
                <a:rect l="l" t="t" r="r" b="b"/>
                <a:pathLst>
                  <a:path w="86" h="116" extrusionOk="0">
                    <a:moveTo>
                      <a:pt x="0" y="26"/>
                    </a:moveTo>
                    <a:lnTo>
                      <a:pt x="2" y="26"/>
                    </a:lnTo>
                    <a:lnTo>
                      <a:pt x="4" y="26"/>
                    </a:lnTo>
                    <a:lnTo>
                      <a:pt x="8" y="28"/>
                    </a:lnTo>
                    <a:lnTo>
                      <a:pt x="8" y="30"/>
                    </a:lnTo>
                    <a:lnTo>
                      <a:pt x="10" y="32"/>
                    </a:lnTo>
                    <a:lnTo>
                      <a:pt x="10" y="36"/>
                    </a:lnTo>
                    <a:lnTo>
                      <a:pt x="10" y="36"/>
                    </a:lnTo>
                    <a:lnTo>
                      <a:pt x="20" y="36"/>
                    </a:lnTo>
                    <a:lnTo>
                      <a:pt x="22" y="40"/>
                    </a:lnTo>
                    <a:lnTo>
                      <a:pt x="22" y="44"/>
                    </a:lnTo>
                    <a:lnTo>
                      <a:pt x="22" y="48"/>
                    </a:lnTo>
                    <a:lnTo>
                      <a:pt x="20" y="54"/>
                    </a:lnTo>
                    <a:lnTo>
                      <a:pt x="20" y="58"/>
                    </a:lnTo>
                    <a:lnTo>
                      <a:pt x="18" y="60"/>
                    </a:lnTo>
                    <a:lnTo>
                      <a:pt x="18" y="60"/>
                    </a:lnTo>
                    <a:lnTo>
                      <a:pt x="18" y="62"/>
                    </a:lnTo>
                    <a:lnTo>
                      <a:pt x="20" y="62"/>
                    </a:lnTo>
                    <a:lnTo>
                      <a:pt x="24" y="62"/>
                    </a:lnTo>
                    <a:lnTo>
                      <a:pt x="26" y="60"/>
                    </a:lnTo>
                    <a:lnTo>
                      <a:pt x="30" y="58"/>
                    </a:lnTo>
                    <a:lnTo>
                      <a:pt x="32" y="56"/>
                    </a:lnTo>
                    <a:lnTo>
                      <a:pt x="34" y="56"/>
                    </a:lnTo>
                    <a:lnTo>
                      <a:pt x="38" y="56"/>
                    </a:lnTo>
                    <a:lnTo>
                      <a:pt x="40" y="58"/>
                    </a:lnTo>
                    <a:lnTo>
                      <a:pt x="42" y="58"/>
                    </a:lnTo>
                    <a:lnTo>
                      <a:pt x="44" y="60"/>
                    </a:lnTo>
                    <a:lnTo>
                      <a:pt x="50" y="66"/>
                    </a:lnTo>
                    <a:lnTo>
                      <a:pt x="54" y="72"/>
                    </a:lnTo>
                    <a:lnTo>
                      <a:pt x="58" y="78"/>
                    </a:lnTo>
                    <a:lnTo>
                      <a:pt x="60" y="84"/>
                    </a:lnTo>
                    <a:lnTo>
                      <a:pt x="60" y="86"/>
                    </a:lnTo>
                    <a:lnTo>
                      <a:pt x="60" y="88"/>
                    </a:lnTo>
                    <a:lnTo>
                      <a:pt x="62" y="94"/>
                    </a:lnTo>
                    <a:lnTo>
                      <a:pt x="62" y="100"/>
                    </a:lnTo>
                    <a:lnTo>
                      <a:pt x="62" y="104"/>
                    </a:lnTo>
                    <a:lnTo>
                      <a:pt x="62" y="108"/>
                    </a:lnTo>
                    <a:lnTo>
                      <a:pt x="60" y="110"/>
                    </a:lnTo>
                    <a:lnTo>
                      <a:pt x="68" y="116"/>
                    </a:lnTo>
                    <a:lnTo>
                      <a:pt x="70" y="114"/>
                    </a:lnTo>
                    <a:lnTo>
                      <a:pt x="72" y="114"/>
                    </a:lnTo>
                    <a:lnTo>
                      <a:pt x="78" y="114"/>
                    </a:lnTo>
                    <a:lnTo>
                      <a:pt x="82" y="114"/>
                    </a:lnTo>
                    <a:lnTo>
                      <a:pt x="86" y="114"/>
                    </a:lnTo>
                    <a:lnTo>
                      <a:pt x="86" y="110"/>
                    </a:lnTo>
                    <a:lnTo>
                      <a:pt x="86" y="100"/>
                    </a:lnTo>
                    <a:lnTo>
                      <a:pt x="84" y="88"/>
                    </a:lnTo>
                    <a:lnTo>
                      <a:pt x="80" y="78"/>
                    </a:lnTo>
                    <a:lnTo>
                      <a:pt x="76" y="74"/>
                    </a:lnTo>
                    <a:lnTo>
                      <a:pt x="72" y="70"/>
                    </a:lnTo>
                    <a:lnTo>
                      <a:pt x="68" y="66"/>
                    </a:lnTo>
                    <a:lnTo>
                      <a:pt x="64" y="62"/>
                    </a:lnTo>
                    <a:lnTo>
                      <a:pt x="62" y="60"/>
                    </a:lnTo>
                    <a:lnTo>
                      <a:pt x="60" y="58"/>
                    </a:lnTo>
                    <a:lnTo>
                      <a:pt x="60" y="58"/>
                    </a:lnTo>
                    <a:lnTo>
                      <a:pt x="58" y="56"/>
                    </a:lnTo>
                    <a:lnTo>
                      <a:pt x="54" y="54"/>
                    </a:lnTo>
                    <a:lnTo>
                      <a:pt x="52" y="50"/>
                    </a:lnTo>
                    <a:lnTo>
                      <a:pt x="48" y="48"/>
                    </a:lnTo>
                    <a:lnTo>
                      <a:pt x="46" y="44"/>
                    </a:lnTo>
                    <a:lnTo>
                      <a:pt x="48" y="40"/>
                    </a:lnTo>
                    <a:lnTo>
                      <a:pt x="50" y="38"/>
                    </a:lnTo>
                    <a:lnTo>
                      <a:pt x="50" y="38"/>
                    </a:lnTo>
                    <a:lnTo>
                      <a:pt x="52" y="36"/>
                    </a:lnTo>
                    <a:lnTo>
                      <a:pt x="52" y="34"/>
                    </a:lnTo>
                    <a:lnTo>
                      <a:pt x="54" y="30"/>
                    </a:lnTo>
                    <a:lnTo>
                      <a:pt x="54" y="26"/>
                    </a:lnTo>
                    <a:lnTo>
                      <a:pt x="52" y="24"/>
                    </a:lnTo>
                    <a:lnTo>
                      <a:pt x="50" y="20"/>
                    </a:lnTo>
                    <a:lnTo>
                      <a:pt x="40" y="16"/>
                    </a:lnTo>
                    <a:lnTo>
                      <a:pt x="38" y="4"/>
                    </a:lnTo>
                    <a:lnTo>
                      <a:pt x="36" y="4"/>
                    </a:lnTo>
                    <a:lnTo>
                      <a:pt x="36" y="2"/>
                    </a:lnTo>
                    <a:lnTo>
                      <a:pt x="34" y="0"/>
                    </a:lnTo>
                    <a:lnTo>
                      <a:pt x="30" y="0"/>
                    </a:lnTo>
                    <a:lnTo>
                      <a:pt x="28" y="0"/>
                    </a:lnTo>
                    <a:lnTo>
                      <a:pt x="24" y="2"/>
                    </a:lnTo>
                    <a:lnTo>
                      <a:pt x="24" y="4"/>
                    </a:lnTo>
                    <a:lnTo>
                      <a:pt x="24" y="6"/>
                    </a:lnTo>
                    <a:lnTo>
                      <a:pt x="24" y="10"/>
                    </a:lnTo>
                    <a:lnTo>
                      <a:pt x="24" y="14"/>
                    </a:lnTo>
                    <a:lnTo>
                      <a:pt x="24" y="18"/>
                    </a:lnTo>
                    <a:lnTo>
                      <a:pt x="24" y="20"/>
                    </a:lnTo>
                    <a:lnTo>
                      <a:pt x="22" y="20"/>
                    </a:lnTo>
                    <a:lnTo>
                      <a:pt x="20" y="20"/>
                    </a:lnTo>
                    <a:lnTo>
                      <a:pt x="18" y="20"/>
                    </a:lnTo>
                    <a:lnTo>
                      <a:pt x="14" y="22"/>
                    </a:lnTo>
                    <a:lnTo>
                      <a:pt x="12" y="22"/>
                    </a:lnTo>
                    <a:lnTo>
                      <a:pt x="12" y="22"/>
                    </a:lnTo>
                    <a:lnTo>
                      <a:pt x="0" y="2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9" name="Google Shape;469;p8"/>
              <p:cNvSpPr/>
              <p:nvPr/>
            </p:nvSpPr>
            <p:spPr>
              <a:xfrm>
                <a:off x="1676" y="2360"/>
                <a:ext cx="200" cy="174"/>
              </a:xfrm>
              <a:custGeom>
                <a:avLst/>
                <a:gdLst/>
                <a:ahLst/>
                <a:cxnLst/>
                <a:rect l="l" t="t" r="r" b="b"/>
                <a:pathLst>
                  <a:path w="200" h="174" extrusionOk="0">
                    <a:moveTo>
                      <a:pt x="154" y="0"/>
                    </a:moveTo>
                    <a:lnTo>
                      <a:pt x="154" y="2"/>
                    </a:lnTo>
                    <a:lnTo>
                      <a:pt x="150" y="2"/>
                    </a:lnTo>
                    <a:lnTo>
                      <a:pt x="148" y="4"/>
                    </a:lnTo>
                    <a:lnTo>
                      <a:pt x="144" y="8"/>
                    </a:lnTo>
                    <a:lnTo>
                      <a:pt x="142" y="10"/>
                    </a:lnTo>
                    <a:lnTo>
                      <a:pt x="142" y="14"/>
                    </a:lnTo>
                    <a:lnTo>
                      <a:pt x="126" y="18"/>
                    </a:lnTo>
                    <a:lnTo>
                      <a:pt x="122" y="28"/>
                    </a:lnTo>
                    <a:lnTo>
                      <a:pt x="122" y="28"/>
                    </a:lnTo>
                    <a:lnTo>
                      <a:pt x="120" y="28"/>
                    </a:lnTo>
                    <a:lnTo>
                      <a:pt x="118" y="30"/>
                    </a:lnTo>
                    <a:lnTo>
                      <a:pt x="116" y="30"/>
                    </a:lnTo>
                    <a:lnTo>
                      <a:pt x="112" y="32"/>
                    </a:lnTo>
                    <a:lnTo>
                      <a:pt x="110" y="36"/>
                    </a:lnTo>
                    <a:lnTo>
                      <a:pt x="110" y="40"/>
                    </a:lnTo>
                    <a:lnTo>
                      <a:pt x="110" y="46"/>
                    </a:lnTo>
                    <a:lnTo>
                      <a:pt x="92" y="66"/>
                    </a:lnTo>
                    <a:lnTo>
                      <a:pt x="90" y="66"/>
                    </a:lnTo>
                    <a:lnTo>
                      <a:pt x="86" y="66"/>
                    </a:lnTo>
                    <a:lnTo>
                      <a:pt x="82" y="66"/>
                    </a:lnTo>
                    <a:lnTo>
                      <a:pt x="76" y="66"/>
                    </a:lnTo>
                    <a:lnTo>
                      <a:pt x="72" y="68"/>
                    </a:lnTo>
                    <a:lnTo>
                      <a:pt x="66" y="70"/>
                    </a:lnTo>
                    <a:lnTo>
                      <a:pt x="62" y="74"/>
                    </a:lnTo>
                    <a:lnTo>
                      <a:pt x="60" y="78"/>
                    </a:lnTo>
                    <a:lnTo>
                      <a:pt x="56" y="82"/>
                    </a:lnTo>
                    <a:lnTo>
                      <a:pt x="52" y="86"/>
                    </a:lnTo>
                    <a:lnTo>
                      <a:pt x="48" y="88"/>
                    </a:lnTo>
                    <a:lnTo>
                      <a:pt x="46" y="90"/>
                    </a:lnTo>
                    <a:lnTo>
                      <a:pt x="44" y="92"/>
                    </a:lnTo>
                    <a:lnTo>
                      <a:pt x="42" y="92"/>
                    </a:lnTo>
                    <a:lnTo>
                      <a:pt x="40" y="94"/>
                    </a:lnTo>
                    <a:lnTo>
                      <a:pt x="32" y="96"/>
                    </a:lnTo>
                    <a:lnTo>
                      <a:pt x="20" y="98"/>
                    </a:lnTo>
                    <a:lnTo>
                      <a:pt x="8" y="98"/>
                    </a:lnTo>
                    <a:lnTo>
                      <a:pt x="0" y="96"/>
                    </a:lnTo>
                    <a:lnTo>
                      <a:pt x="12" y="116"/>
                    </a:lnTo>
                    <a:lnTo>
                      <a:pt x="14" y="120"/>
                    </a:lnTo>
                    <a:lnTo>
                      <a:pt x="14" y="130"/>
                    </a:lnTo>
                    <a:lnTo>
                      <a:pt x="14" y="130"/>
                    </a:lnTo>
                    <a:lnTo>
                      <a:pt x="12" y="132"/>
                    </a:lnTo>
                    <a:lnTo>
                      <a:pt x="8" y="134"/>
                    </a:lnTo>
                    <a:lnTo>
                      <a:pt x="6" y="138"/>
                    </a:lnTo>
                    <a:lnTo>
                      <a:pt x="4" y="144"/>
                    </a:lnTo>
                    <a:lnTo>
                      <a:pt x="4" y="146"/>
                    </a:lnTo>
                    <a:lnTo>
                      <a:pt x="4" y="150"/>
                    </a:lnTo>
                    <a:lnTo>
                      <a:pt x="4" y="154"/>
                    </a:lnTo>
                    <a:lnTo>
                      <a:pt x="6" y="158"/>
                    </a:lnTo>
                    <a:lnTo>
                      <a:pt x="8" y="162"/>
                    </a:lnTo>
                    <a:lnTo>
                      <a:pt x="8" y="162"/>
                    </a:lnTo>
                    <a:lnTo>
                      <a:pt x="10" y="160"/>
                    </a:lnTo>
                    <a:lnTo>
                      <a:pt x="14" y="160"/>
                    </a:lnTo>
                    <a:lnTo>
                      <a:pt x="18" y="158"/>
                    </a:lnTo>
                    <a:lnTo>
                      <a:pt x="22" y="158"/>
                    </a:lnTo>
                    <a:lnTo>
                      <a:pt x="24" y="156"/>
                    </a:lnTo>
                    <a:lnTo>
                      <a:pt x="30" y="156"/>
                    </a:lnTo>
                    <a:lnTo>
                      <a:pt x="34" y="158"/>
                    </a:lnTo>
                    <a:lnTo>
                      <a:pt x="40" y="158"/>
                    </a:lnTo>
                    <a:lnTo>
                      <a:pt x="44" y="158"/>
                    </a:lnTo>
                    <a:lnTo>
                      <a:pt x="44" y="158"/>
                    </a:lnTo>
                    <a:lnTo>
                      <a:pt x="46" y="158"/>
                    </a:lnTo>
                    <a:lnTo>
                      <a:pt x="48" y="158"/>
                    </a:lnTo>
                    <a:lnTo>
                      <a:pt x="52" y="158"/>
                    </a:lnTo>
                    <a:lnTo>
                      <a:pt x="56" y="160"/>
                    </a:lnTo>
                    <a:lnTo>
                      <a:pt x="60" y="160"/>
                    </a:lnTo>
                    <a:lnTo>
                      <a:pt x="64" y="162"/>
                    </a:lnTo>
                    <a:lnTo>
                      <a:pt x="66" y="166"/>
                    </a:lnTo>
                    <a:lnTo>
                      <a:pt x="76" y="174"/>
                    </a:lnTo>
                    <a:lnTo>
                      <a:pt x="92" y="156"/>
                    </a:lnTo>
                    <a:lnTo>
                      <a:pt x="92" y="156"/>
                    </a:lnTo>
                    <a:lnTo>
                      <a:pt x="94" y="156"/>
                    </a:lnTo>
                    <a:lnTo>
                      <a:pt x="96" y="154"/>
                    </a:lnTo>
                    <a:lnTo>
                      <a:pt x="100" y="154"/>
                    </a:lnTo>
                    <a:lnTo>
                      <a:pt x="114" y="154"/>
                    </a:lnTo>
                    <a:lnTo>
                      <a:pt x="120" y="154"/>
                    </a:lnTo>
                    <a:lnTo>
                      <a:pt x="122" y="134"/>
                    </a:lnTo>
                    <a:lnTo>
                      <a:pt x="114" y="130"/>
                    </a:lnTo>
                    <a:lnTo>
                      <a:pt x="114" y="128"/>
                    </a:lnTo>
                    <a:lnTo>
                      <a:pt x="114" y="122"/>
                    </a:lnTo>
                    <a:lnTo>
                      <a:pt x="116" y="112"/>
                    </a:lnTo>
                    <a:lnTo>
                      <a:pt x="120" y="102"/>
                    </a:lnTo>
                    <a:lnTo>
                      <a:pt x="132" y="92"/>
                    </a:lnTo>
                    <a:lnTo>
                      <a:pt x="152" y="82"/>
                    </a:lnTo>
                    <a:lnTo>
                      <a:pt x="152" y="82"/>
                    </a:lnTo>
                    <a:lnTo>
                      <a:pt x="154" y="80"/>
                    </a:lnTo>
                    <a:lnTo>
                      <a:pt x="156" y="76"/>
                    </a:lnTo>
                    <a:lnTo>
                      <a:pt x="160" y="72"/>
                    </a:lnTo>
                    <a:lnTo>
                      <a:pt x="162" y="70"/>
                    </a:lnTo>
                    <a:lnTo>
                      <a:pt x="164" y="66"/>
                    </a:lnTo>
                    <a:lnTo>
                      <a:pt x="164" y="62"/>
                    </a:lnTo>
                    <a:lnTo>
                      <a:pt x="172" y="62"/>
                    </a:lnTo>
                    <a:lnTo>
                      <a:pt x="172" y="60"/>
                    </a:lnTo>
                    <a:lnTo>
                      <a:pt x="170" y="58"/>
                    </a:lnTo>
                    <a:lnTo>
                      <a:pt x="170" y="56"/>
                    </a:lnTo>
                    <a:lnTo>
                      <a:pt x="172" y="52"/>
                    </a:lnTo>
                    <a:lnTo>
                      <a:pt x="174" y="50"/>
                    </a:lnTo>
                    <a:lnTo>
                      <a:pt x="176" y="46"/>
                    </a:lnTo>
                    <a:lnTo>
                      <a:pt x="178" y="46"/>
                    </a:lnTo>
                    <a:lnTo>
                      <a:pt x="180" y="46"/>
                    </a:lnTo>
                    <a:lnTo>
                      <a:pt x="184" y="44"/>
                    </a:lnTo>
                    <a:lnTo>
                      <a:pt x="188" y="44"/>
                    </a:lnTo>
                    <a:lnTo>
                      <a:pt x="192" y="44"/>
                    </a:lnTo>
                    <a:lnTo>
                      <a:pt x="196" y="46"/>
                    </a:lnTo>
                    <a:lnTo>
                      <a:pt x="200" y="46"/>
                    </a:lnTo>
                    <a:lnTo>
                      <a:pt x="200" y="46"/>
                    </a:lnTo>
                    <a:lnTo>
                      <a:pt x="200" y="44"/>
                    </a:lnTo>
                    <a:lnTo>
                      <a:pt x="198" y="42"/>
                    </a:lnTo>
                    <a:lnTo>
                      <a:pt x="196" y="40"/>
                    </a:lnTo>
                    <a:lnTo>
                      <a:pt x="192" y="38"/>
                    </a:lnTo>
                    <a:lnTo>
                      <a:pt x="192" y="38"/>
                    </a:lnTo>
                    <a:lnTo>
                      <a:pt x="190" y="38"/>
                    </a:lnTo>
                    <a:lnTo>
                      <a:pt x="186" y="36"/>
                    </a:lnTo>
                    <a:lnTo>
                      <a:pt x="184" y="36"/>
                    </a:lnTo>
                    <a:lnTo>
                      <a:pt x="182" y="34"/>
                    </a:lnTo>
                    <a:lnTo>
                      <a:pt x="182" y="32"/>
                    </a:lnTo>
                    <a:lnTo>
                      <a:pt x="180" y="32"/>
                    </a:lnTo>
                    <a:lnTo>
                      <a:pt x="178" y="30"/>
                    </a:lnTo>
                    <a:lnTo>
                      <a:pt x="176" y="28"/>
                    </a:lnTo>
                    <a:lnTo>
                      <a:pt x="172" y="26"/>
                    </a:lnTo>
                    <a:lnTo>
                      <a:pt x="166" y="26"/>
                    </a:lnTo>
                    <a:lnTo>
                      <a:pt x="160" y="28"/>
                    </a:lnTo>
                    <a:lnTo>
                      <a:pt x="160" y="28"/>
                    </a:lnTo>
                    <a:lnTo>
                      <a:pt x="158" y="26"/>
                    </a:lnTo>
                    <a:lnTo>
                      <a:pt x="156" y="22"/>
                    </a:lnTo>
                    <a:lnTo>
                      <a:pt x="156" y="18"/>
                    </a:lnTo>
                    <a:lnTo>
                      <a:pt x="156" y="14"/>
                    </a:lnTo>
                    <a:lnTo>
                      <a:pt x="172" y="0"/>
                    </a:lnTo>
                    <a:lnTo>
                      <a:pt x="15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0" name="Google Shape;470;p8"/>
              <p:cNvSpPr/>
              <p:nvPr/>
            </p:nvSpPr>
            <p:spPr>
              <a:xfrm>
                <a:off x="2154" y="2772"/>
                <a:ext cx="68" cy="66"/>
              </a:xfrm>
              <a:custGeom>
                <a:avLst/>
                <a:gdLst/>
                <a:ahLst/>
                <a:cxnLst/>
                <a:rect l="l" t="t" r="r" b="b"/>
                <a:pathLst>
                  <a:path w="68" h="66" extrusionOk="0">
                    <a:moveTo>
                      <a:pt x="0" y="0"/>
                    </a:moveTo>
                    <a:lnTo>
                      <a:pt x="16" y="26"/>
                    </a:lnTo>
                    <a:lnTo>
                      <a:pt x="18" y="28"/>
                    </a:lnTo>
                    <a:lnTo>
                      <a:pt x="28" y="36"/>
                    </a:lnTo>
                    <a:lnTo>
                      <a:pt x="38" y="44"/>
                    </a:lnTo>
                    <a:lnTo>
                      <a:pt x="50" y="54"/>
                    </a:lnTo>
                    <a:lnTo>
                      <a:pt x="60" y="62"/>
                    </a:lnTo>
                    <a:lnTo>
                      <a:pt x="66" y="66"/>
                    </a:lnTo>
                    <a:lnTo>
                      <a:pt x="68" y="66"/>
                    </a:lnTo>
                    <a:lnTo>
                      <a:pt x="68" y="62"/>
                    </a:lnTo>
                    <a:lnTo>
                      <a:pt x="68" y="60"/>
                    </a:lnTo>
                    <a:lnTo>
                      <a:pt x="68" y="58"/>
                    </a:lnTo>
                    <a:lnTo>
                      <a:pt x="66" y="56"/>
                    </a:lnTo>
                    <a:lnTo>
                      <a:pt x="66" y="54"/>
                    </a:lnTo>
                    <a:lnTo>
                      <a:pt x="58" y="42"/>
                    </a:lnTo>
                    <a:lnTo>
                      <a:pt x="58" y="40"/>
                    </a:lnTo>
                    <a:lnTo>
                      <a:pt x="58" y="36"/>
                    </a:lnTo>
                    <a:lnTo>
                      <a:pt x="56" y="32"/>
                    </a:lnTo>
                    <a:lnTo>
                      <a:pt x="56" y="26"/>
                    </a:lnTo>
                    <a:lnTo>
                      <a:pt x="54" y="24"/>
                    </a:lnTo>
                    <a:lnTo>
                      <a:pt x="46" y="12"/>
                    </a:lnTo>
                    <a:lnTo>
                      <a:pt x="38" y="14"/>
                    </a:lnTo>
                    <a:lnTo>
                      <a:pt x="30" y="4"/>
                    </a:lnTo>
                    <a:lnTo>
                      <a:pt x="12" y="6"/>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1" name="Google Shape;471;p8"/>
              <p:cNvSpPr/>
              <p:nvPr/>
            </p:nvSpPr>
            <p:spPr>
              <a:xfrm>
                <a:off x="2016" y="2518"/>
                <a:ext cx="54" cy="56"/>
              </a:xfrm>
              <a:custGeom>
                <a:avLst/>
                <a:gdLst/>
                <a:ahLst/>
                <a:cxnLst/>
                <a:rect l="l" t="t" r="r" b="b"/>
                <a:pathLst>
                  <a:path w="54" h="56" extrusionOk="0">
                    <a:moveTo>
                      <a:pt x="54" y="56"/>
                    </a:moveTo>
                    <a:lnTo>
                      <a:pt x="48" y="44"/>
                    </a:lnTo>
                    <a:lnTo>
                      <a:pt x="48" y="44"/>
                    </a:lnTo>
                    <a:lnTo>
                      <a:pt x="48" y="42"/>
                    </a:lnTo>
                    <a:lnTo>
                      <a:pt x="44" y="40"/>
                    </a:lnTo>
                    <a:lnTo>
                      <a:pt x="40" y="38"/>
                    </a:lnTo>
                    <a:lnTo>
                      <a:pt x="40" y="38"/>
                    </a:lnTo>
                    <a:lnTo>
                      <a:pt x="38" y="36"/>
                    </a:lnTo>
                    <a:lnTo>
                      <a:pt x="34" y="36"/>
                    </a:lnTo>
                    <a:lnTo>
                      <a:pt x="28" y="36"/>
                    </a:lnTo>
                    <a:lnTo>
                      <a:pt x="24" y="38"/>
                    </a:lnTo>
                    <a:lnTo>
                      <a:pt x="20" y="40"/>
                    </a:lnTo>
                    <a:lnTo>
                      <a:pt x="20" y="42"/>
                    </a:lnTo>
                    <a:lnTo>
                      <a:pt x="18" y="42"/>
                    </a:lnTo>
                    <a:lnTo>
                      <a:pt x="18" y="44"/>
                    </a:lnTo>
                    <a:lnTo>
                      <a:pt x="16" y="44"/>
                    </a:lnTo>
                    <a:lnTo>
                      <a:pt x="12" y="46"/>
                    </a:lnTo>
                    <a:lnTo>
                      <a:pt x="6" y="46"/>
                    </a:lnTo>
                    <a:lnTo>
                      <a:pt x="6" y="32"/>
                    </a:lnTo>
                    <a:lnTo>
                      <a:pt x="6" y="32"/>
                    </a:lnTo>
                    <a:lnTo>
                      <a:pt x="6" y="30"/>
                    </a:lnTo>
                    <a:lnTo>
                      <a:pt x="4" y="26"/>
                    </a:lnTo>
                    <a:lnTo>
                      <a:pt x="2" y="26"/>
                    </a:lnTo>
                    <a:lnTo>
                      <a:pt x="2" y="24"/>
                    </a:lnTo>
                    <a:lnTo>
                      <a:pt x="0" y="22"/>
                    </a:lnTo>
                    <a:lnTo>
                      <a:pt x="0" y="18"/>
                    </a:lnTo>
                    <a:lnTo>
                      <a:pt x="0" y="14"/>
                    </a:lnTo>
                    <a:lnTo>
                      <a:pt x="2" y="12"/>
                    </a:lnTo>
                    <a:lnTo>
                      <a:pt x="2" y="10"/>
                    </a:lnTo>
                    <a:lnTo>
                      <a:pt x="2" y="8"/>
                    </a:lnTo>
                    <a:lnTo>
                      <a:pt x="4" y="4"/>
                    </a:lnTo>
                    <a:lnTo>
                      <a:pt x="4" y="2"/>
                    </a:lnTo>
                    <a:lnTo>
                      <a:pt x="6" y="0"/>
                    </a:lnTo>
                    <a:lnTo>
                      <a:pt x="10" y="0"/>
                    </a:lnTo>
                    <a:lnTo>
                      <a:pt x="18" y="0"/>
                    </a:lnTo>
                    <a:lnTo>
                      <a:pt x="24" y="0"/>
                    </a:lnTo>
                    <a:lnTo>
                      <a:pt x="24" y="0"/>
                    </a:lnTo>
                    <a:lnTo>
                      <a:pt x="26" y="0"/>
                    </a:lnTo>
                    <a:lnTo>
                      <a:pt x="26" y="0"/>
                    </a:lnTo>
                    <a:lnTo>
                      <a:pt x="28" y="2"/>
                    </a:lnTo>
                    <a:lnTo>
                      <a:pt x="30" y="6"/>
                    </a:lnTo>
                    <a:lnTo>
                      <a:pt x="30" y="14"/>
                    </a:lnTo>
                    <a:lnTo>
                      <a:pt x="34" y="28"/>
                    </a:lnTo>
                    <a:lnTo>
                      <a:pt x="36" y="26"/>
                    </a:lnTo>
                    <a:lnTo>
                      <a:pt x="36" y="26"/>
                    </a:lnTo>
                    <a:lnTo>
                      <a:pt x="38" y="24"/>
                    </a:lnTo>
                    <a:lnTo>
                      <a:pt x="40" y="20"/>
                    </a:lnTo>
                    <a:lnTo>
                      <a:pt x="40" y="18"/>
                    </a:lnTo>
                    <a:lnTo>
                      <a:pt x="42" y="14"/>
                    </a:lnTo>
                    <a:lnTo>
                      <a:pt x="44" y="12"/>
                    </a:lnTo>
                    <a:lnTo>
                      <a:pt x="44" y="12"/>
                    </a:lnTo>
                    <a:lnTo>
                      <a:pt x="46" y="12"/>
                    </a:lnTo>
                    <a:lnTo>
                      <a:pt x="48" y="14"/>
                    </a:lnTo>
                    <a:lnTo>
                      <a:pt x="48" y="18"/>
                    </a:lnTo>
                    <a:lnTo>
                      <a:pt x="52" y="34"/>
                    </a:lnTo>
                    <a:lnTo>
                      <a:pt x="54" y="46"/>
                    </a:lnTo>
                    <a:lnTo>
                      <a:pt x="54" y="5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2" name="Google Shape;472;p8"/>
              <p:cNvSpPr/>
              <p:nvPr/>
            </p:nvSpPr>
            <p:spPr>
              <a:xfrm>
                <a:off x="2066" y="2480"/>
                <a:ext cx="100" cy="272"/>
              </a:xfrm>
              <a:custGeom>
                <a:avLst/>
                <a:gdLst/>
                <a:ahLst/>
                <a:cxnLst/>
                <a:rect l="l" t="t" r="r" b="b"/>
                <a:pathLst>
                  <a:path w="100" h="272" extrusionOk="0">
                    <a:moveTo>
                      <a:pt x="62" y="154"/>
                    </a:moveTo>
                    <a:lnTo>
                      <a:pt x="40" y="170"/>
                    </a:lnTo>
                    <a:lnTo>
                      <a:pt x="26" y="168"/>
                    </a:lnTo>
                    <a:lnTo>
                      <a:pt x="26" y="166"/>
                    </a:lnTo>
                    <a:lnTo>
                      <a:pt x="26" y="162"/>
                    </a:lnTo>
                    <a:lnTo>
                      <a:pt x="26" y="156"/>
                    </a:lnTo>
                    <a:lnTo>
                      <a:pt x="26" y="148"/>
                    </a:lnTo>
                    <a:lnTo>
                      <a:pt x="26" y="142"/>
                    </a:lnTo>
                    <a:lnTo>
                      <a:pt x="24" y="138"/>
                    </a:lnTo>
                    <a:lnTo>
                      <a:pt x="24" y="136"/>
                    </a:lnTo>
                    <a:lnTo>
                      <a:pt x="22" y="134"/>
                    </a:lnTo>
                    <a:lnTo>
                      <a:pt x="20" y="130"/>
                    </a:lnTo>
                    <a:lnTo>
                      <a:pt x="18" y="126"/>
                    </a:lnTo>
                    <a:lnTo>
                      <a:pt x="16" y="120"/>
                    </a:lnTo>
                    <a:lnTo>
                      <a:pt x="12" y="116"/>
                    </a:lnTo>
                    <a:lnTo>
                      <a:pt x="10" y="112"/>
                    </a:lnTo>
                    <a:lnTo>
                      <a:pt x="10" y="108"/>
                    </a:lnTo>
                    <a:lnTo>
                      <a:pt x="8" y="108"/>
                    </a:lnTo>
                    <a:lnTo>
                      <a:pt x="6" y="106"/>
                    </a:lnTo>
                    <a:lnTo>
                      <a:pt x="4" y="102"/>
                    </a:lnTo>
                    <a:lnTo>
                      <a:pt x="4" y="98"/>
                    </a:lnTo>
                    <a:lnTo>
                      <a:pt x="2" y="94"/>
                    </a:lnTo>
                    <a:lnTo>
                      <a:pt x="2" y="92"/>
                    </a:lnTo>
                    <a:lnTo>
                      <a:pt x="2" y="90"/>
                    </a:lnTo>
                    <a:lnTo>
                      <a:pt x="4" y="86"/>
                    </a:lnTo>
                    <a:lnTo>
                      <a:pt x="4" y="82"/>
                    </a:lnTo>
                    <a:lnTo>
                      <a:pt x="2" y="78"/>
                    </a:lnTo>
                    <a:lnTo>
                      <a:pt x="2" y="78"/>
                    </a:lnTo>
                    <a:lnTo>
                      <a:pt x="2" y="76"/>
                    </a:lnTo>
                    <a:lnTo>
                      <a:pt x="0" y="74"/>
                    </a:lnTo>
                    <a:lnTo>
                      <a:pt x="0" y="72"/>
                    </a:lnTo>
                    <a:lnTo>
                      <a:pt x="2" y="70"/>
                    </a:lnTo>
                    <a:lnTo>
                      <a:pt x="2" y="70"/>
                    </a:lnTo>
                    <a:lnTo>
                      <a:pt x="4" y="72"/>
                    </a:lnTo>
                    <a:lnTo>
                      <a:pt x="6" y="72"/>
                    </a:lnTo>
                    <a:lnTo>
                      <a:pt x="6" y="72"/>
                    </a:lnTo>
                    <a:lnTo>
                      <a:pt x="8" y="74"/>
                    </a:lnTo>
                    <a:lnTo>
                      <a:pt x="8" y="74"/>
                    </a:lnTo>
                    <a:lnTo>
                      <a:pt x="10" y="72"/>
                    </a:lnTo>
                    <a:lnTo>
                      <a:pt x="10" y="70"/>
                    </a:lnTo>
                    <a:lnTo>
                      <a:pt x="8" y="56"/>
                    </a:lnTo>
                    <a:lnTo>
                      <a:pt x="6" y="56"/>
                    </a:lnTo>
                    <a:lnTo>
                      <a:pt x="6" y="56"/>
                    </a:lnTo>
                    <a:lnTo>
                      <a:pt x="8" y="56"/>
                    </a:lnTo>
                    <a:lnTo>
                      <a:pt x="8" y="56"/>
                    </a:lnTo>
                    <a:lnTo>
                      <a:pt x="10" y="58"/>
                    </a:lnTo>
                    <a:lnTo>
                      <a:pt x="14" y="60"/>
                    </a:lnTo>
                    <a:lnTo>
                      <a:pt x="16" y="60"/>
                    </a:lnTo>
                    <a:lnTo>
                      <a:pt x="16" y="60"/>
                    </a:lnTo>
                    <a:lnTo>
                      <a:pt x="22" y="58"/>
                    </a:lnTo>
                    <a:lnTo>
                      <a:pt x="22" y="56"/>
                    </a:lnTo>
                    <a:lnTo>
                      <a:pt x="22" y="56"/>
                    </a:lnTo>
                    <a:lnTo>
                      <a:pt x="24" y="54"/>
                    </a:lnTo>
                    <a:lnTo>
                      <a:pt x="26" y="54"/>
                    </a:lnTo>
                    <a:lnTo>
                      <a:pt x="28" y="50"/>
                    </a:lnTo>
                    <a:lnTo>
                      <a:pt x="28" y="48"/>
                    </a:lnTo>
                    <a:lnTo>
                      <a:pt x="30" y="46"/>
                    </a:lnTo>
                    <a:lnTo>
                      <a:pt x="32" y="40"/>
                    </a:lnTo>
                    <a:lnTo>
                      <a:pt x="34" y="36"/>
                    </a:lnTo>
                    <a:lnTo>
                      <a:pt x="36" y="34"/>
                    </a:lnTo>
                    <a:lnTo>
                      <a:pt x="36" y="32"/>
                    </a:lnTo>
                    <a:lnTo>
                      <a:pt x="36" y="30"/>
                    </a:lnTo>
                    <a:lnTo>
                      <a:pt x="38" y="28"/>
                    </a:lnTo>
                    <a:lnTo>
                      <a:pt x="40" y="26"/>
                    </a:lnTo>
                    <a:lnTo>
                      <a:pt x="54" y="24"/>
                    </a:lnTo>
                    <a:lnTo>
                      <a:pt x="66" y="0"/>
                    </a:lnTo>
                    <a:lnTo>
                      <a:pt x="68" y="2"/>
                    </a:lnTo>
                    <a:lnTo>
                      <a:pt x="74" y="8"/>
                    </a:lnTo>
                    <a:lnTo>
                      <a:pt x="80" y="20"/>
                    </a:lnTo>
                    <a:lnTo>
                      <a:pt x="84" y="34"/>
                    </a:lnTo>
                    <a:lnTo>
                      <a:pt x="84" y="34"/>
                    </a:lnTo>
                    <a:lnTo>
                      <a:pt x="82" y="36"/>
                    </a:lnTo>
                    <a:lnTo>
                      <a:pt x="78" y="40"/>
                    </a:lnTo>
                    <a:lnTo>
                      <a:pt x="76" y="52"/>
                    </a:lnTo>
                    <a:lnTo>
                      <a:pt x="72" y="70"/>
                    </a:lnTo>
                    <a:lnTo>
                      <a:pt x="72" y="72"/>
                    </a:lnTo>
                    <a:lnTo>
                      <a:pt x="74" y="74"/>
                    </a:lnTo>
                    <a:lnTo>
                      <a:pt x="76" y="76"/>
                    </a:lnTo>
                    <a:lnTo>
                      <a:pt x="78" y="78"/>
                    </a:lnTo>
                    <a:lnTo>
                      <a:pt x="80" y="80"/>
                    </a:lnTo>
                    <a:lnTo>
                      <a:pt x="84" y="80"/>
                    </a:lnTo>
                    <a:lnTo>
                      <a:pt x="90" y="78"/>
                    </a:lnTo>
                    <a:lnTo>
                      <a:pt x="100" y="84"/>
                    </a:lnTo>
                    <a:lnTo>
                      <a:pt x="96" y="98"/>
                    </a:lnTo>
                    <a:lnTo>
                      <a:pt x="94" y="100"/>
                    </a:lnTo>
                    <a:lnTo>
                      <a:pt x="90" y="102"/>
                    </a:lnTo>
                    <a:lnTo>
                      <a:pt x="86" y="104"/>
                    </a:lnTo>
                    <a:lnTo>
                      <a:pt x="82" y="112"/>
                    </a:lnTo>
                    <a:lnTo>
                      <a:pt x="80" y="122"/>
                    </a:lnTo>
                    <a:lnTo>
                      <a:pt x="84" y="138"/>
                    </a:lnTo>
                    <a:lnTo>
                      <a:pt x="82" y="138"/>
                    </a:lnTo>
                    <a:lnTo>
                      <a:pt x="82" y="138"/>
                    </a:lnTo>
                    <a:lnTo>
                      <a:pt x="80" y="140"/>
                    </a:lnTo>
                    <a:lnTo>
                      <a:pt x="80" y="142"/>
                    </a:lnTo>
                    <a:lnTo>
                      <a:pt x="78" y="146"/>
                    </a:lnTo>
                    <a:lnTo>
                      <a:pt x="80" y="150"/>
                    </a:lnTo>
                    <a:lnTo>
                      <a:pt x="80" y="156"/>
                    </a:lnTo>
                    <a:lnTo>
                      <a:pt x="80" y="158"/>
                    </a:lnTo>
                    <a:lnTo>
                      <a:pt x="80" y="162"/>
                    </a:lnTo>
                    <a:lnTo>
                      <a:pt x="80" y="168"/>
                    </a:lnTo>
                    <a:lnTo>
                      <a:pt x="82" y="174"/>
                    </a:lnTo>
                    <a:lnTo>
                      <a:pt x="84" y="182"/>
                    </a:lnTo>
                    <a:lnTo>
                      <a:pt x="88" y="188"/>
                    </a:lnTo>
                    <a:lnTo>
                      <a:pt x="84" y="210"/>
                    </a:lnTo>
                    <a:lnTo>
                      <a:pt x="84" y="218"/>
                    </a:lnTo>
                    <a:lnTo>
                      <a:pt x="84" y="224"/>
                    </a:lnTo>
                    <a:lnTo>
                      <a:pt x="84" y="230"/>
                    </a:lnTo>
                    <a:lnTo>
                      <a:pt x="82" y="244"/>
                    </a:lnTo>
                    <a:lnTo>
                      <a:pt x="80" y="260"/>
                    </a:lnTo>
                    <a:lnTo>
                      <a:pt x="76" y="272"/>
                    </a:lnTo>
                    <a:lnTo>
                      <a:pt x="74" y="270"/>
                    </a:lnTo>
                    <a:lnTo>
                      <a:pt x="72" y="262"/>
                    </a:lnTo>
                    <a:lnTo>
                      <a:pt x="72" y="248"/>
                    </a:lnTo>
                    <a:lnTo>
                      <a:pt x="74" y="226"/>
                    </a:lnTo>
                    <a:lnTo>
                      <a:pt x="74" y="220"/>
                    </a:lnTo>
                    <a:lnTo>
                      <a:pt x="74" y="206"/>
                    </a:lnTo>
                    <a:lnTo>
                      <a:pt x="74" y="188"/>
                    </a:lnTo>
                    <a:lnTo>
                      <a:pt x="70" y="168"/>
                    </a:lnTo>
                    <a:lnTo>
                      <a:pt x="62" y="15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3" name="Google Shape;473;p8"/>
              <p:cNvSpPr/>
              <p:nvPr/>
            </p:nvSpPr>
            <p:spPr>
              <a:xfrm>
                <a:off x="2192" y="2542"/>
                <a:ext cx="90" cy="168"/>
              </a:xfrm>
              <a:custGeom>
                <a:avLst/>
                <a:gdLst/>
                <a:ahLst/>
                <a:cxnLst/>
                <a:rect l="l" t="t" r="r" b="b"/>
                <a:pathLst>
                  <a:path w="90" h="168" extrusionOk="0">
                    <a:moveTo>
                      <a:pt x="56" y="124"/>
                    </a:moveTo>
                    <a:lnTo>
                      <a:pt x="58" y="124"/>
                    </a:lnTo>
                    <a:lnTo>
                      <a:pt x="60" y="126"/>
                    </a:lnTo>
                    <a:lnTo>
                      <a:pt x="62" y="128"/>
                    </a:lnTo>
                    <a:lnTo>
                      <a:pt x="64" y="132"/>
                    </a:lnTo>
                    <a:lnTo>
                      <a:pt x="64" y="132"/>
                    </a:lnTo>
                    <a:lnTo>
                      <a:pt x="60" y="150"/>
                    </a:lnTo>
                    <a:lnTo>
                      <a:pt x="50" y="154"/>
                    </a:lnTo>
                    <a:lnTo>
                      <a:pt x="46" y="158"/>
                    </a:lnTo>
                    <a:lnTo>
                      <a:pt x="42" y="158"/>
                    </a:lnTo>
                    <a:lnTo>
                      <a:pt x="38" y="168"/>
                    </a:lnTo>
                    <a:lnTo>
                      <a:pt x="46" y="166"/>
                    </a:lnTo>
                    <a:lnTo>
                      <a:pt x="62" y="168"/>
                    </a:lnTo>
                    <a:lnTo>
                      <a:pt x="64" y="164"/>
                    </a:lnTo>
                    <a:lnTo>
                      <a:pt x="70" y="158"/>
                    </a:lnTo>
                    <a:lnTo>
                      <a:pt x="78" y="150"/>
                    </a:lnTo>
                    <a:lnTo>
                      <a:pt x="86" y="140"/>
                    </a:lnTo>
                    <a:lnTo>
                      <a:pt x="88" y="134"/>
                    </a:lnTo>
                    <a:lnTo>
                      <a:pt x="90" y="130"/>
                    </a:lnTo>
                    <a:lnTo>
                      <a:pt x="90" y="126"/>
                    </a:lnTo>
                    <a:lnTo>
                      <a:pt x="88" y="124"/>
                    </a:lnTo>
                    <a:lnTo>
                      <a:pt x="84" y="102"/>
                    </a:lnTo>
                    <a:lnTo>
                      <a:pt x="84" y="100"/>
                    </a:lnTo>
                    <a:lnTo>
                      <a:pt x="84" y="98"/>
                    </a:lnTo>
                    <a:lnTo>
                      <a:pt x="84" y="94"/>
                    </a:lnTo>
                    <a:lnTo>
                      <a:pt x="82" y="90"/>
                    </a:lnTo>
                    <a:lnTo>
                      <a:pt x="80" y="86"/>
                    </a:lnTo>
                    <a:lnTo>
                      <a:pt x="76" y="82"/>
                    </a:lnTo>
                    <a:lnTo>
                      <a:pt x="70" y="78"/>
                    </a:lnTo>
                    <a:lnTo>
                      <a:pt x="60" y="74"/>
                    </a:lnTo>
                    <a:lnTo>
                      <a:pt x="46" y="54"/>
                    </a:lnTo>
                    <a:lnTo>
                      <a:pt x="46" y="46"/>
                    </a:lnTo>
                    <a:lnTo>
                      <a:pt x="48" y="44"/>
                    </a:lnTo>
                    <a:lnTo>
                      <a:pt x="48" y="42"/>
                    </a:lnTo>
                    <a:lnTo>
                      <a:pt x="50" y="40"/>
                    </a:lnTo>
                    <a:lnTo>
                      <a:pt x="52" y="36"/>
                    </a:lnTo>
                    <a:lnTo>
                      <a:pt x="56" y="34"/>
                    </a:lnTo>
                    <a:lnTo>
                      <a:pt x="60" y="32"/>
                    </a:lnTo>
                    <a:lnTo>
                      <a:pt x="60" y="32"/>
                    </a:lnTo>
                    <a:lnTo>
                      <a:pt x="64" y="30"/>
                    </a:lnTo>
                    <a:lnTo>
                      <a:pt x="68" y="28"/>
                    </a:lnTo>
                    <a:lnTo>
                      <a:pt x="72" y="26"/>
                    </a:lnTo>
                    <a:lnTo>
                      <a:pt x="70" y="24"/>
                    </a:lnTo>
                    <a:lnTo>
                      <a:pt x="70" y="22"/>
                    </a:lnTo>
                    <a:lnTo>
                      <a:pt x="68" y="18"/>
                    </a:lnTo>
                    <a:lnTo>
                      <a:pt x="68" y="16"/>
                    </a:lnTo>
                    <a:lnTo>
                      <a:pt x="64" y="12"/>
                    </a:lnTo>
                    <a:lnTo>
                      <a:pt x="64" y="12"/>
                    </a:lnTo>
                    <a:lnTo>
                      <a:pt x="62" y="10"/>
                    </a:lnTo>
                    <a:lnTo>
                      <a:pt x="60" y="6"/>
                    </a:lnTo>
                    <a:lnTo>
                      <a:pt x="56" y="4"/>
                    </a:lnTo>
                    <a:lnTo>
                      <a:pt x="50" y="2"/>
                    </a:lnTo>
                    <a:lnTo>
                      <a:pt x="50" y="2"/>
                    </a:lnTo>
                    <a:lnTo>
                      <a:pt x="48" y="4"/>
                    </a:lnTo>
                    <a:lnTo>
                      <a:pt x="46" y="4"/>
                    </a:lnTo>
                    <a:lnTo>
                      <a:pt x="40" y="4"/>
                    </a:lnTo>
                    <a:lnTo>
                      <a:pt x="34" y="4"/>
                    </a:lnTo>
                    <a:lnTo>
                      <a:pt x="28" y="2"/>
                    </a:lnTo>
                    <a:lnTo>
                      <a:pt x="22" y="2"/>
                    </a:lnTo>
                    <a:lnTo>
                      <a:pt x="20" y="0"/>
                    </a:lnTo>
                    <a:lnTo>
                      <a:pt x="16" y="2"/>
                    </a:lnTo>
                    <a:lnTo>
                      <a:pt x="14" y="2"/>
                    </a:lnTo>
                    <a:lnTo>
                      <a:pt x="10" y="2"/>
                    </a:lnTo>
                    <a:lnTo>
                      <a:pt x="8" y="2"/>
                    </a:lnTo>
                    <a:lnTo>
                      <a:pt x="4" y="4"/>
                    </a:lnTo>
                    <a:lnTo>
                      <a:pt x="2" y="4"/>
                    </a:lnTo>
                    <a:lnTo>
                      <a:pt x="0" y="6"/>
                    </a:lnTo>
                    <a:lnTo>
                      <a:pt x="0" y="10"/>
                    </a:lnTo>
                    <a:lnTo>
                      <a:pt x="2" y="10"/>
                    </a:lnTo>
                    <a:lnTo>
                      <a:pt x="4" y="10"/>
                    </a:lnTo>
                    <a:lnTo>
                      <a:pt x="6" y="12"/>
                    </a:lnTo>
                    <a:lnTo>
                      <a:pt x="8" y="14"/>
                    </a:lnTo>
                    <a:lnTo>
                      <a:pt x="10" y="26"/>
                    </a:lnTo>
                    <a:lnTo>
                      <a:pt x="20" y="30"/>
                    </a:lnTo>
                    <a:lnTo>
                      <a:pt x="22" y="34"/>
                    </a:lnTo>
                    <a:lnTo>
                      <a:pt x="24" y="36"/>
                    </a:lnTo>
                    <a:lnTo>
                      <a:pt x="24" y="40"/>
                    </a:lnTo>
                    <a:lnTo>
                      <a:pt x="22" y="44"/>
                    </a:lnTo>
                    <a:lnTo>
                      <a:pt x="22" y="46"/>
                    </a:lnTo>
                    <a:lnTo>
                      <a:pt x="20" y="48"/>
                    </a:lnTo>
                    <a:lnTo>
                      <a:pt x="20" y="48"/>
                    </a:lnTo>
                    <a:lnTo>
                      <a:pt x="18" y="50"/>
                    </a:lnTo>
                    <a:lnTo>
                      <a:pt x="16" y="54"/>
                    </a:lnTo>
                    <a:lnTo>
                      <a:pt x="18" y="58"/>
                    </a:lnTo>
                    <a:lnTo>
                      <a:pt x="22" y="60"/>
                    </a:lnTo>
                    <a:lnTo>
                      <a:pt x="24" y="64"/>
                    </a:lnTo>
                    <a:lnTo>
                      <a:pt x="28" y="66"/>
                    </a:lnTo>
                    <a:lnTo>
                      <a:pt x="30" y="68"/>
                    </a:lnTo>
                    <a:lnTo>
                      <a:pt x="30" y="68"/>
                    </a:lnTo>
                    <a:lnTo>
                      <a:pt x="32" y="70"/>
                    </a:lnTo>
                    <a:lnTo>
                      <a:pt x="34" y="72"/>
                    </a:lnTo>
                    <a:lnTo>
                      <a:pt x="38" y="76"/>
                    </a:lnTo>
                    <a:lnTo>
                      <a:pt x="42" y="80"/>
                    </a:lnTo>
                    <a:lnTo>
                      <a:pt x="46" y="84"/>
                    </a:lnTo>
                    <a:lnTo>
                      <a:pt x="50" y="88"/>
                    </a:lnTo>
                    <a:lnTo>
                      <a:pt x="52" y="94"/>
                    </a:lnTo>
                    <a:lnTo>
                      <a:pt x="54" y="100"/>
                    </a:lnTo>
                    <a:lnTo>
                      <a:pt x="56" y="106"/>
                    </a:lnTo>
                    <a:lnTo>
                      <a:pt x="56" y="112"/>
                    </a:lnTo>
                    <a:lnTo>
                      <a:pt x="56" y="116"/>
                    </a:lnTo>
                    <a:lnTo>
                      <a:pt x="56" y="118"/>
                    </a:lnTo>
                    <a:lnTo>
                      <a:pt x="56" y="1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4" name="Google Shape;474;p8"/>
              <p:cNvSpPr/>
              <p:nvPr/>
            </p:nvSpPr>
            <p:spPr>
              <a:xfrm>
                <a:off x="2142" y="2578"/>
                <a:ext cx="82" cy="208"/>
              </a:xfrm>
              <a:custGeom>
                <a:avLst/>
                <a:gdLst/>
                <a:ahLst/>
                <a:cxnLst/>
                <a:rect l="l" t="t" r="r" b="b"/>
                <a:pathLst>
                  <a:path w="82" h="208" extrusionOk="0">
                    <a:moveTo>
                      <a:pt x="20" y="0"/>
                    </a:moveTo>
                    <a:lnTo>
                      <a:pt x="18" y="2"/>
                    </a:lnTo>
                    <a:lnTo>
                      <a:pt x="14" y="4"/>
                    </a:lnTo>
                    <a:lnTo>
                      <a:pt x="10" y="6"/>
                    </a:lnTo>
                    <a:lnTo>
                      <a:pt x="6" y="14"/>
                    </a:lnTo>
                    <a:lnTo>
                      <a:pt x="4" y="24"/>
                    </a:lnTo>
                    <a:lnTo>
                      <a:pt x="8" y="40"/>
                    </a:lnTo>
                    <a:lnTo>
                      <a:pt x="6" y="40"/>
                    </a:lnTo>
                    <a:lnTo>
                      <a:pt x="6" y="40"/>
                    </a:lnTo>
                    <a:lnTo>
                      <a:pt x="4" y="42"/>
                    </a:lnTo>
                    <a:lnTo>
                      <a:pt x="4" y="44"/>
                    </a:lnTo>
                    <a:lnTo>
                      <a:pt x="2" y="48"/>
                    </a:lnTo>
                    <a:lnTo>
                      <a:pt x="4" y="52"/>
                    </a:lnTo>
                    <a:lnTo>
                      <a:pt x="4" y="58"/>
                    </a:lnTo>
                    <a:lnTo>
                      <a:pt x="4" y="60"/>
                    </a:lnTo>
                    <a:lnTo>
                      <a:pt x="4" y="64"/>
                    </a:lnTo>
                    <a:lnTo>
                      <a:pt x="4" y="70"/>
                    </a:lnTo>
                    <a:lnTo>
                      <a:pt x="6" y="76"/>
                    </a:lnTo>
                    <a:lnTo>
                      <a:pt x="8" y="84"/>
                    </a:lnTo>
                    <a:lnTo>
                      <a:pt x="12" y="90"/>
                    </a:lnTo>
                    <a:lnTo>
                      <a:pt x="8" y="112"/>
                    </a:lnTo>
                    <a:lnTo>
                      <a:pt x="8" y="120"/>
                    </a:lnTo>
                    <a:lnTo>
                      <a:pt x="8" y="126"/>
                    </a:lnTo>
                    <a:lnTo>
                      <a:pt x="8" y="132"/>
                    </a:lnTo>
                    <a:lnTo>
                      <a:pt x="6" y="146"/>
                    </a:lnTo>
                    <a:lnTo>
                      <a:pt x="4" y="162"/>
                    </a:lnTo>
                    <a:lnTo>
                      <a:pt x="0" y="174"/>
                    </a:lnTo>
                    <a:lnTo>
                      <a:pt x="0" y="174"/>
                    </a:lnTo>
                    <a:lnTo>
                      <a:pt x="0" y="174"/>
                    </a:lnTo>
                    <a:lnTo>
                      <a:pt x="0" y="176"/>
                    </a:lnTo>
                    <a:lnTo>
                      <a:pt x="0" y="176"/>
                    </a:lnTo>
                    <a:lnTo>
                      <a:pt x="2" y="178"/>
                    </a:lnTo>
                    <a:lnTo>
                      <a:pt x="4" y="182"/>
                    </a:lnTo>
                    <a:lnTo>
                      <a:pt x="8" y="186"/>
                    </a:lnTo>
                    <a:lnTo>
                      <a:pt x="12" y="192"/>
                    </a:lnTo>
                    <a:lnTo>
                      <a:pt x="24" y="200"/>
                    </a:lnTo>
                    <a:lnTo>
                      <a:pt x="42" y="198"/>
                    </a:lnTo>
                    <a:lnTo>
                      <a:pt x="50" y="208"/>
                    </a:lnTo>
                    <a:lnTo>
                      <a:pt x="58" y="206"/>
                    </a:lnTo>
                    <a:lnTo>
                      <a:pt x="46" y="192"/>
                    </a:lnTo>
                    <a:lnTo>
                      <a:pt x="22" y="168"/>
                    </a:lnTo>
                    <a:lnTo>
                      <a:pt x="20" y="166"/>
                    </a:lnTo>
                    <a:lnTo>
                      <a:pt x="16" y="158"/>
                    </a:lnTo>
                    <a:lnTo>
                      <a:pt x="14" y="148"/>
                    </a:lnTo>
                    <a:lnTo>
                      <a:pt x="16" y="132"/>
                    </a:lnTo>
                    <a:lnTo>
                      <a:pt x="18" y="128"/>
                    </a:lnTo>
                    <a:lnTo>
                      <a:pt x="20" y="120"/>
                    </a:lnTo>
                    <a:lnTo>
                      <a:pt x="22" y="108"/>
                    </a:lnTo>
                    <a:lnTo>
                      <a:pt x="24" y="98"/>
                    </a:lnTo>
                    <a:lnTo>
                      <a:pt x="24" y="90"/>
                    </a:lnTo>
                    <a:lnTo>
                      <a:pt x="26" y="88"/>
                    </a:lnTo>
                    <a:lnTo>
                      <a:pt x="26" y="86"/>
                    </a:lnTo>
                    <a:lnTo>
                      <a:pt x="26" y="84"/>
                    </a:lnTo>
                    <a:lnTo>
                      <a:pt x="28" y="82"/>
                    </a:lnTo>
                    <a:lnTo>
                      <a:pt x="32" y="82"/>
                    </a:lnTo>
                    <a:lnTo>
                      <a:pt x="32" y="84"/>
                    </a:lnTo>
                    <a:lnTo>
                      <a:pt x="32" y="86"/>
                    </a:lnTo>
                    <a:lnTo>
                      <a:pt x="34" y="90"/>
                    </a:lnTo>
                    <a:lnTo>
                      <a:pt x="34" y="94"/>
                    </a:lnTo>
                    <a:lnTo>
                      <a:pt x="42" y="110"/>
                    </a:lnTo>
                    <a:lnTo>
                      <a:pt x="48" y="116"/>
                    </a:lnTo>
                    <a:lnTo>
                      <a:pt x="48" y="112"/>
                    </a:lnTo>
                    <a:lnTo>
                      <a:pt x="46" y="102"/>
                    </a:lnTo>
                    <a:lnTo>
                      <a:pt x="48" y="92"/>
                    </a:lnTo>
                    <a:lnTo>
                      <a:pt x="56" y="84"/>
                    </a:lnTo>
                    <a:lnTo>
                      <a:pt x="56" y="82"/>
                    </a:lnTo>
                    <a:lnTo>
                      <a:pt x="60" y="82"/>
                    </a:lnTo>
                    <a:lnTo>
                      <a:pt x="64" y="80"/>
                    </a:lnTo>
                    <a:lnTo>
                      <a:pt x="68" y="80"/>
                    </a:lnTo>
                    <a:lnTo>
                      <a:pt x="74" y="82"/>
                    </a:lnTo>
                    <a:lnTo>
                      <a:pt x="80" y="84"/>
                    </a:lnTo>
                    <a:lnTo>
                      <a:pt x="82" y="82"/>
                    </a:lnTo>
                    <a:lnTo>
                      <a:pt x="82" y="78"/>
                    </a:lnTo>
                    <a:lnTo>
                      <a:pt x="82" y="74"/>
                    </a:lnTo>
                    <a:lnTo>
                      <a:pt x="82" y="68"/>
                    </a:lnTo>
                    <a:lnTo>
                      <a:pt x="80" y="62"/>
                    </a:lnTo>
                    <a:lnTo>
                      <a:pt x="80" y="60"/>
                    </a:lnTo>
                    <a:lnTo>
                      <a:pt x="80" y="58"/>
                    </a:lnTo>
                    <a:lnTo>
                      <a:pt x="78" y="52"/>
                    </a:lnTo>
                    <a:lnTo>
                      <a:pt x="74" y="46"/>
                    </a:lnTo>
                    <a:lnTo>
                      <a:pt x="70" y="40"/>
                    </a:lnTo>
                    <a:lnTo>
                      <a:pt x="64" y="34"/>
                    </a:lnTo>
                    <a:lnTo>
                      <a:pt x="62" y="32"/>
                    </a:lnTo>
                    <a:lnTo>
                      <a:pt x="60" y="32"/>
                    </a:lnTo>
                    <a:lnTo>
                      <a:pt x="58" y="30"/>
                    </a:lnTo>
                    <a:lnTo>
                      <a:pt x="54" y="30"/>
                    </a:lnTo>
                    <a:lnTo>
                      <a:pt x="52" y="30"/>
                    </a:lnTo>
                    <a:lnTo>
                      <a:pt x="50" y="32"/>
                    </a:lnTo>
                    <a:lnTo>
                      <a:pt x="46" y="34"/>
                    </a:lnTo>
                    <a:lnTo>
                      <a:pt x="44" y="36"/>
                    </a:lnTo>
                    <a:lnTo>
                      <a:pt x="40" y="36"/>
                    </a:lnTo>
                    <a:lnTo>
                      <a:pt x="38" y="36"/>
                    </a:lnTo>
                    <a:lnTo>
                      <a:pt x="38" y="34"/>
                    </a:lnTo>
                    <a:lnTo>
                      <a:pt x="38" y="34"/>
                    </a:lnTo>
                    <a:lnTo>
                      <a:pt x="40" y="32"/>
                    </a:lnTo>
                    <a:lnTo>
                      <a:pt x="40" y="28"/>
                    </a:lnTo>
                    <a:lnTo>
                      <a:pt x="42" y="22"/>
                    </a:lnTo>
                    <a:lnTo>
                      <a:pt x="42" y="18"/>
                    </a:lnTo>
                    <a:lnTo>
                      <a:pt x="42" y="14"/>
                    </a:lnTo>
                    <a:lnTo>
                      <a:pt x="40" y="10"/>
                    </a:lnTo>
                    <a:lnTo>
                      <a:pt x="30" y="10"/>
                    </a:lnTo>
                    <a:lnTo>
                      <a:pt x="30" y="10"/>
                    </a:lnTo>
                    <a:lnTo>
                      <a:pt x="30" y="6"/>
                    </a:lnTo>
                    <a:lnTo>
                      <a:pt x="28" y="4"/>
                    </a:lnTo>
                    <a:lnTo>
                      <a:pt x="28" y="2"/>
                    </a:lnTo>
                    <a:lnTo>
                      <a:pt x="24" y="0"/>
                    </a:lnTo>
                    <a:lnTo>
                      <a:pt x="22" y="0"/>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5" name="Google Shape;475;p8"/>
              <p:cNvSpPr/>
              <p:nvPr/>
            </p:nvSpPr>
            <p:spPr>
              <a:xfrm>
                <a:off x="2012" y="2468"/>
                <a:ext cx="70" cy="38"/>
              </a:xfrm>
              <a:custGeom>
                <a:avLst/>
                <a:gdLst/>
                <a:ahLst/>
                <a:cxnLst/>
                <a:rect l="l" t="t" r="r" b="b"/>
                <a:pathLst>
                  <a:path w="70" h="38" extrusionOk="0">
                    <a:moveTo>
                      <a:pt x="58" y="38"/>
                    </a:moveTo>
                    <a:lnTo>
                      <a:pt x="34" y="36"/>
                    </a:lnTo>
                    <a:lnTo>
                      <a:pt x="34" y="36"/>
                    </a:lnTo>
                    <a:lnTo>
                      <a:pt x="30" y="36"/>
                    </a:lnTo>
                    <a:lnTo>
                      <a:pt x="26" y="36"/>
                    </a:lnTo>
                    <a:lnTo>
                      <a:pt x="18" y="36"/>
                    </a:lnTo>
                    <a:lnTo>
                      <a:pt x="10" y="38"/>
                    </a:lnTo>
                    <a:lnTo>
                      <a:pt x="8" y="38"/>
                    </a:lnTo>
                    <a:lnTo>
                      <a:pt x="8" y="38"/>
                    </a:lnTo>
                    <a:lnTo>
                      <a:pt x="4" y="38"/>
                    </a:lnTo>
                    <a:lnTo>
                      <a:pt x="2" y="38"/>
                    </a:lnTo>
                    <a:lnTo>
                      <a:pt x="0" y="36"/>
                    </a:lnTo>
                    <a:lnTo>
                      <a:pt x="0" y="34"/>
                    </a:lnTo>
                    <a:lnTo>
                      <a:pt x="0" y="32"/>
                    </a:lnTo>
                    <a:lnTo>
                      <a:pt x="4" y="16"/>
                    </a:lnTo>
                    <a:lnTo>
                      <a:pt x="4" y="16"/>
                    </a:lnTo>
                    <a:lnTo>
                      <a:pt x="8" y="14"/>
                    </a:lnTo>
                    <a:lnTo>
                      <a:pt x="10" y="10"/>
                    </a:lnTo>
                    <a:lnTo>
                      <a:pt x="16" y="6"/>
                    </a:lnTo>
                    <a:lnTo>
                      <a:pt x="20" y="4"/>
                    </a:lnTo>
                    <a:lnTo>
                      <a:pt x="26" y="2"/>
                    </a:lnTo>
                    <a:lnTo>
                      <a:pt x="32" y="0"/>
                    </a:lnTo>
                    <a:lnTo>
                      <a:pt x="50" y="2"/>
                    </a:lnTo>
                    <a:lnTo>
                      <a:pt x="64" y="4"/>
                    </a:lnTo>
                    <a:lnTo>
                      <a:pt x="70" y="12"/>
                    </a:lnTo>
                    <a:lnTo>
                      <a:pt x="58" y="3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8"/>
              <p:cNvSpPr/>
              <p:nvPr/>
            </p:nvSpPr>
            <p:spPr>
              <a:xfrm>
                <a:off x="1910" y="2446"/>
                <a:ext cx="98" cy="52"/>
              </a:xfrm>
              <a:custGeom>
                <a:avLst/>
                <a:gdLst/>
                <a:ahLst/>
                <a:cxnLst/>
                <a:rect l="l" t="t" r="r" b="b"/>
                <a:pathLst>
                  <a:path w="98" h="52" extrusionOk="0">
                    <a:moveTo>
                      <a:pt x="8" y="0"/>
                    </a:moveTo>
                    <a:lnTo>
                      <a:pt x="8" y="0"/>
                    </a:lnTo>
                    <a:lnTo>
                      <a:pt x="6" y="2"/>
                    </a:lnTo>
                    <a:lnTo>
                      <a:pt x="4" y="4"/>
                    </a:lnTo>
                    <a:lnTo>
                      <a:pt x="2" y="6"/>
                    </a:lnTo>
                    <a:lnTo>
                      <a:pt x="0" y="10"/>
                    </a:lnTo>
                    <a:lnTo>
                      <a:pt x="0" y="12"/>
                    </a:lnTo>
                    <a:lnTo>
                      <a:pt x="2" y="16"/>
                    </a:lnTo>
                    <a:lnTo>
                      <a:pt x="8" y="20"/>
                    </a:lnTo>
                    <a:lnTo>
                      <a:pt x="8" y="20"/>
                    </a:lnTo>
                    <a:lnTo>
                      <a:pt x="8" y="22"/>
                    </a:lnTo>
                    <a:lnTo>
                      <a:pt x="10" y="22"/>
                    </a:lnTo>
                    <a:lnTo>
                      <a:pt x="10" y="24"/>
                    </a:lnTo>
                    <a:lnTo>
                      <a:pt x="14" y="28"/>
                    </a:lnTo>
                    <a:lnTo>
                      <a:pt x="18" y="32"/>
                    </a:lnTo>
                    <a:lnTo>
                      <a:pt x="26" y="36"/>
                    </a:lnTo>
                    <a:lnTo>
                      <a:pt x="42" y="42"/>
                    </a:lnTo>
                    <a:lnTo>
                      <a:pt x="64" y="48"/>
                    </a:lnTo>
                    <a:lnTo>
                      <a:pt x="96" y="52"/>
                    </a:lnTo>
                    <a:lnTo>
                      <a:pt x="98" y="34"/>
                    </a:lnTo>
                    <a:lnTo>
                      <a:pt x="82" y="32"/>
                    </a:lnTo>
                    <a:lnTo>
                      <a:pt x="36" y="22"/>
                    </a:lnTo>
                    <a:lnTo>
                      <a:pt x="24" y="12"/>
                    </a:lnTo>
                    <a:lnTo>
                      <a:pt x="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7" name="Google Shape;477;p8"/>
              <p:cNvSpPr/>
              <p:nvPr/>
            </p:nvSpPr>
            <p:spPr>
              <a:xfrm>
                <a:off x="1752" y="2368"/>
                <a:ext cx="378" cy="372"/>
              </a:xfrm>
              <a:custGeom>
                <a:avLst/>
                <a:gdLst/>
                <a:ahLst/>
                <a:cxnLst/>
                <a:rect l="l" t="t" r="r" b="b"/>
                <a:pathLst>
                  <a:path w="378" h="372" extrusionOk="0">
                    <a:moveTo>
                      <a:pt x="264" y="138"/>
                    </a:moveTo>
                    <a:lnTo>
                      <a:pt x="262" y="136"/>
                    </a:lnTo>
                    <a:lnTo>
                      <a:pt x="260" y="134"/>
                    </a:lnTo>
                    <a:lnTo>
                      <a:pt x="260" y="130"/>
                    </a:lnTo>
                    <a:lnTo>
                      <a:pt x="262" y="128"/>
                    </a:lnTo>
                    <a:lnTo>
                      <a:pt x="262" y="126"/>
                    </a:lnTo>
                    <a:lnTo>
                      <a:pt x="262" y="126"/>
                    </a:lnTo>
                    <a:lnTo>
                      <a:pt x="262" y="122"/>
                    </a:lnTo>
                    <a:lnTo>
                      <a:pt x="264" y="118"/>
                    </a:lnTo>
                    <a:lnTo>
                      <a:pt x="264" y="114"/>
                    </a:lnTo>
                    <a:lnTo>
                      <a:pt x="264" y="114"/>
                    </a:lnTo>
                    <a:lnTo>
                      <a:pt x="264" y="110"/>
                    </a:lnTo>
                    <a:lnTo>
                      <a:pt x="262" y="110"/>
                    </a:lnTo>
                    <a:lnTo>
                      <a:pt x="260" y="110"/>
                    </a:lnTo>
                    <a:lnTo>
                      <a:pt x="258" y="110"/>
                    </a:lnTo>
                    <a:lnTo>
                      <a:pt x="258" y="112"/>
                    </a:lnTo>
                    <a:lnTo>
                      <a:pt x="256" y="112"/>
                    </a:lnTo>
                    <a:lnTo>
                      <a:pt x="256" y="114"/>
                    </a:lnTo>
                    <a:lnTo>
                      <a:pt x="256" y="116"/>
                    </a:lnTo>
                    <a:lnTo>
                      <a:pt x="256" y="120"/>
                    </a:lnTo>
                    <a:lnTo>
                      <a:pt x="254" y="122"/>
                    </a:lnTo>
                    <a:lnTo>
                      <a:pt x="254" y="126"/>
                    </a:lnTo>
                    <a:lnTo>
                      <a:pt x="254" y="128"/>
                    </a:lnTo>
                    <a:lnTo>
                      <a:pt x="254" y="130"/>
                    </a:lnTo>
                    <a:lnTo>
                      <a:pt x="254" y="130"/>
                    </a:lnTo>
                    <a:lnTo>
                      <a:pt x="226" y="126"/>
                    </a:lnTo>
                    <a:lnTo>
                      <a:pt x="218" y="122"/>
                    </a:lnTo>
                    <a:lnTo>
                      <a:pt x="206" y="120"/>
                    </a:lnTo>
                    <a:lnTo>
                      <a:pt x="196" y="118"/>
                    </a:lnTo>
                    <a:lnTo>
                      <a:pt x="192" y="116"/>
                    </a:lnTo>
                    <a:lnTo>
                      <a:pt x="186" y="114"/>
                    </a:lnTo>
                    <a:lnTo>
                      <a:pt x="180" y="112"/>
                    </a:lnTo>
                    <a:lnTo>
                      <a:pt x="176" y="108"/>
                    </a:lnTo>
                    <a:lnTo>
                      <a:pt x="172" y="104"/>
                    </a:lnTo>
                    <a:lnTo>
                      <a:pt x="168" y="102"/>
                    </a:lnTo>
                    <a:lnTo>
                      <a:pt x="168" y="98"/>
                    </a:lnTo>
                    <a:lnTo>
                      <a:pt x="166" y="98"/>
                    </a:lnTo>
                    <a:lnTo>
                      <a:pt x="162" y="94"/>
                    </a:lnTo>
                    <a:lnTo>
                      <a:pt x="160" y="90"/>
                    </a:lnTo>
                    <a:lnTo>
                      <a:pt x="158" y="88"/>
                    </a:lnTo>
                    <a:lnTo>
                      <a:pt x="160" y="84"/>
                    </a:lnTo>
                    <a:lnTo>
                      <a:pt x="162" y="82"/>
                    </a:lnTo>
                    <a:lnTo>
                      <a:pt x="164" y="80"/>
                    </a:lnTo>
                    <a:lnTo>
                      <a:pt x="166" y="78"/>
                    </a:lnTo>
                    <a:lnTo>
                      <a:pt x="166" y="78"/>
                    </a:lnTo>
                    <a:lnTo>
                      <a:pt x="162" y="72"/>
                    </a:lnTo>
                    <a:lnTo>
                      <a:pt x="160" y="64"/>
                    </a:lnTo>
                    <a:lnTo>
                      <a:pt x="160" y="58"/>
                    </a:lnTo>
                    <a:lnTo>
                      <a:pt x="162" y="52"/>
                    </a:lnTo>
                    <a:lnTo>
                      <a:pt x="164" y="48"/>
                    </a:lnTo>
                    <a:lnTo>
                      <a:pt x="166" y="44"/>
                    </a:lnTo>
                    <a:lnTo>
                      <a:pt x="170" y="42"/>
                    </a:lnTo>
                    <a:lnTo>
                      <a:pt x="172" y="40"/>
                    </a:lnTo>
                    <a:lnTo>
                      <a:pt x="174" y="40"/>
                    </a:lnTo>
                    <a:lnTo>
                      <a:pt x="168" y="28"/>
                    </a:lnTo>
                    <a:lnTo>
                      <a:pt x="174" y="22"/>
                    </a:lnTo>
                    <a:lnTo>
                      <a:pt x="172" y="20"/>
                    </a:lnTo>
                    <a:lnTo>
                      <a:pt x="170" y="14"/>
                    </a:lnTo>
                    <a:lnTo>
                      <a:pt x="170" y="10"/>
                    </a:lnTo>
                    <a:lnTo>
                      <a:pt x="170" y="6"/>
                    </a:lnTo>
                    <a:lnTo>
                      <a:pt x="168" y="6"/>
                    </a:lnTo>
                    <a:lnTo>
                      <a:pt x="168" y="2"/>
                    </a:lnTo>
                    <a:lnTo>
                      <a:pt x="164" y="0"/>
                    </a:lnTo>
                    <a:lnTo>
                      <a:pt x="160" y="0"/>
                    </a:lnTo>
                    <a:lnTo>
                      <a:pt x="156" y="0"/>
                    </a:lnTo>
                    <a:lnTo>
                      <a:pt x="152" y="0"/>
                    </a:lnTo>
                    <a:lnTo>
                      <a:pt x="150" y="0"/>
                    </a:lnTo>
                    <a:lnTo>
                      <a:pt x="146" y="2"/>
                    </a:lnTo>
                    <a:lnTo>
                      <a:pt x="146" y="2"/>
                    </a:lnTo>
                    <a:lnTo>
                      <a:pt x="144" y="2"/>
                    </a:lnTo>
                    <a:lnTo>
                      <a:pt x="140" y="6"/>
                    </a:lnTo>
                    <a:lnTo>
                      <a:pt x="140" y="8"/>
                    </a:lnTo>
                    <a:lnTo>
                      <a:pt x="138" y="12"/>
                    </a:lnTo>
                    <a:lnTo>
                      <a:pt x="138" y="12"/>
                    </a:lnTo>
                    <a:lnTo>
                      <a:pt x="126" y="14"/>
                    </a:lnTo>
                    <a:lnTo>
                      <a:pt x="120" y="14"/>
                    </a:lnTo>
                    <a:lnTo>
                      <a:pt x="114" y="16"/>
                    </a:lnTo>
                    <a:lnTo>
                      <a:pt x="110" y="18"/>
                    </a:lnTo>
                    <a:lnTo>
                      <a:pt x="108" y="20"/>
                    </a:lnTo>
                    <a:lnTo>
                      <a:pt x="106" y="22"/>
                    </a:lnTo>
                    <a:lnTo>
                      <a:pt x="106" y="24"/>
                    </a:lnTo>
                    <a:lnTo>
                      <a:pt x="106" y="26"/>
                    </a:lnTo>
                    <a:lnTo>
                      <a:pt x="108" y="26"/>
                    </a:lnTo>
                    <a:lnTo>
                      <a:pt x="112" y="28"/>
                    </a:lnTo>
                    <a:lnTo>
                      <a:pt x="114" y="28"/>
                    </a:lnTo>
                    <a:lnTo>
                      <a:pt x="116" y="28"/>
                    </a:lnTo>
                    <a:lnTo>
                      <a:pt x="118" y="28"/>
                    </a:lnTo>
                    <a:lnTo>
                      <a:pt x="120" y="30"/>
                    </a:lnTo>
                    <a:lnTo>
                      <a:pt x="124" y="32"/>
                    </a:lnTo>
                    <a:lnTo>
                      <a:pt x="124" y="34"/>
                    </a:lnTo>
                    <a:lnTo>
                      <a:pt x="124" y="36"/>
                    </a:lnTo>
                    <a:lnTo>
                      <a:pt x="124" y="38"/>
                    </a:lnTo>
                    <a:lnTo>
                      <a:pt x="122" y="36"/>
                    </a:lnTo>
                    <a:lnTo>
                      <a:pt x="118" y="36"/>
                    </a:lnTo>
                    <a:lnTo>
                      <a:pt x="114" y="36"/>
                    </a:lnTo>
                    <a:lnTo>
                      <a:pt x="108" y="36"/>
                    </a:lnTo>
                    <a:lnTo>
                      <a:pt x="106" y="38"/>
                    </a:lnTo>
                    <a:lnTo>
                      <a:pt x="102" y="38"/>
                    </a:lnTo>
                    <a:lnTo>
                      <a:pt x="102" y="38"/>
                    </a:lnTo>
                    <a:lnTo>
                      <a:pt x="98" y="40"/>
                    </a:lnTo>
                    <a:lnTo>
                      <a:pt x="96" y="44"/>
                    </a:lnTo>
                    <a:lnTo>
                      <a:pt x="96" y="48"/>
                    </a:lnTo>
                    <a:lnTo>
                      <a:pt x="96" y="50"/>
                    </a:lnTo>
                    <a:lnTo>
                      <a:pt x="96" y="52"/>
                    </a:lnTo>
                    <a:lnTo>
                      <a:pt x="96" y="54"/>
                    </a:lnTo>
                    <a:lnTo>
                      <a:pt x="90" y="54"/>
                    </a:lnTo>
                    <a:lnTo>
                      <a:pt x="90" y="58"/>
                    </a:lnTo>
                    <a:lnTo>
                      <a:pt x="88" y="60"/>
                    </a:lnTo>
                    <a:lnTo>
                      <a:pt x="84" y="64"/>
                    </a:lnTo>
                    <a:lnTo>
                      <a:pt x="82" y="68"/>
                    </a:lnTo>
                    <a:lnTo>
                      <a:pt x="78" y="70"/>
                    </a:lnTo>
                    <a:lnTo>
                      <a:pt x="76" y="72"/>
                    </a:lnTo>
                    <a:lnTo>
                      <a:pt x="76" y="74"/>
                    </a:lnTo>
                    <a:lnTo>
                      <a:pt x="58" y="84"/>
                    </a:lnTo>
                    <a:lnTo>
                      <a:pt x="46" y="94"/>
                    </a:lnTo>
                    <a:lnTo>
                      <a:pt x="40" y="104"/>
                    </a:lnTo>
                    <a:lnTo>
                      <a:pt x="38" y="112"/>
                    </a:lnTo>
                    <a:lnTo>
                      <a:pt x="38" y="118"/>
                    </a:lnTo>
                    <a:lnTo>
                      <a:pt x="40" y="122"/>
                    </a:lnTo>
                    <a:lnTo>
                      <a:pt x="48" y="126"/>
                    </a:lnTo>
                    <a:lnTo>
                      <a:pt x="44" y="146"/>
                    </a:lnTo>
                    <a:lnTo>
                      <a:pt x="38" y="146"/>
                    </a:lnTo>
                    <a:lnTo>
                      <a:pt x="24" y="146"/>
                    </a:lnTo>
                    <a:lnTo>
                      <a:pt x="22" y="146"/>
                    </a:lnTo>
                    <a:lnTo>
                      <a:pt x="20" y="146"/>
                    </a:lnTo>
                    <a:lnTo>
                      <a:pt x="18" y="148"/>
                    </a:lnTo>
                    <a:lnTo>
                      <a:pt x="16" y="148"/>
                    </a:lnTo>
                    <a:lnTo>
                      <a:pt x="0" y="166"/>
                    </a:lnTo>
                    <a:lnTo>
                      <a:pt x="2" y="168"/>
                    </a:lnTo>
                    <a:lnTo>
                      <a:pt x="2" y="168"/>
                    </a:lnTo>
                    <a:lnTo>
                      <a:pt x="6" y="170"/>
                    </a:lnTo>
                    <a:lnTo>
                      <a:pt x="12" y="170"/>
                    </a:lnTo>
                    <a:lnTo>
                      <a:pt x="18" y="170"/>
                    </a:lnTo>
                    <a:lnTo>
                      <a:pt x="24" y="168"/>
                    </a:lnTo>
                    <a:lnTo>
                      <a:pt x="26" y="168"/>
                    </a:lnTo>
                    <a:lnTo>
                      <a:pt x="28" y="166"/>
                    </a:lnTo>
                    <a:lnTo>
                      <a:pt x="30" y="166"/>
                    </a:lnTo>
                    <a:lnTo>
                      <a:pt x="32" y="166"/>
                    </a:lnTo>
                    <a:lnTo>
                      <a:pt x="36" y="166"/>
                    </a:lnTo>
                    <a:lnTo>
                      <a:pt x="36" y="166"/>
                    </a:lnTo>
                    <a:lnTo>
                      <a:pt x="36" y="166"/>
                    </a:lnTo>
                    <a:lnTo>
                      <a:pt x="36" y="168"/>
                    </a:lnTo>
                    <a:lnTo>
                      <a:pt x="34" y="170"/>
                    </a:lnTo>
                    <a:lnTo>
                      <a:pt x="32" y="176"/>
                    </a:lnTo>
                    <a:lnTo>
                      <a:pt x="28" y="180"/>
                    </a:lnTo>
                    <a:lnTo>
                      <a:pt x="24" y="184"/>
                    </a:lnTo>
                    <a:lnTo>
                      <a:pt x="20" y="188"/>
                    </a:lnTo>
                    <a:lnTo>
                      <a:pt x="16" y="190"/>
                    </a:lnTo>
                    <a:lnTo>
                      <a:pt x="16" y="190"/>
                    </a:lnTo>
                    <a:lnTo>
                      <a:pt x="16" y="192"/>
                    </a:lnTo>
                    <a:lnTo>
                      <a:pt x="16" y="194"/>
                    </a:lnTo>
                    <a:lnTo>
                      <a:pt x="18" y="198"/>
                    </a:lnTo>
                    <a:lnTo>
                      <a:pt x="20" y="202"/>
                    </a:lnTo>
                    <a:lnTo>
                      <a:pt x="24" y="206"/>
                    </a:lnTo>
                    <a:lnTo>
                      <a:pt x="30" y="210"/>
                    </a:lnTo>
                    <a:lnTo>
                      <a:pt x="38" y="214"/>
                    </a:lnTo>
                    <a:lnTo>
                      <a:pt x="40" y="214"/>
                    </a:lnTo>
                    <a:lnTo>
                      <a:pt x="42" y="214"/>
                    </a:lnTo>
                    <a:lnTo>
                      <a:pt x="44" y="214"/>
                    </a:lnTo>
                    <a:lnTo>
                      <a:pt x="46" y="210"/>
                    </a:lnTo>
                    <a:lnTo>
                      <a:pt x="50" y="206"/>
                    </a:lnTo>
                    <a:lnTo>
                      <a:pt x="50" y="206"/>
                    </a:lnTo>
                    <a:lnTo>
                      <a:pt x="50" y="204"/>
                    </a:lnTo>
                    <a:lnTo>
                      <a:pt x="50" y="200"/>
                    </a:lnTo>
                    <a:lnTo>
                      <a:pt x="52" y="196"/>
                    </a:lnTo>
                    <a:lnTo>
                      <a:pt x="54" y="194"/>
                    </a:lnTo>
                    <a:lnTo>
                      <a:pt x="58" y="192"/>
                    </a:lnTo>
                    <a:lnTo>
                      <a:pt x="58" y="194"/>
                    </a:lnTo>
                    <a:lnTo>
                      <a:pt x="56" y="196"/>
                    </a:lnTo>
                    <a:lnTo>
                      <a:pt x="56" y="200"/>
                    </a:lnTo>
                    <a:lnTo>
                      <a:pt x="56" y="204"/>
                    </a:lnTo>
                    <a:lnTo>
                      <a:pt x="58" y="206"/>
                    </a:lnTo>
                    <a:lnTo>
                      <a:pt x="58" y="208"/>
                    </a:lnTo>
                    <a:lnTo>
                      <a:pt x="56" y="210"/>
                    </a:lnTo>
                    <a:lnTo>
                      <a:pt x="56" y="212"/>
                    </a:lnTo>
                    <a:lnTo>
                      <a:pt x="56" y="216"/>
                    </a:lnTo>
                    <a:lnTo>
                      <a:pt x="56" y="220"/>
                    </a:lnTo>
                    <a:lnTo>
                      <a:pt x="56" y="228"/>
                    </a:lnTo>
                    <a:lnTo>
                      <a:pt x="60" y="258"/>
                    </a:lnTo>
                    <a:lnTo>
                      <a:pt x="76" y="308"/>
                    </a:lnTo>
                    <a:lnTo>
                      <a:pt x="92" y="336"/>
                    </a:lnTo>
                    <a:lnTo>
                      <a:pt x="94" y="336"/>
                    </a:lnTo>
                    <a:lnTo>
                      <a:pt x="96" y="340"/>
                    </a:lnTo>
                    <a:lnTo>
                      <a:pt x="98" y="344"/>
                    </a:lnTo>
                    <a:lnTo>
                      <a:pt x="102" y="352"/>
                    </a:lnTo>
                    <a:lnTo>
                      <a:pt x="102" y="352"/>
                    </a:lnTo>
                    <a:lnTo>
                      <a:pt x="104" y="354"/>
                    </a:lnTo>
                    <a:lnTo>
                      <a:pt x="108" y="358"/>
                    </a:lnTo>
                    <a:lnTo>
                      <a:pt x="110" y="362"/>
                    </a:lnTo>
                    <a:lnTo>
                      <a:pt x="112" y="366"/>
                    </a:lnTo>
                    <a:lnTo>
                      <a:pt x="114" y="370"/>
                    </a:lnTo>
                    <a:lnTo>
                      <a:pt x="114" y="370"/>
                    </a:lnTo>
                    <a:lnTo>
                      <a:pt x="116" y="372"/>
                    </a:lnTo>
                    <a:lnTo>
                      <a:pt x="120" y="372"/>
                    </a:lnTo>
                    <a:lnTo>
                      <a:pt x="126" y="372"/>
                    </a:lnTo>
                    <a:lnTo>
                      <a:pt x="130" y="372"/>
                    </a:lnTo>
                    <a:lnTo>
                      <a:pt x="132" y="372"/>
                    </a:lnTo>
                    <a:lnTo>
                      <a:pt x="132" y="370"/>
                    </a:lnTo>
                    <a:lnTo>
                      <a:pt x="132" y="370"/>
                    </a:lnTo>
                    <a:lnTo>
                      <a:pt x="132" y="368"/>
                    </a:lnTo>
                    <a:lnTo>
                      <a:pt x="132" y="368"/>
                    </a:lnTo>
                    <a:lnTo>
                      <a:pt x="132" y="368"/>
                    </a:lnTo>
                    <a:lnTo>
                      <a:pt x="134" y="364"/>
                    </a:lnTo>
                    <a:lnTo>
                      <a:pt x="134" y="362"/>
                    </a:lnTo>
                    <a:lnTo>
                      <a:pt x="138" y="358"/>
                    </a:lnTo>
                    <a:lnTo>
                      <a:pt x="140" y="356"/>
                    </a:lnTo>
                    <a:lnTo>
                      <a:pt x="144" y="354"/>
                    </a:lnTo>
                    <a:lnTo>
                      <a:pt x="144" y="354"/>
                    </a:lnTo>
                    <a:lnTo>
                      <a:pt x="146" y="352"/>
                    </a:lnTo>
                    <a:lnTo>
                      <a:pt x="146" y="348"/>
                    </a:lnTo>
                    <a:lnTo>
                      <a:pt x="150" y="346"/>
                    </a:lnTo>
                    <a:lnTo>
                      <a:pt x="152" y="344"/>
                    </a:lnTo>
                    <a:lnTo>
                      <a:pt x="154" y="342"/>
                    </a:lnTo>
                    <a:lnTo>
                      <a:pt x="156" y="338"/>
                    </a:lnTo>
                    <a:lnTo>
                      <a:pt x="158" y="330"/>
                    </a:lnTo>
                    <a:lnTo>
                      <a:pt x="160" y="318"/>
                    </a:lnTo>
                    <a:lnTo>
                      <a:pt x="158" y="308"/>
                    </a:lnTo>
                    <a:lnTo>
                      <a:pt x="156" y="302"/>
                    </a:lnTo>
                    <a:lnTo>
                      <a:pt x="156" y="296"/>
                    </a:lnTo>
                    <a:lnTo>
                      <a:pt x="156" y="290"/>
                    </a:lnTo>
                    <a:lnTo>
                      <a:pt x="158" y="284"/>
                    </a:lnTo>
                    <a:lnTo>
                      <a:pt x="162" y="280"/>
                    </a:lnTo>
                    <a:lnTo>
                      <a:pt x="166" y="278"/>
                    </a:lnTo>
                    <a:lnTo>
                      <a:pt x="168" y="276"/>
                    </a:lnTo>
                    <a:lnTo>
                      <a:pt x="170" y="276"/>
                    </a:lnTo>
                    <a:lnTo>
                      <a:pt x="174" y="274"/>
                    </a:lnTo>
                    <a:lnTo>
                      <a:pt x="178" y="270"/>
                    </a:lnTo>
                    <a:lnTo>
                      <a:pt x="182" y="268"/>
                    </a:lnTo>
                    <a:lnTo>
                      <a:pt x="184" y="266"/>
                    </a:lnTo>
                    <a:lnTo>
                      <a:pt x="190" y="260"/>
                    </a:lnTo>
                    <a:lnTo>
                      <a:pt x="198" y="252"/>
                    </a:lnTo>
                    <a:lnTo>
                      <a:pt x="208" y="244"/>
                    </a:lnTo>
                    <a:lnTo>
                      <a:pt x="218" y="236"/>
                    </a:lnTo>
                    <a:lnTo>
                      <a:pt x="224" y="232"/>
                    </a:lnTo>
                    <a:lnTo>
                      <a:pt x="226" y="230"/>
                    </a:lnTo>
                    <a:lnTo>
                      <a:pt x="232" y="228"/>
                    </a:lnTo>
                    <a:lnTo>
                      <a:pt x="236" y="222"/>
                    </a:lnTo>
                    <a:lnTo>
                      <a:pt x="242" y="216"/>
                    </a:lnTo>
                    <a:lnTo>
                      <a:pt x="246" y="210"/>
                    </a:lnTo>
                    <a:lnTo>
                      <a:pt x="248" y="202"/>
                    </a:lnTo>
                    <a:lnTo>
                      <a:pt x="248" y="202"/>
                    </a:lnTo>
                    <a:lnTo>
                      <a:pt x="250" y="200"/>
                    </a:lnTo>
                    <a:lnTo>
                      <a:pt x="250" y="198"/>
                    </a:lnTo>
                    <a:lnTo>
                      <a:pt x="254" y="196"/>
                    </a:lnTo>
                    <a:lnTo>
                      <a:pt x="258" y="194"/>
                    </a:lnTo>
                    <a:lnTo>
                      <a:pt x="262" y="194"/>
                    </a:lnTo>
                    <a:lnTo>
                      <a:pt x="270" y="196"/>
                    </a:lnTo>
                    <a:lnTo>
                      <a:pt x="270" y="182"/>
                    </a:lnTo>
                    <a:lnTo>
                      <a:pt x="270" y="182"/>
                    </a:lnTo>
                    <a:lnTo>
                      <a:pt x="270" y="180"/>
                    </a:lnTo>
                    <a:lnTo>
                      <a:pt x="268" y="176"/>
                    </a:lnTo>
                    <a:lnTo>
                      <a:pt x="266" y="176"/>
                    </a:lnTo>
                    <a:lnTo>
                      <a:pt x="266" y="174"/>
                    </a:lnTo>
                    <a:lnTo>
                      <a:pt x="264" y="172"/>
                    </a:lnTo>
                    <a:lnTo>
                      <a:pt x="264" y="168"/>
                    </a:lnTo>
                    <a:lnTo>
                      <a:pt x="264" y="164"/>
                    </a:lnTo>
                    <a:lnTo>
                      <a:pt x="266" y="162"/>
                    </a:lnTo>
                    <a:lnTo>
                      <a:pt x="266" y="160"/>
                    </a:lnTo>
                    <a:lnTo>
                      <a:pt x="266" y="158"/>
                    </a:lnTo>
                    <a:lnTo>
                      <a:pt x="268" y="154"/>
                    </a:lnTo>
                    <a:lnTo>
                      <a:pt x="268" y="152"/>
                    </a:lnTo>
                    <a:lnTo>
                      <a:pt x="270" y="150"/>
                    </a:lnTo>
                    <a:lnTo>
                      <a:pt x="274" y="150"/>
                    </a:lnTo>
                    <a:lnTo>
                      <a:pt x="282" y="150"/>
                    </a:lnTo>
                    <a:lnTo>
                      <a:pt x="288" y="150"/>
                    </a:lnTo>
                    <a:lnTo>
                      <a:pt x="288" y="150"/>
                    </a:lnTo>
                    <a:lnTo>
                      <a:pt x="290" y="150"/>
                    </a:lnTo>
                    <a:lnTo>
                      <a:pt x="290" y="150"/>
                    </a:lnTo>
                    <a:lnTo>
                      <a:pt x="292" y="152"/>
                    </a:lnTo>
                    <a:lnTo>
                      <a:pt x="294" y="156"/>
                    </a:lnTo>
                    <a:lnTo>
                      <a:pt x="294" y="164"/>
                    </a:lnTo>
                    <a:lnTo>
                      <a:pt x="298" y="178"/>
                    </a:lnTo>
                    <a:lnTo>
                      <a:pt x="300" y="176"/>
                    </a:lnTo>
                    <a:lnTo>
                      <a:pt x="300" y="176"/>
                    </a:lnTo>
                    <a:lnTo>
                      <a:pt x="302" y="174"/>
                    </a:lnTo>
                    <a:lnTo>
                      <a:pt x="304" y="170"/>
                    </a:lnTo>
                    <a:lnTo>
                      <a:pt x="304" y="168"/>
                    </a:lnTo>
                    <a:lnTo>
                      <a:pt x="306" y="164"/>
                    </a:lnTo>
                    <a:lnTo>
                      <a:pt x="308" y="162"/>
                    </a:lnTo>
                    <a:lnTo>
                      <a:pt x="308" y="162"/>
                    </a:lnTo>
                    <a:lnTo>
                      <a:pt x="310" y="162"/>
                    </a:lnTo>
                    <a:lnTo>
                      <a:pt x="312" y="164"/>
                    </a:lnTo>
                    <a:lnTo>
                      <a:pt x="312" y="168"/>
                    </a:lnTo>
                    <a:lnTo>
                      <a:pt x="314" y="176"/>
                    </a:lnTo>
                    <a:lnTo>
                      <a:pt x="316" y="184"/>
                    </a:lnTo>
                    <a:lnTo>
                      <a:pt x="316" y="184"/>
                    </a:lnTo>
                    <a:lnTo>
                      <a:pt x="316" y="182"/>
                    </a:lnTo>
                    <a:lnTo>
                      <a:pt x="318" y="182"/>
                    </a:lnTo>
                    <a:lnTo>
                      <a:pt x="320" y="182"/>
                    </a:lnTo>
                    <a:lnTo>
                      <a:pt x="320" y="184"/>
                    </a:lnTo>
                    <a:lnTo>
                      <a:pt x="320" y="184"/>
                    </a:lnTo>
                    <a:lnTo>
                      <a:pt x="322" y="184"/>
                    </a:lnTo>
                    <a:lnTo>
                      <a:pt x="324" y="184"/>
                    </a:lnTo>
                    <a:lnTo>
                      <a:pt x="324" y="184"/>
                    </a:lnTo>
                    <a:lnTo>
                      <a:pt x="324" y="182"/>
                    </a:lnTo>
                    <a:lnTo>
                      <a:pt x="324" y="178"/>
                    </a:lnTo>
                    <a:lnTo>
                      <a:pt x="322" y="174"/>
                    </a:lnTo>
                    <a:lnTo>
                      <a:pt x="322" y="170"/>
                    </a:lnTo>
                    <a:lnTo>
                      <a:pt x="322" y="168"/>
                    </a:lnTo>
                    <a:lnTo>
                      <a:pt x="322" y="168"/>
                    </a:lnTo>
                    <a:lnTo>
                      <a:pt x="324" y="168"/>
                    </a:lnTo>
                    <a:lnTo>
                      <a:pt x="328" y="170"/>
                    </a:lnTo>
                    <a:lnTo>
                      <a:pt x="330" y="172"/>
                    </a:lnTo>
                    <a:lnTo>
                      <a:pt x="332" y="172"/>
                    </a:lnTo>
                    <a:lnTo>
                      <a:pt x="334" y="170"/>
                    </a:lnTo>
                    <a:lnTo>
                      <a:pt x="336" y="168"/>
                    </a:lnTo>
                    <a:lnTo>
                      <a:pt x="338" y="166"/>
                    </a:lnTo>
                    <a:lnTo>
                      <a:pt x="340" y="164"/>
                    </a:lnTo>
                    <a:lnTo>
                      <a:pt x="342" y="164"/>
                    </a:lnTo>
                    <a:lnTo>
                      <a:pt x="344" y="160"/>
                    </a:lnTo>
                    <a:lnTo>
                      <a:pt x="344" y="156"/>
                    </a:lnTo>
                    <a:lnTo>
                      <a:pt x="346" y="152"/>
                    </a:lnTo>
                    <a:lnTo>
                      <a:pt x="348" y="146"/>
                    </a:lnTo>
                    <a:lnTo>
                      <a:pt x="350" y="142"/>
                    </a:lnTo>
                    <a:lnTo>
                      <a:pt x="354" y="140"/>
                    </a:lnTo>
                    <a:lnTo>
                      <a:pt x="358" y="138"/>
                    </a:lnTo>
                    <a:lnTo>
                      <a:pt x="368" y="134"/>
                    </a:lnTo>
                    <a:lnTo>
                      <a:pt x="370" y="130"/>
                    </a:lnTo>
                    <a:lnTo>
                      <a:pt x="370" y="128"/>
                    </a:lnTo>
                    <a:lnTo>
                      <a:pt x="372" y="126"/>
                    </a:lnTo>
                    <a:lnTo>
                      <a:pt x="374" y="124"/>
                    </a:lnTo>
                    <a:lnTo>
                      <a:pt x="374" y="120"/>
                    </a:lnTo>
                    <a:lnTo>
                      <a:pt x="376" y="116"/>
                    </a:lnTo>
                    <a:lnTo>
                      <a:pt x="378" y="114"/>
                    </a:lnTo>
                    <a:lnTo>
                      <a:pt x="378" y="110"/>
                    </a:lnTo>
                    <a:lnTo>
                      <a:pt x="378" y="108"/>
                    </a:lnTo>
                    <a:lnTo>
                      <a:pt x="376" y="108"/>
                    </a:lnTo>
                    <a:lnTo>
                      <a:pt x="366" y="110"/>
                    </a:lnTo>
                    <a:lnTo>
                      <a:pt x="354" y="112"/>
                    </a:lnTo>
                    <a:lnTo>
                      <a:pt x="344" y="114"/>
                    </a:lnTo>
                    <a:lnTo>
                      <a:pt x="330" y="112"/>
                    </a:lnTo>
                    <a:lnTo>
                      <a:pt x="330" y="112"/>
                    </a:lnTo>
                    <a:lnTo>
                      <a:pt x="328" y="116"/>
                    </a:lnTo>
                    <a:lnTo>
                      <a:pt x="326" y="120"/>
                    </a:lnTo>
                    <a:lnTo>
                      <a:pt x="324" y="124"/>
                    </a:lnTo>
                    <a:lnTo>
                      <a:pt x="322" y="130"/>
                    </a:lnTo>
                    <a:lnTo>
                      <a:pt x="320" y="134"/>
                    </a:lnTo>
                    <a:lnTo>
                      <a:pt x="318" y="136"/>
                    </a:lnTo>
                    <a:lnTo>
                      <a:pt x="316" y="138"/>
                    </a:lnTo>
                    <a:lnTo>
                      <a:pt x="314" y="138"/>
                    </a:lnTo>
                    <a:lnTo>
                      <a:pt x="310" y="138"/>
                    </a:lnTo>
                    <a:lnTo>
                      <a:pt x="306" y="136"/>
                    </a:lnTo>
                    <a:lnTo>
                      <a:pt x="302" y="136"/>
                    </a:lnTo>
                    <a:lnTo>
                      <a:pt x="298" y="136"/>
                    </a:lnTo>
                    <a:lnTo>
                      <a:pt x="294" y="138"/>
                    </a:lnTo>
                    <a:lnTo>
                      <a:pt x="290" y="136"/>
                    </a:lnTo>
                    <a:lnTo>
                      <a:pt x="284" y="136"/>
                    </a:lnTo>
                    <a:lnTo>
                      <a:pt x="282" y="136"/>
                    </a:lnTo>
                    <a:lnTo>
                      <a:pt x="280" y="136"/>
                    </a:lnTo>
                    <a:lnTo>
                      <a:pt x="264" y="13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8" name="Google Shape;478;p8"/>
              <p:cNvSpPr/>
              <p:nvPr/>
            </p:nvSpPr>
            <p:spPr>
              <a:xfrm>
                <a:off x="1664" y="2324"/>
                <a:ext cx="196" cy="136"/>
              </a:xfrm>
              <a:custGeom>
                <a:avLst/>
                <a:gdLst/>
                <a:ahLst/>
                <a:cxnLst/>
                <a:rect l="l" t="t" r="r" b="b"/>
                <a:pathLst>
                  <a:path w="196" h="136" extrusionOk="0">
                    <a:moveTo>
                      <a:pt x="196" y="36"/>
                    </a:moveTo>
                    <a:lnTo>
                      <a:pt x="194" y="36"/>
                    </a:lnTo>
                    <a:lnTo>
                      <a:pt x="190" y="36"/>
                    </a:lnTo>
                    <a:lnTo>
                      <a:pt x="184" y="36"/>
                    </a:lnTo>
                    <a:lnTo>
                      <a:pt x="176" y="36"/>
                    </a:lnTo>
                    <a:lnTo>
                      <a:pt x="166" y="38"/>
                    </a:lnTo>
                    <a:lnTo>
                      <a:pt x="166" y="38"/>
                    </a:lnTo>
                    <a:lnTo>
                      <a:pt x="162" y="40"/>
                    </a:lnTo>
                    <a:lnTo>
                      <a:pt x="160" y="42"/>
                    </a:lnTo>
                    <a:lnTo>
                      <a:pt x="156" y="44"/>
                    </a:lnTo>
                    <a:lnTo>
                      <a:pt x="154" y="46"/>
                    </a:lnTo>
                    <a:lnTo>
                      <a:pt x="154" y="50"/>
                    </a:lnTo>
                    <a:lnTo>
                      <a:pt x="138" y="56"/>
                    </a:lnTo>
                    <a:lnTo>
                      <a:pt x="134" y="66"/>
                    </a:lnTo>
                    <a:lnTo>
                      <a:pt x="134" y="66"/>
                    </a:lnTo>
                    <a:lnTo>
                      <a:pt x="132" y="66"/>
                    </a:lnTo>
                    <a:lnTo>
                      <a:pt x="130" y="66"/>
                    </a:lnTo>
                    <a:lnTo>
                      <a:pt x="128" y="66"/>
                    </a:lnTo>
                    <a:lnTo>
                      <a:pt x="124" y="68"/>
                    </a:lnTo>
                    <a:lnTo>
                      <a:pt x="122" y="72"/>
                    </a:lnTo>
                    <a:lnTo>
                      <a:pt x="122" y="76"/>
                    </a:lnTo>
                    <a:lnTo>
                      <a:pt x="122" y="84"/>
                    </a:lnTo>
                    <a:lnTo>
                      <a:pt x="104" y="102"/>
                    </a:lnTo>
                    <a:lnTo>
                      <a:pt x="102" y="102"/>
                    </a:lnTo>
                    <a:lnTo>
                      <a:pt x="98" y="102"/>
                    </a:lnTo>
                    <a:lnTo>
                      <a:pt x="94" y="102"/>
                    </a:lnTo>
                    <a:lnTo>
                      <a:pt x="88" y="104"/>
                    </a:lnTo>
                    <a:lnTo>
                      <a:pt x="84" y="104"/>
                    </a:lnTo>
                    <a:lnTo>
                      <a:pt x="78" y="108"/>
                    </a:lnTo>
                    <a:lnTo>
                      <a:pt x="74" y="110"/>
                    </a:lnTo>
                    <a:lnTo>
                      <a:pt x="72" y="114"/>
                    </a:lnTo>
                    <a:lnTo>
                      <a:pt x="68" y="118"/>
                    </a:lnTo>
                    <a:lnTo>
                      <a:pt x="64" y="122"/>
                    </a:lnTo>
                    <a:lnTo>
                      <a:pt x="60" y="124"/>
                    </a:lnTo>
                    <a:lnTo>
                      <a:pt x="58" y="128"/>
                    </a:lnTo>
                    <a:lnTo>
                      <a:pt x="56" y="128"/>
                    </a:lnTo>
                    <a:lnTo>
                      <a:pt x="54" y="130"/>
                    </a:lnTo>
                    <a:lnTo>
                      <a:pt x="52" y="130"/>
                    </a:lnTo>
                    <a:lnTo>
                      <a:pt x="44" y="134"/>
                    </a:lnTo>
                    <a:lnTo>
                      <a:pt x="32" y="136"/>
                    </a:lnTo>
                    <a:lnTo>
                      <a:pt x="20" y="134"/>
                    </a:lnTo>
                    <a:lnTo>
                      <a:pt x="12" y="132"/>
                    </a:lnTo>
                    <a:lnTo>
                      <a:pt x="2" y="110"/>
                    </a:lnTo>
                    <a:lnTo>
                      <a:pt x="0" y="80"/>
                    </a:lnTo>
                    <a:lnTo>
                      <a:pt x="10" y="64"/>
                    </a:lnTo>
                    <a:lnTo>
                      <a:pt x="12" y="42"/>
                    </a:lnTo>
                    <a:lnTo>
                      <a:pt x="28" y="42"/>
                    </a:lnTo>
                    <a:lnTo>
                      <a:pt x="32" y="32"/>
                    </a:lnTo>
                    <a:lnTo>
                      <a:pt x="34" y="32"/>
                    </a:lnTo>
                    <a:lnTo>
                      <a:pt x="38" y="30"/>
                    </a:lnTo>
                    <a:lnTo>
                      <a:pt x="42" y="28"/>
                    </a:lnTo>
                    <a:lnTo>
                      <a:pt x="48" y="24"/>
                    </a:lnTo>
                    <a:lnTo>
                      <a:pt x="52" y="20"/>
                    </a:lnTo>
                    <a:lnTo>
                      <a:pt x="56" y="14"/>
                    </a:lnTo>
                    <a:lnTo>
                      <a:pt x="58" y="8"/>
                    </a:lnTo>
                    <a:lnTo>
                      <a:pt x="60" y="8"/>
                    </a:lnTo>
                    <a:lnTo>
                      <a:pt x="62" y="10"/>
                    </a:lnTo>
                    <a:lnTo>
                      <a:pt x="66" y="10"/>
                    </a:lnTo>
                    <a:lnTo>
                      <a:pt x="70" y="10"/>
                    </a:lnTo>
                    <a:lnTo>
                      <a:pt x="74" y="10"/>
                    </a:lnTo>
                    <a:lnTo>
                      <a:pt x="80" y="10"/>
                    </a:lnTo>
                    <a:lnTo>
                      <a:pt x="92" y="12"/>
                    </a:lnTo>
                    <a:lnTo>
                      <a:pt x="108" y="10"/>
                    </a:lnTo>
                    <a:lnTo>
                      <a:pt x="122" y="2"/>
                    </a:lnTo>
                    <a:lnTo>
                      <a:pt x="132" y="0"/>
                    </a:lnTo>
                    <a:lnTo>
                      <a:pt x="140" y="8"/>
                    </a:lnTo>
                    <a:lnTo>
                      <a:pt x="140" y="10"/>
                    </a:lnTo>
                    <a:lnTo>
                      <a:pt x="142" y="12"/>
                    </a:lnTo>
                    <a:lnTo>
                      <a:pt x="146" y="14"/>
                    </a:lnTo>
                    <a:lnTo>
                      <a:pt x="150" y="16"/>
                    </a:lnTo>
                    <a:lnTo>
                      <a:pt x="154" y="18"/>
                    </a:lnTo>
                    <a:lnTo>
                      <a:pt x="158" y="20"/>
                    </a:lnTo>
                    <a:lnTo>
                      <a:pt x="162" y="20"/>
                    </a:lnTo>
                    <a:lnTo>
                      <a:pt x="194" y="20"/>
                    </a:lnTo>
                    <a:lnTo>
                      <a:pt x="194" y="22"/>
                    </a:lnTo>
                    <a:lnTo>
                      <a:pt x="194" y="24"/>
                    </a:lnTo>
                    <a:lnTo>
                      <a:pt x="194" y="30"/>
                    </a:lnTo>
                    <a:lnTo>
                      <a:pt x="196" y="34"/>
                    </a:lnTo>
                    <a:lnTo>
                      <a:pt x="196" y="3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9" name="Google Shape;479;p8"/>
              <p:cNvSpPr/>
              <p:nvPr/>
            </p:nvSpPr>
            <p:spPr>
              <a:xfrm>
                <a:off x="2456" y="2198"/>
                <a:ext cx="116" cy="172"/>
              </a:xfrm>
              <a:custGeom>
                <a:avLst/>
                <a:gdLst/>
                <a:ahLst/>
                <a:cxnLst/>
                <a:rect l="l" t="t" r="r" b="b"/>
                <a:pathLst>
                  <a:path w="116" h="172" extrusionOk="0">
                    <a:moveTo>
                      <a:pt x="116" y="0"/>
                    </a:moveTo>
                    <a:lnTo>
                      <a:pt x="112" y="4"/>
                    </a:lnTo>
                    <a:lnTo>
                      <a:pt x="104" y="10"/>
                    </a:lnTo>
                    <a:lnTo>
                      <a:pt x="94" y="20"/>
                    </a:lnTo>
                    <a:lnTo>
                      <a:pt x="84" y="28"/>
                    </a:lnTo>
                    <a:lnTo>
                      <a:pt x="76" y="34"/>
                    </a:lnTo>
                    <a:lnTo>
                      <a:pt x="70" y="38"/>
                    </a:lnTo>
                    <a:lnTo>
                      <a:pt x="66" y="42"/>
                    </a:lnTo>
                    <a:lnTo>
                      <a:pt x="62" y="46"/>
                    </a:lnTo>
                    <a:lnTo>
                      <a:pt x="58" y="48"/>
                    </a:lnTo>
                    <a:lnTo>
                      <a:pt x="54" y="48"/>
                    </a:lnTo>
                    <a:lnTo>
                      <a:pt x="54" y="50"/>
                    </a:lnTo>
                    <a:lnTo>
                      <a:pt x="22" y="46"/>
                    </a:lnTo>
                    <a:lnTo>
                      <a:pt x="18" y="46"/>
                    </a:lnTo>
                    <a:lnTo>
                      <a:pt x="18" y="48"/>
                    </a:lnTo>
                    <a:lnTo>
                      <a:pt x="16" y="52"/>
                    </a:lnTo>
                    <a:lnTo>
                      <a:pt x="16" y="56"/>
                    </a:lnTo>
                    <a:lnTo>
                      <a:pt x="18" y="60"/>
                    </a:lnTo>
                    <a:lnTo>
                      <a:pt x="18" y="62"/>
                    </a:lnTo>
                    <a:lnTo>
                      <a:pt x="18" y="64"/>
                    </a:lnTo>
                    <a:lnTo>
                      <a:pt x="20" y="66"/>
                    </a:lnTo>
                    <a:lnTo>
                      <a:pt x="18" y="70"/>
                    </a:lnTo>
                    <a:lnTo>
                      <a:pt x="14" y="72"/>
                    </a:lnTo>
                    <a:lnTo>
                      <a:pt x="10" y="72"/>
                    </a:lnTo>
                    <a:lnTo>
                      <a:pt x="8" y="72"/>
                    </a:lnTo>
                    <a:lnTo>
                      <a:pt x="4" y="70"/>
                    </a:lnTo>
                    <a:lnTo>
                      <a:pt x="2" y="70"/>
                    </a:lnTo>
                    <a:lnTo>
                      <a:pt x="0" y="70"/>
                    </a:lnTo>
                    <a:lnTo>
                      <a:pt x="0" y="92"/>
                    </a:lnTo>
                    <a:lnTo>
                      <a:pt x="12" y="90"/>
                    </a:lnTo>
                    <a:lnTo>
                      <a:pt x="22" y="98"/>
                    </a:lnTo>
                    <a:lnTo>
                      <a:pt x="16" y="112"/>
                    </a:lnTo>
                    <a:lnTo>
                      <a:pt x="18" y="112"/>
                    </a:lnTo>
                    <a:lnTo>
                      <a:pt x="20" y="114"/>
                    </a:lnTo>
                    <a:lnTo>
                      <a:pt x="22" y="116"/>
                    </a:lnTo>
                    <a:lnTo>
                      <a:pt x="26" y="120"/>
                    </a:lnTo>
                    <a:lnTo>
                      <a:pt x="30" y="122"/>
                    </a:lnTo>
                    <a:lnTo>
                      <a:pt x="34" y="124"/>
                    </a:lnTo>
                    <a:lnTo>
                      <a:pt x="36" y="126"/>
                    </a:lnTo>
                    <a:lnTo>
                      <a:pt x="40" y="128"/>
                    </a:lnTo>
                    <a:lnTo>
                      <a:pt x="42" y="130"/>
                    </a:lnTo>
                    <a:lnTo>
                      <a:pt x="42" y="132"/>
                    </a:lnTo>
                    <a:lnTo>
                      <a:pt x="42" y="134"/>
                    </a:lnTo>
                    <a:lnTo>
                      <a:pt x="42" y="134"/>
                    </a:lnTo>
                    <a:lnTo>
                      <a:pt x="42" y="136"/>
                    </a:lnTo>
                    <a:lnTo>
                      <a:pt x="42" y="140"/>
                    </a:lnTo>
                    <a:lnTo>
                      <a:pt x="42" y="148"/>
                    </a:lnTo>
                    <a:lnTo>
                      <a:pt x="40" y="156"/>
                    </a:lnTo>
                    <a:lnTo>
                      <a:pt x="40" y="160"/>
                    </a:lnTo>
                    <a:lnTo>
                      <a:pt x="42" y="164"/>
                    </a:lnTo>
                    <a:lnTo>
                      <a:pt x="46" y="168"/>
                    </a:lnTo>
                    <a:lnTo>
                      <a:pt x="48" y="170"/>
                    </a:lnTo>
                    <a:lnTo>
                      <a:pt x="52" y="170"/>
                    </a:lnTo>
                    <a:lnTo>
                      <a:pt x="56" y="172"/>
                    </a:lnTo>
                    <a:lnTo>
                      <a:pt x="60" y="172"/>
                    </a:lnTo>
                    <a:lnTo>
                      <a:pt x="64" y="172"/>
                    </a:lnTo>
                    <a:lnTo>
                      <a:pt x="68" y="168"/>
                    </a:lnTo>
                    <a:lnTo>
                      <a:pt x="72" y="166"/>
                    </a:lnTo>
                    <a:lnTo>
                      <a:pt x="74" y="162"/>
                    </a:lnTo>
                    <a:lnTo>
                      <a:pt x="76" y="160"/>
                    </a:lnTo>
                    <a:lnTo>
                      <a:pt x="76" y="160"/>
                    </a:lnTo>
                    <a:lnTo>
                      <a:pt x="78" y="136"/>
                    </a:lnTo>
                    <a:lnTo>
                      <a:pt x="78" y="128"/>
                    </a:lnTo>
                    <a:lnTo>
                      <a:pt x="76" y="120"/>
                    </a:lnTo>
                    <a:lnTo>
                      <a:pt x="74" y="116"/>
                    </a:lnTo>
                    <a:lnTo>
                      <a:pt x="70" y="112"/>
                    </a:lnTo>
                    <a:lnTo>
                      <a:pt x="68" y="108"/>
                    </a:lnTo>
                    <a:lnTo>
                      <a:pt x="66" y="108"/>
                    </a:lnTo>
                    <a:lnTo>
                      <a:pt x="64" y="106"/>
                    </a:lnTo>
                    <a:lnTo>
                      <a:pt x="62" y="106"/>
                    </a:lnTo>
                    <a:lnTo>
                      <a:pt x="58" y="100"/>
                    </a:lnTo>
                    <a:lnTo>
                      <a:pt x="54" y="96"/>
                    </a:lnTo>
                    <a:lnTo>
                      <a:pt x="54" y="92"/>
                    </a:lnTo>
                    <a:lnTo>
                      <a:pt x="54" y="90"/>
                    </a:lnTo>
                    <a:lnTo>
                      <a:pt x="54" y="88"/>
                    </a:lnTo>
                    <a:lnTo>
                      <a:pt x="56" y="86"/>
                    </a:lnTo>
                    <a:lnTo>
                      <a:pt x="58" y="86"/>
                    </a:lnTo>
                    <a:lnTo>
                      <a:pt x="58" y="84"/>
                    </a:lnTo>
                    <a:lnTo>
                      <a:pt x="60" y="84"/>
                    </a:lnTo>
                    <a:lnTo>
                      <a:pt x="60" y="84"/>
                    </a:lnTo>
                    <a:lnTo>
                      <a:pt x="74" y="70"/>
                    </a:lnTo>
                    <a:lnTo>
                      <a:pt x="86" y="56"/>
                    </a:lnTo>
                    <a:lnTo>
                      <a:pt x="94" y="46"/>
                    </a:lnTo>
                    <a:lnTo>
                      <a:pt x="98" y="42"/>
                    </a:lnTo>
                    <a:lnTo>
                      <a:pt x="104" y="32"/>
                    </a:lnTo>
                    <a:lnTo>
                      <a:pt x="110" y="20"/>
                    </a:lnTo>
                    <a:lnTo>
                      <a:pt x="114" y="12"/>
                    </a:lnTo>
                    <a:lnTo>
                      <a:pt x="114" y="8"/>
                    </a:lnTo>
                    <a:lnTo>
                      <a:pt x="116" y="0"/>
                    </a:lnTo>
                  </a:path>
                </a:pathLst>
              </a:custGeom>
              <a:solidFill>
                <a:srgbClr val="99FF33"/>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0" name="Google Shape;480;p8"/>
              <p:cNvSpPr/>
              <p:nvPr/>
            </p:nvSpPr>
            <p:spPr>
              <a:xfrm>
                <a:off x="2022" y="2084"/>
                <a:ext cx="420" cy="174"/>
              </a:xfrm>
              <a:custGeom>
                <a:avLst/>
                <a:gdLst/>
                <a:ahLst/>
                <a:cxnLst/>
                <a:rect l="l" t="t" r="r" b="b"/>
                <a:pathLst>
                  <a:path w="420" h="174" extrusionOk="0">
                    <a:moveTo>
                      <a:pt x="4" y="32"/>
                    </a:moveTo>
                    <a:lnTo>
                      <a:pt x="26" y="20"/>
                    </a:lnTo>
                    <a:lnTo>
                      <a:pt x="26" y="20"/>
                    </a:lnTo>
                    <a:lnTo>
                      <a:pt x="26" y="18"/>
                    </a:lnTo>
                    <a:lnTo>
                      <a:pt x="28" y="16"/>
                    </a:lnTo>
                    <a:lnTo>
                      <a:pt x="30" y="14"/>
                    </a:lnTo>
                    <a:lnTo>
                      <a:pt x="32" y="12"/>
                    </a:lnTo>
                    <a:lnTo>
                      <a:pt x="36" y="10"/>
                    </a:lnTo>
                    <a:lnTo>
                      <a:pt x="40" y="10"/>
                    </a:lnTo>
                    <a:lnTo>
                      <a:pt x="48" y="12"/>
                    </a:lnTo>
                    <a:lnTo>
                      <a:pt x="56" y="14"/>
                    </a:lnTo>
                    <a:lnTo>
                      <a:pt x="58" y="14"/>
                    </a:lnTo>
                    <a:lnTo>
                      <a:pt x="68" y="14"/>
                    </a:lnTo>
                    <a:lnTo>
                      <a:pt x="78" y="18"/>
                    </a:lnTo>
                    <a:lnTo>
                      <a:pt x="88" y="24"/>
                    </a:lnTo>
                    <a:lnTo>
                      <a:pt x="106" y="42"/>
                    </a:lnTo>
                    <a:lnTo>
                      <a:pt x="106" y="42"/>
                    </a:lnTo>
                    <a:lnTo>
                      <a:pt x="108" y="40"/>
                    </a:lnTo>
                    <a:lnTo>
                      <a:pt x="112" y="40"/>
                    </a:lnTo>
                    <a:lnTo>
                      <a:pt x="114" y="36"/>
                    </a:lnTo>
                    <a:lnTo>
                      <a:pt x="118" y="34"/>
                    </a:lnTo>
                    <a:lnTo>
                      <a:pt x="120" y="28"/>
                    </a:lnTo>
                    <a:lnTo>
                      <a:pt x="120" y="22"/>
                    </a:lnTo>
                    <a:lnTo>
                      <a:pt x="122" y="20"/>
                    </a:lnTo>
                    <a:lnTo>
                      <a:pt x="126" y="18"/>
                    </a:lnTo>
                    <a:lnTo>
                      <a:pt x="128" y="18"/>
                    </a:lnTo>
                    <a:lnTo>
                      <a:pt x="132" y="18"/>
                    </a:lnTo>
                    <a:lnTo>
                      <a:pt x="136" y="14"/>
                    </a:lnTo>
                    <a:lnTo>
                      <a:pt x="144" y="6"/>
                    </a:lnTo>
                    <a:lnTo>
                      <a:pt x="154" y="0"/>
                    </a:lnTo>
                    <a:lnTo>
                      <a:pt x="166" y="0"/>
                    </a:lnTo>
                    <a:lnTo>
                      <a:pt x="178" y="4"/>
                    </a:lnTo>
                    <a:lnTo>
                      <a:pt x="190" y="4"/>
                    </a:lnTo>
                    <a:lnTo>
                      <a:pt x="200" y="2"/>
                    </a:lnTo>
                    <a:lnTo>
                      <a:pt x="216" y="4"/>
                    </a:lnTo>
                    <a:lnTo>
                      <a:pt x="234" y="12"/>
                    </a:lnTo>
                    <a:lnTo>
                      <a:pt x="254" y="24"/>
                    </a:lnTo>
                    <a:lnTo>
                      <a:pt x="256" y="24"/>
                    </a:lnTo>
                    <a:lnTo>
                      <a:pt x="262" y="26"/>
                    </a:lnTo>
                    <a:lnTo>
                      <a:pt x="274" y="26"/>
                    </a:lnTo>
                    <a:lnTo>
                      <a:pt x="292" y="22"/>
                    </a:lnTo>
                    <a:lnTo>
                      <a:pt x="304" y="18"/>
                    </a:lnTo>
                    <a:lnTo>
                      <a:pt x="312" y="14"/>
                    </a:lnTo>
                    <a:lnTo>
                      <a:pt x="318" y="10"/>
                    </a:lnTo>
                    <a:lnTo>
                      <a:pt x="320" y="6"/>
                    </a:lnTo>
                    <a:lnTo>
                      <a:pt x="322" y="4"/>
                    </a:lnTo>
                    <a:lnTo>
                      <a:pt x="322" y="2"/>
                    </a:lnTo>
                    <a:lnTo>
                      <a:pt x="322" y="2"/>
                    </a:lnTo>
                    <a:lnTo>
                      <a:pt x="330" y="2"/>
                    </a:lnTo>
                    <a:lnTo>
                      <a:pt x="342" y="6"/>
                    </a:lnTo>
                    <a:lnTo>
                      <a:pt x="356" y="14"/>
                    </a:lnTo>
                    <a:lnTo>
                      <a:pt x="378" y="22"/>
                    </a:lnTo>
                    <a:lnTo>
                      <a:pt x="372" y="60"/>
                    </a:lnTo>
                    <a:lnTo>
                      <a:pt x="372" y="60"/>
                    </a:lnTo>
                    <a:lnTo>
                      <a:pt x="376" y="60"/>
                    </a:lnTo>
                    <a:lnTo>
                      <a:pt x="382" y="60"/>
                    </a:lnTo>
                    <a:lnTo>
                      <a:pt x="388" y="60"/>
                    </a:lnTo>
                    <a:lnTo>
                      <a:pt x="394" y="60"/>
                    </a:lnTo>
                    <a:lnTo>
                      <a:pt x="398" y="60"/>
                    </a:lnTo>
                    <a:lnTo>
                      <a:pt x="404" y="60"/>
                    </a:lnTo>
                    <a:lnTo>
                      <a:pt x="408" y="62"/>
                    </a:lnTo>
                    <a:lnTo>
                      <a:pt x="412" y="64"/>
                    </a:lnTo>
                    <a:lnTo>
                      <a:pt x="416" y="66"/>
                    </a:lnTo>
                    <a:lnTo>
                      <a:pt x="418" y="68"/>
                    </a:lnTo>
                    <a:lnTo>
                      <a:pt x="420" y="72"/>
                    </a:lnTo>
                    <a:lnTo>
                      <a:pt x="420" y="74"/>
                    </a:lnTo>
                    <a:lnTo>
                      <a:pt x="420" y="76"/>
                    </a:lnTo>
                    <a:lnTo>
                      <a:pt x="414" y="78"/>
                    </a:lnTo>
                    <a:lnTo>
                      <a:pt x="410" y="82"/>
                    </a:lnTo>
                    <a:lnTo>
                      <a:pt x="404" y="84"/>
                    </a:lnTo>
                    <a:lnTo>
                      <a:pt x="398" y="86"/>
                    </a:lnTo>
                    <a:lnTo>
                      <a:pt x="390" y="88"/>
                    </a:lnTo>
                    <a:lnTo>
                      <a:pt x="382" y="88"/>
                    </a:lnTo>
                    <a:lnTo>
                      <a:pt x="374" y="92"/>
                    </a:lnTo>
                    <a:lnTo>
                      <a:pt x="366" y="96"/>
                    </a:lnTo>
                    <a:lnTo>
                      <a:pt x="360" y="100"/>
                    </a:lnTo>
                    <a:lnTo>
                      <a:pt x="360" y="100"/>
                    </a:lnTo>
                    <a:lnTo>
                      <a:pt x="360" y="104"/>
                    </a:lnTo>
                    <a:lnTo>
                      <a:pt x="360" y="106"/>
                    </a:lnTo>
                    <a:lnTo>
                      <a:pt x="358" y="112"/>
                    </a:lnTo>
                    <a:lnTo>
                      <a:pt x="358" y="116"/>
                    </a:lnTo>
                    <a:lnTo>
                      <a:pt x="354" y="120"/>
                    </a:lnTo>
                    <a:lnTo>
                      <a:pt x="350" y="126"/>
                    </a:lnTo>
                    <a:lnTo>
                      <a:pt x="344" y="128"/>
                    </a:lnTo>
                    <a:lnTo>
                      <a:pt x="338" y="132"/>
                    </a:lnTo>
                    <a:lnTo>
                      <a:pt x="322" y="136"/>
                    </a:lnTo>
                    <a:lnTo>
                      <a:pt x="302" y="140"/>
                    </a:lnTo>
                    <a:lnTo>
                      <a:pt x="280" y="144"/>
                    </a:lnTo>
                    <a:lnTo>
                      <a:pt x="262" y="148"/>
                    </a:lnTo>
                    <a:lnTo>
                      <a:pt x="246" y="152"/>
                    </a:lnTo>
                    <a:lnTo>
                      <a:pt x="238" y="154"/>
                    </a:lnTo>
                    <a:lnTo>
                      <a:pt x="232" y="158"/>
                    </a:lnTo>
                    <a:lnTo>
                      <a:pt x="218" y="166"/>
                    </a:lnTo>
                    <a:lnTo>
                      <a:pt x="204" y="172"/>
                    </a:lnTo>
                    <a:lnTo>
                      <a:pt x="186" y="174"/>
                    </a:lnTo>
                    <a:lnTo>
                      <a:pt x="176" y="172"/>
                    </a:lnTo>
                    <a:lnTo>
                      <a:pt x="170" y="166"/>
                    </a:lnTo>
                    <a:lnTo>
                      <a:pt x="162" y="162"/>
                    </a:lnTo>
                    <a:lnTo>
                      <a:pt x="156" y="160"/>
                    </a:lnTo>
                    <a:lnTo>
                      <a:pt x="144" y="160"/>
                    </a:lnTo>
                    <a:lnTo>
                      <a:pt x="132" y="162"/>
                    </a:lnTo>
                    <a:lnTo>
                      <a:pt x="116" y="162"/>
                    </a:lnTo>
                    <a:lnTo>
                      <a:pt x="102" y="162"/>
                    </a:lnTo>
                    <a:lnTo>
                      <a:pt x="88" y="160"/>
                    </a:lnTo>
                    <a:lnTo>
                      <a:pt x="80" y="156"/>
                    </a:lnTo>
                    <a:lnTo>
                      <a:pt x="76" y="148"/>
                    </a:lnTo>
                    <a:lnTo>
                      <a:pt x="76" y="144"/>
                    </a:lnTo>
                    <a:lnTo>
                      <a:pt x="76" y="134"/>
                    </a:lnTo>
                    <a:lnTo>
                      <a:pt x="72" y="120"/>
                    </a:lnTo>
                    <a:lnTo>
                      <a:pt x="66" y="108"/>
                    </a:lnTo>
                    <a:lnTo>
                      <a:pt x="56" y="100"/>
                    </a:lnTo>
                    <a:lnTo>
                      <a:pt x="44" y="94"/>
                    </a:lnTo>
                    <a:lnTo>
                      <a:pt x="30" y="88"/>
                    </a:lnTo>
                    <a:lnTo>
                      <a:pt x="16" y="78"/>
                    </a:lnTo>
                    <a:lnTo>
                      <a:pt x="6" y="66"/>
                    </a:lnTo>
                    <a:lnTo>
                      <a:pt x="0" y="50"/>
                    </a:lnTo>
                    <a:lnTo>
                      <a:pt x="4" y="3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1" name="Google Shape;481;p8"/>
              <p:cNvSpPr/>
              <p:nvPr/>
            </p:nvSpPr>
            <p:spPr>
              <a:xfrm>
                <a:off x="1830" y="2030"/>
                <a:ext cx="790" cy="574"/>
              </a:xfrm>
              <a:custGeom>
                <a:avLst/>
                <a:gdLst/>
                <a:ahLst/>
                <a:cxnLst/>
                <a:rect l="l" t="t" r="r" b="b"/>
                <a:pathLst>
                  <a:path w="790" h="574" extrusionOk="0">
                    <a:moveTo>
                      <a:pt x="194" y="86"/>
                    </a:moveTo>
                    <a:lnTo>
                      <a:pt x="192" y="104"/>
                    </a:lnTo>
                    <a:lnTo>
                      <a:pt x="198" y="120"/>
                    </a:lnTo>
                    <a:lnTo>
                      <a:pt x="208" y="132"/>
                    </a:lnTo>
                    <a:lnTo>
                      <a:pt x="222" y="142"/>
                    </a:lnTo>
                    <a:lnTo>
                      <a:pt x="236" y="148"/>
                    </a:lnTo>
                    <a:lnTo>
                      <a:pt x="248" y="154"/>
                    </a:lnTo>
                    <a:lnTo>
                      <a:pt x="258" y="162"/>
                    </a:lnTo>
                    <a:lnTo>
                      <a:pt x="264" y="174"/>
                    </a:lnTo>
                    <a:lnTo>
                      <a:pt x="268" y="188"/>
                    </a:lnTo>
                    <a:lnTo>
                      <a:pt x="270" y="198"/>
                    </a:lnTo>
                    <a:lnTo>
                      <a:pt x="270" y="202"/>
                    </a:lnTo>
                    <a:lnTo>
                      <a:pt x="272" y="210"/>
                    </a:lnTo>
                    <a:lnTo>
                      <a:pt x="280" y="214"/>
                    </a:lnTo>
                    <a:lnTo>
                      <a:pt x="294" y="216"/>
                    </a:lnTo>
                    <a:lnTo>
                      <a:pt x="310" y="218"/>
                    </a:lnTo>
                    <a:lnTo>
                      <a:pt x="324" y="216"/>
                    </a:lnTo>
                    <a:lnTo>
                      <a:pt x="338" y="214"/>
                    </a:lnTo>
                    <a:lnTo>
                      <a:pt x="348" y="214"/>
                    </a:lnTo>
                    <a:lnTo>
                      <a:pt x="356" y="216"/>
                    </a:lnTo>
                    <a:lnTo>
                      <a:pt x="362" y="222"/>
                    </a:lnTo>
                    <a:lnTo>
                      <a:pt x="368" y="226"/>
                    </a:lnTo>
                    <a:lnTo>
                      <a:pt x="380" y="228"/>
                    </a:lnTo>
                    <a:lnTo>
                      <a:pt x="396" y="226"/>
                    </a:lnTo>
                    <a:lnTo>
                      <a:pt x="412" y="220"/>
                    </a:lnTo>
                    <a:lnTo>
                      <a:pt x="424" y="212"/>
                    </a:lnTo>
                    <a:lnTo>
                      <a:pt x="432" y="208"/>
                    </a:lnTo>
                    <a:lnTo>
                      <a:pt x="440" y="206"/>
                    </a:lnTo>
                    <a:lnTo>
                      <a:pt x="454" y="202"/>
                    </a:lnTo>
                    <a:lnTo>
                      <a:pt x="474" y="198"/>
                    </a:lnTo>
                    <a:lnTo>
                      <a:pt x="494" y="194"/>
                    </a:lnTo>
                    <a:lnTo>
                      <a:pt x="514" y="190"/>
                    </a:lnTo>
                    <a:lnTo>
                      <a:pt x="530" y="186"/>
                    </a:lnTo>
                    <a:lnTo>
                      <a:pt x="542" y="180"/>
                    </a:lnTo>
                    <a:lnTo>
                      <a:pt x="548" y="172"/>
                    </a:lnTo>
                    <a:lnTo>
                      <a:pt x="552" y="164"/>
                    </a:lnTo>
                    <a:lnTo>
                      <a:pt x="552" y="156"/>
                    </a:lnTo>
                    <a:lnTo>
                      <a:pt x="552" y="154"/>
                    </a:lnTo>
                    <a:lnTo>
                      <a:pt x="568" y="146"/>
                    </a:lnTo>
                    <a:lnTo>
                      <a:pt x="584" y="142"/>
                    </a:lnTo>
                    <a:lnTo>
                      <a:pt x="590" y="142"/>
                    </a:lnTo>
                    <a:lnTo>
                      <a:pt x="596" y="140"/>
                    </a:lnTo>
                    <a:lnTo>
                      <a:pt x="604" y="138"/>
                    </a:lnTo>
                    <a:lnTo>
                      <a:pt x="608" y="134"/>
                    </a:lnTo>
                    <a:lnTo>
                      <a:pt x="612" y="130"/>
                    </a:lnTo>
                    <a:lnTo>
                      <a:pt x="612" y="126"/>
                    </a:lnTo>
                    <a:lnTo>
                      <a:pt x="610" y="122"/>
                    </a:lnTo>
                    <a:lnTo>
                      <a:pt x="606" y="118"/>
                    </a:lnTo>
                    <a:lnTo>
                      <a:pt x="600" y="116"/>
                    </a:lnTo>
                    <a:lnTo>
                      <a:pt x="596" y="114"/>
                    </a:lnTo>
                    <a:lnTo>
                      <a:pt x="592" y="114"/>
                    </a:lnTo>
                    <a:lnTo>
                      <a:pt x="590" y="114"/>
                    </a:lnTo>
                    <a:lnTo>
                      <a:pt x="562" y="114"/>
                    </a:lnTo>
                    <a:lnTo>
                      <a:pt x="570" y="76"/>
                    </a:lnTo>
                    <a:lnTo>
                      <a:pt x="588" y="60"/>
                    </a:lnTo>
                    <a:lnTo>
                      <a:pt x="588" y="56"/>
                    </a:lnTo>
                    <a:lnTo>
                      <a:pt x="588" y="46"/>
                    </a:lnTo>
                    <a:lnTo>
                      <a:pt x="590" y="34"/>
                    </a:lnTo>
                    <a:lnTo>
                      <a:pt x="594" y="20"/>
                    </a:lnTo>
                    <a:lnTo>
                      <a:pt x="602" y="8"/>
                    </a:lnTo>
                    <a:lnTo>
                      <a:pt x="614" y="2"/>
                    </a:lnTo>
                    <a:lnTo>
                      <a:pt x="634" y="0"/>
                    </a:lnTo>
                    <a:lnTo>
                      <a:pt x="648" y="2"/>
                    </a:lnTo>
                    <a:lnTo>
                      <a:pt x="658" y="8"/>
                    </a:lnTo>
                    <a:lnTo>
                      <a:pt x="664" y="20"/>
                    </a:lnTo>
                    <a:lnTo>
                      <a:pt x="666" y="22"/>
                    </a:lnTo>
                    <a:lnTo>
                      <a:pt x="666" y="24"/>
                    </a:lnTo>
                    <a:lnTo>
                      <a:pt x="668" y="30"/>
                    </a:lnTo>
                    <a:lnTo>
                      <a:pt x="672" y="36"/>
                    </a:lnTo>
                    <a:lnTo>
                      <a:pt x="674" y="42"/>
                    </a:lnTo>
                    <a:lnTo>
                      <a:pt x="676" y="50"/>
                    </a:lnTo>
                    <a:lnTo>
                      <a:pt x="678" y="52"/>
                    </a:lnTo>
                    <a:lnTo>
                      <a:pt x="686" y="60"/>
                    </a:lnTo>
                    <a:lnTo>
                      <a:pt x="694" y="70"/>
                    </a:lnTo>
                    <a:lnTo>
                      <a:pt x="700" y="80"/>
                    </a:lnTo>
                    <a:lnTo>
                      <a:pt x="702" y="92"/>
                    </a:lnTo>
                    <a:lnTo>
                      <a:pt x="704" y="92"/>
                    </a:lnTo>
                    <a:lnTo>
                      <a:pt x="706" y="92"/>
                    </a:lnTo>
                    <a:lnTo>
                      <a:pt x="708" y="90"/>
                    </a:lnTo>
                    <a:lnTo>
                      <a:pt x="712" y="90"/>
                    </a:lnTo>
                    <a:lnTo>
                      <a:pt x="716" y="90"/>
                    </a:lnTo>
                    <a:lnTo>
                      <a:pt x="722" y="92"/>
                    </a:lnTo>
                    <a:lnTo>
                      <a:pt x="726" y="94"/>
                    </a:lnTo>
                    <a:lnTo>
                      <a:pt x="730" y="98"/>
                    </a:lnTo>
                    <a:lnTo>
                      <a:pt x="732" y="104"/>
                    </a:lnTo>
                    <a:lnTo>
                      <a:pt x="732" y="104"/>
                    </a:lnTo>
                    <a:lnTo>
                      <a:pt x="734" y="106"/>
                    </a:lnTo>
                    <a:lnTo>
                      <a:pt x="734" y="108"/>
                    </a:lnTo>
                    <a:lnTo>
                      <a:pt x="736" y="112"/>
                    </a:lnTo>
                    <a:lnTo>
                      <a:pt x="738" y="114"/>
                    </a:lnTo>
                    <a:lnTo>
                      <a:pt x="742" y="114"/>
                    </a:lnTo>
                    <a:lnTo>
                      <a:pt x="746" y="114"/>
                    </a:lnTo>
                    <a:lnTo>
                      <a:pt x="752" y="112"/>
                    </a:lnTo>
                    <a:lnTo>
                      <a:pt x="758" y="108"/>
                    </a:lnTo>
                    <a:lnTo>
                      <a:pt x="760" y="108"/>
                    </a:lnTo>
                    <a:lnTo>
                      <a:pt x="762" y="104"/>
                    </a:lnTo>
                    <a:lnTo>
                      <a:pt x="764" y="100"/>
                    </a:lnTo>
                    <a:lnTo>
                      <a:pt x="768" y="94"/>
                    </a:lnTo>
                    <a:lnTo>
                      <a:pt x="774" y="90"/>
                    </a:lnTo>
                    <a:lnTo>
                      <a:pt x="778" y="84"/>
                    </a:lnTo>
                    <a:lnTo>
                      <a:pt x="784" y="80"/>
                    </a:lnTo>
                    <a:lnTo>
                      <a:pt x="790" y="78"/>
                    </a:lnTo>
                    <a:lnTo>
                      <a:pt x="790" y="78"/>
                    </a:lnTo>
                    <a:lnTo>
                      <a:pt x="790" y="78"/>
                    </a:lnTo>
                    <a:lnTo>
                      <a:pt x="790" y="80"/>
                    </a:lnTo>
                    <a:lnTo>
                      <a:pt x="790" y="82"/>
                    </a:lnTo>
                    <a:lnTo>
                      <a:pt x="790" y="86"/>
                    </a:lnTo>
                    <a:lnTo>
                      <a:pt x="790" y="90"/>
                    </a:lnTo>
                    <a:lnTo>
                      <a:pt x="788" y="96"/>
                    </a:lnTo>
                    <a:lnTo>
                      <a:pt x="786" y="104"/>
                    </a:lnTo>
                    <a:lnTo>
                      <a:pt x="784" y="108"/>
                    </a:lnTo>
                    <a:lnTo>
                      <a:pt x="778" y="120"/>
                    </a:lnTo>
                    <a:lnTo>
                      <a:pt x="772" y="132"/>
                    </a:lnTo>
                    <a:lnTo>
                      <a:pt x="762" y="144"/>
                    </a:lnTo>
                    <a:lnTo>
                      <a:pt x="752" y="156"/>
                    </a:lnTo>
                    <a:lnTo>
                      <a:pt x="744" y="164"/>
                    </a:lnTo>
                    <a:lnTo>
                      <a:pt x="740" y="174"/>
                    </a:lnTo>
                    <a:lnTo>
                      <a:pt x="720" y="190"/>
                    </a:lnTo>
                    <a:lnTo>
                      <a:pt x="698" y="208"/>
                    </a:lnTo>
                    <a:lnTo>
                      <a:pt x="698" y="208"/>
                    </a:lnTo>
                    <a:lnTo>
                      <a:pt x="696" y="210"/>
                    </a:lnTo>
                    <a:lnTo>
                      <a:pt x="694" y="212"/>
                    </a:lnTo>
                    <a:lnTo>
                      <a:pt x="690" y="214"/>
                    </a:lnTo>
                    <a:lnTo>
                      <a:pt x="686" y="216"/>
                    </a:lnTo>
                    <a:lnTo>
                      <a:pt x="680" y="218"/>
                    </a:lnTo>
                    <a:lnTo>
                      <a:pt x="672" y="218"/>
                    </a:lnTo>
                    <a:lnTo>
                      <a:pt x="666" y="218"/>
                    </a:lnTo>
                    <a:lnTo>
                      <a:pt x="660" y="216"/>
                    </a:lnTo>
                    <a:lnTo>
                      <a:pt x="656" y="216"/>
                    </a:lnTo>
                    <a:lnTo>
                      <a:pt x="654" y="216"/>
                    </a:lnTo>
                    <a:lnTo>
                      <a:pt x="652" y="216"/>
                    </a:lnTo>
                    <a:lnTo>
                      <a:pt x="652" y="216"/>
                    </a:lnTo>
                    <a:lnTo>
                      <a:pt x="648" y="216"/>
                    </a:lnTo>
                    <a:lnTo>
                      <a:pt x="646" y="218"/>
                    </a:lnTo>
                    <a:lnTo>
                      <a:pt x="644" y="220"/>
                    </a:lnTo>
                    <a:lnTo>
                      <a:pt x="644" y="224"/>
                    </a:lnTo>
                    <a:lnTo>
                      <a:pt x="646" y="228"/>
                    </a:lnTo>
                    <a:lnTo>
                      <a:pt x="646" y="232"/>
                    </a:lnTo>
                    <a:lnTo>
                      <a:pt x="646" y="236"/>
                    </a:lnTo>
                    <a:lnTo>
                      <a:pt x="646" y="238"/>
                    </a:lnTo>
                    <a:lnTo>
                      <a:pt x="644" y="240"/>
                    </a:lnTo>
                    <a:lnTo>
                      <a:pt x="642" y="242"/>
                    </a:lnTo>
                    <a:lnTo>
                      <a:pt x="638" y="242"/>
                    </a:lnTo>
                    <a:lnTo>
                      <a:pt x="636" y="242"/>
                    </a:lnTo>
                    <a:lnTo>
                      <a:pt x="632" y="240"/>
                    </a:lnTo>
                    <a:lnTo>
                      <a:pt x="630" y="240"/>
                    </a:lnTo>
                    <a:lnTo>
                      <a:pt x="628" y="240"/>
                    </a:lnTo>
                    <a:lnTo>
                      <a:pt x="628" y="262"/>
                    </a:lnTo>
                    <a:lnTo>
                      <a:pt x="628" y="262"/>
                    </a:lnTo>
                    <a:lnTo>
                      <a:pt x="626" y="264"/>
                    </a:lnTo>
                    <a:lnTo>
                      <a:pt x="622" y="268"/>
                    </a:lnTo>
                    <a:lnTo>
                      <a:pt x="618" y="270"/>
                    </a:lnTo>
                    <a:lnTo>
                      <a:pt x="612" y="274"/>
                    </a:lnTo>
                    <a:lnTo>
                      <a:pt x="608" y="276"/>
                    </a:lnTo>
                    <a:lnTo>
                      <a:pt x="606" y="276"/>
                    </a:lnTo>
                    <a:lnTo>
                      <a:pt x="604" y="276"/>
                    </a:lnTo>
                    <a:lnTo>
                      <a:pt x="602" y="274"/>
                    </a:lnTo>
                    <a:lnTo>
                      <a:pt x="600" y="274"/>
                    </a:lnTo>
                    <a:lnTo>
                      <a:pt x="600" y="272"/>
                    </a:lnTo>
                    <a:lnTo>
                      <a:pt x="600" y="268"/>
                    </a:lnTo>
                    <a:lnTo>
                      <a:pt x="602" y="264"/>
                    </a:lnTo>
                    <a:lnTo>
                      <a:pt x="606" y="262"/>
                    </a:lnTo>
                    <a:lnTo>
                      <a:pt x="608" y="258"/>
                    </a:lnTo>
                    <a:lnTo>
                      <a:pt x="608" y="256"/>
                    </a:lnTo>
                    <a:lnTo>
                      <a:pt x="608" y="254"/>
                    </a:lnTo>
                    <a:lnTo>
                      <a:pt x="604" y="252"/>
                    </a:lnTo>
                    <a:lnTo>
                      <a:pt x="600" y="252"/>
                    </a:lnTo>
                    <a:lnTo>
                      <a:pt x="596" y="254"/>
                    </a:lnTo>
                    <a:lnTo>
                      <a:pt x="592" y="256"/>
                    </a:lnTo>
                    <a:lnTo>
                      <a:pt x="586" y="260"/>
                    </a:lnTo>
                    <a:lnTo>
                      <a:pt x="582" y="264"/>
                    </a:lnTo>
                    <a:lnTo>
                      <a:pt x="574" y="266"/>
                    </a:lnTo>
                    <a:lnTo>
                      <a:pt x="568" y="266"/>
                    </a:lnTo>
                    <a:lnTo>
                      <a:pt x="562" y="266"/>
                    </a:lnTo>
                    <a:lnTo>
                      <a:pt x="558" y="266"/>
                    </a:lnTo>
                    <a:lnTo>
                      <a:pt x="556" y="264"/>
                    </a:lnTo>
                    <a:lnTo>
                      <a:pt x="554" y="264"/>
                    </a:lnTo>
                    <a:lnTo>
                      <a:pt x="554" y="264"/>
                    </a:lnTo>
                    <a:lnTo>
                      <a:pt x="552" y="266"/>
                    </a:lnTo>
                    <a:lnTo>
                      <a:pt x="550" y="268"/>
                    </a:lnTo>
                    <a:lnTo>
                      <a:pt x="550" y="270"/>
                    </a:lnTo>
                    <a:lnTo>
                      <a:pt x="552" y="274"/>
                    </a:lnTo>
                    <a:lnTo>
                      <a:pt x="554" y="278"/>
                    </a:lnTo>
                    <a:lnTo>
                      <a:pt x="560" y="282"/>
                    </a:lnTo>
                    <a:lnTo>
                      <a:pt x="566" y="286"/>
                    </a:lnTo>
                    <a:lnTo>
                      <a:pt x="570" y="290"/>
                    </a:lnTo>
                    <a:lnTo>
                      <a:pt x="574" y="294"/>
                    </a:lnTo>
                    <a:lnTo>
                      <a:pt x="578" y="296"/>
                    </a:lnTo>
                    <a:lnTo>
                      <a:pt x="578" y="296"/>
                    </a:lnTo>
                    <a:lnTo>
                      <a:pt x="580" y="296"/>
                    </a:lnTo>
                    <a:lnTo>
                      <a:pt x="584" y="294"/>
                    </a:lnTo>
                    <a:lnTo>
                      <a:pt x="590" y="294"/>
                    </a:lnTo>
                    <a:lnTo>
                      <a:pt x="594" y="292"/>
                    </a:lnTo>
                    <a:lnTo>
                      <a:pt x="600" y="292"/>
                    </a:lnTo>
                    <a:lnTo>
                      <a:pt x="604" y="290"/>
                    </a:lnTo>
                    <a:lnTo>
                      <a:pt x="610" y="290"/>
                    </a:lnTo>
                    <a:lnTo>
                      <a:pt x="616" y="292"/>
                    </a:lnTo>
                    <a:lnTo>
                      <a:pt x="620" y="294"/>
                    </a:lnTo>
                    <a:lnTo>
                      <a:pt x="622" y="296"/>
                    </a:lnTo>
                    <a:lnTo>
                      <a:pt x="624" y="298"/>
                    </a:lnTo>
                    <a:lnTo>
                      <a:pt x="624" y="300"/>
                    </a:lnTo>
                    <a:lnTo>
                      <a:pt x="620" y="302"/>
                    </a:lnTo>
                    <a:lnTo>
                      <a:pt x="616" y="304"/>
                    </a:lnTo>
                    <a:lnTo>
                      <a:pt x="610" y="306"/>
                    </a:lnTo>
                    <a:lnTo>
                      <a:pt x="604" y="308"/>
                    </a:lnTo>
                    <a:lnTo>
                      <a:pt x="600" y="312"/>
                    </a:lnTo>
                    <a:lnTo>
                      <a:pt x="596" y="314"/>
                    </a:lnTo>
                    <a:lnTo>
                      <a:pt x="592" y="316"/>
                    </a:lnTo>
                    <a:lnTo>
                      <a:pt x="590" y="316"/>
                    </a:lnTo>
                    <a:lnTo>
                      <a:pt x="590" y="316"/>
                    </a:lnTo>
                    <a:lnTo>
                      <a:pt x="588" y="318"/>
                    </a:lnTo>
                    <a:lnTo>
                      <a:pt x="584" y="320"/>
                    </a:lnTo>
                    <a:lnTo>
                      <a:pt x="582" y="324"/>
                    </a:lnTo>
                    <a:lnTo>
                      <a:pt x="580" y="326"/>
                    </a:lnTo>
                    <a:lnTo>
                      <a:pt x="580" y="332"/>
                    </a:lnTo>
                    <a:lnTo>
                      <a:pt x="582" y="336"/>
                    </a:lnTo>
                    <a:lnTo>
                      <a:pt x="586" y="342"/>
                    </a:lnTo>
                    <a:lnTo>
                      <a:pt x="590" y="348"/>
                    </a:lnTo>
                    <a:lnTo>
                      <a:pt x="594" y="352"/>
                    </a:lnTo>
                    <a:lnTo>
                      <a:pt x="596" y="358"/>
                    </a:lnTo>
                    <a:lnTo>
                      <a:pt x="598" y="362"/>
                    </a:lnTo>
                    <a:lnTo>
                      <a:pt x="600" y="364"/>
                    </a:lnTo>
                    <a:lnTo>
                      <a:pt x="600" y="366"/>
                    </a:lnTo>
                    <a:lnTo>
                      <a:pt x="608" y="390"/>
                    </a:lnTo>
                    <a:lnTo>
                      <a:pt x="610" y="390"/>
                    </a:lnTo>
                    <a:lnTo>
                      <a:pt x="610" y="394"/>
                    </a:lnTo>
                    <a:lnTo>
                      <a:pt x="612" y="398"/>
                    </a:lnTo>
                    <a:lnTo>
                      <a:pt x="614" y="402"/>
                    </a:lnTo>
                    <a:lnTo>
                      <a:pt x="614" y="406"/>
                    </a:lnTo>
                    <a:lnTo>
                      <a:pt x="614" y="412"/>
                    </a:lnTo>
                    <a:lnTo>
                      <a:pt x="614" y="416"/>
                    </a:lnTo>
                    <a:lnTo>
                      <a:pt x="614" y="422"/>
                    </a:lnTo>
                    <a:lnTo>
                      <a:pt x="612" y="426"/>
                    </a:lnTo>
                    <a:lnTo>
                      <a:pt x="610" y="430"/>
                    </a:lnTo>
                    <a:lnTo>
                      <a:pt x="606" y="434"/>
                    </a:lnTo>
                    <a:lnTo>
                      <a:pt x="606" y="436"/>
                    </a:lnTo>
                    <a:lnTo>
                      <a:pt x="604" y="438"/>
                    </a:lnTo>
                    <a:lnTo>
                      <a:pt x="592" y="458"/>
                    </a:lnTo>
                    <a:lnTo>
                      <a:pt x="582" y="482"/>
                    </a:lnTo>
                    <a:lnTo>
                      <a:pt x="560" y="502"/>
                    </a:lnTo>
                    <a:lnTo>
                      <a:pt x="544" y="512"/>
                    </a:lnTo>
                    <a:lnTo>
                      <a:pt x="540" y="520"/>
                    </a:lnTo>
                    <a:lnTo>
                      <a:pt x="536" y="520"/>
                    </a:lnTo>
                    <a:lnTo>
                      <a:pt x="526" y="522"/>
                    </a:lnTo>
                    <a:lnTo>
                      <a:pt x="514" y="522"/>
                    </a:lnTo>
                    <a:lnTo>
                      <a:pt x="502" y="520"/>
                    </a:lnTo>
                    <a:lnTo>
                      <a:pt x="494" y="532"/>
                    </a:lnTo>
                    <a:lnTo>
                      <a:pt x="482" y="534"/>
                    </a:lnTo>
                    <a:lnTo>
                      <a:pt x="482" y="534"/>
                    </a:lnTo>
                    <a:lnTo>
                      <a:pt x="480" y="534"/>
                    </a:lnTo>
                    <a:lnTo>
                      <a:pt x="478" y="534"/>
                    </a:lnTo>
                    <a:lnTo>
                      <a:pt x="474" y="536"/>
                    </a:lnTo>
                    <a:lnTo>
                      <a:pt x="472" y="536"/>
                    </a:lnTo>
                    <a:lnTo>
                      <a:pt x="470" y="540"/>
                    </a:lnTo>
                    <a:lnTo>
                      <a:pt x="468" y="542"/>
                    </a:lnTo>
                    <a:lnTo>
                      <a:pt x="468" y="546"/>
                    </a:lnTo>
                    <a:lnTo>
                      <a:pt x="470" y="552"/>
                    </a:lnTo>
                    <a:lnTo>
                      <a:pt x="470" y="558"/>
                    </a:lnTo>
                    <a:lnTo>
                      <a:pt x="470" y="564"/>
                    </a:lnTo>
                    <a:lnTo>
                      <a:pt x="470" y="568"/>
                    </a:lnTo>
                    <a:lnTo>
                      <a:pt x="470" y="570"/>
                    </a:lnTo>
                    <a:lnTo>
                      <a:pt x="468" y="572"/>
                    </a:lnTo>
                    <a:lnTo>
                      <a:pt x="456" y="574"/>
                    </a:lnTo>
                    <a:lnTo>
                      <a:pt x="454" y="574"/>
                    </a:lnTo>
                    <a:lnTo>
                      <a:pt x="452" y="572"/>
                    </a:lnTo>
                    <a:lnTo>
                      <a:pt x="450" y="570"/>
                    </a:lnTo>
                    <a:lnTo>
                      <a:pt x="450" y="566"/>
                    </a:lnTo>
                    <a:lnTo>
                      <a:pt x="450" y="564"/>
                    </a:lnTo>
                    <a:lnTo>
                      <a:pt x="452" y="560"/>
                    </a:lnTo>
                    <a:lnTo>
                      <a:pt x="456" y="556"/>
                    </a:lnTo>
                    <a:lnTo>
                      <a:pt x="458" y="552"/>
                    </a:lnTo>
                    <a:lnTo>
                      <a:pt x="460" y="548"/>
                    </a:lnTo>
                    <a:lnTo>
                      <a:pt x="460" y="544"/>
                    </a:lnTo>
                    <a:lnTo>
                      <a:pt x="458" y="540"/>
                    </a:lnTo>
                    <a:lnTo>
                      <a:pt x="456" y="538"/>
                    </a:lnTo>
                    <a:lnTo>
                      <a:pt x="452" y="536"/>
                    </a:lnTo>
                    <a:lnTo>
                      <a:pt x="448" y="536"/>
                    </a:lnTo>
                    <a:lnTo>
                      <a:pt x="444" y="534"/>
                    </a:lnTo>
                    <a:lnTo>
                      <a:pt x="442" y="532"/>
                    </a:lnTo>
                    <a:lnTo>
                      <a:pt x="442" y="532"/>
                    </a:lnTo>
                    <a:lnTo>
                      <a:pt x="438" y="534"/>
                    </a:lnTo>
                    <a:lnTo>
                      <a:pt x="434" y="536"/>
                    </a:lnTo>
                    <a:lnTo>
                      <a:pt x="434" y="538"/>
                    </a:lnTo>
                    <a:lnTo>
                      <a:pt x="432" y="538"/>
                    </a:lnTo>
                    <a:lnTo>
                      <a:pt x="430" y="528"/>
                    </a:lnTo>
                    <a:lnTo>
                      <a:pt x="418" y="516"/>
                    </a:lnTo>
                    <a:lnTo>
                      <a:pt x="412" y="514"/>
                    </a:lnTo>
                    <a:lnTo>
                      <a:pt x="408" y="516"/>
                    </a:lnTo>
                    <a:lnTo>
                      <a:pt x="402" y="516"/>
                    </a:lnTo>
                    <a:lnTo>
                      <a:pt x="396" y="516"/>
                    </a:lnTo>
                    <a:lnTo>
                      <a:pt x="390" y="516"/>
                    </a:lnTo>
                    <a:lnTo>
                      <a:pt x="386" y="514"/>
                    </a:lnTo>
                    <a:lnTo>
                      <a:pt x="382" y="514"/>
                    </a:lnTo>
                    <a:lnTo>
                      <a:pt x="382" y="514"/>
                    </a:lnTo>
                    <a:lnTo>
                      <a:pt x="378" y="514"/>
                    </a:lnTo>
                    <a:lnTo>
                      <a:pt x="372" y="514"/>
                    </a:lnTo>
                    <a:lnTo>
                      <a:pt x="370" y="516"/>
                    </a:lnTo>
                    <a:lnTo>
                      <a:pt x="368" y="516"/>
                    </a:lnTo>
                    <a:lnTo>
                      <a:pt x="364" y="516"/>
                    </a:lnTo>
                    <a:lnTo>
                      <a:pt x="362" y="518"/>
                    </a:lnTo>
                    <a:lnTo>
                      <a:pt x="362" y="520"/>
                    </a:lnTo>
                    <a:lnTo>
                      <a:pt x="362" y="520"/>
                    </a:lnTo>
                    <a:lnTo>
                      <a:pt x="362" y="522"/>
                    </a:lnTo>
                    <a:lnTo>
                      <a:pt x="358" y="524"/>
                    </a:lnTo>
                    <a:lnTo>
                      <a:pt x="356" y="526"/>
                    </a:lnTo>
                    <a:lnTo>
                      <a:pt x="356" y="526"/>
                    </a:lnTo>
                    <a:lnTo>
                      <a:pt x="356" y="528"/>
                    </a:lnTo>
                    <a:lnTo>
                      <a:pt x="356" y="528"/>
                    </a:lnTo>
                    <a:lnTo>
                      <a:pt x="356" y="528"/>
                    </a:lnTo>
                    <a:lnTo>
                      <a:pt x="356" y="532"/>
                    </a:lnTo>
                    <a:lnTo>
                      <a:pt x="358" y="538"/>
                    </a:lnTo>
                    <a:lnTo>
                      <a:pt x="356" y="542"/>
                    </a:lnTo>
                    <a:lnTo>
                      <a:pt x="356" y="544"/>
                    </a:lnTo>
                    <a:lnTo>
                      <a:pt x="354" y="544"/>
                    </a:lnTo>
                    <a:lnTo>
                      <a:pt x="352" y="544"/>
                    </a:lnTo>
                    <a:lnTo>
                      <a:pt x="352" y="544"/>
                    </a:lnTo>
                    <a:lnTo>
                      <a:pt x="350" y="544"/>
                    </a:lnTo>
                    <a:lnTo>
                      <a:pt x="348" y="544"/>
                    </a:lnTo>
                    <a:lnTo>
                      <a:pt x="342" y="546"/>
                    </a:lnTo>
                    <a:lnTo>
                      <a:pt x="338" y="548"/>
                    </a:lnTo>
                    <a:lnTo>
                      <a:pt x="334" y="548"/>
                    </a:lnTo>
                    <a:lnTo>
                      <a:pt x="332" y="548"/>
                    </a:lnTo>
                    <a:lnTo>
                      <a:pt x="332" y="548"/>
                    </a:lnTo>
                    <a:lnTo>
                      <a:pt x="332" y="546"/>
                    </a:lnTo>
                    <a:lnTo>
                      <a:pt x="332" y="542"/>
                    </a:lnTo>
                    <a:lnTo>
                      <a:pt x="334" y="538"/>
                    </a:lnTo>
                    <a:lnTo>
                      <a:pt x="334" y="536"/>
                    </a:lnTo>
                    <a:lnTo>
                      <a:pt x="334" y="534"/>
                    </a:lnTo>
                    <a:lnTo>
                      <a:pt x="326" y="528"/>
                    </a:lnTo>
                    <a:lnTo>
                      <a:pt x="320" y="530"/>
                    </a:lnTo>
                    <a:lnTo>
                      <a:pt x="316" y="530"/>
                    </a:lnTo>
                    <a:lnTo>
                      <a:pt x="312" y="528"/>
                    </a:lnTo>
                    <a:lnTo>
                      <a:pt x="310" y="526"/>
                    </a:lnTo>
                    <a:lnTo>
                      <a:pt x="308" y="524"/>
                    </a:lnTo>
                    <a:lnTo>
                      <a:pt x="308" y="522"/>
                    </a:lnTo>
                    <a:lnTo>
                      <a:pt x="308" y="520"/>
                    </a:lnTo>
                    <a:lnTo>
                      <a:pt x="308" y="520"/>
                    </a:lnTo>
                    <a:lnTo>
                      <a:pt x="312" y="498"/>
                    </a:lnTo>
                    <a:lnTo>
                      <a:pt x="316" y="488"/>
                    </a:lnTo>
                    <a:lnTo>
                      <a:pt x="320" y="484"/>
                    </a:lnTo>
                    <a:lnTo>
                      <a:pt x="320" y="484"/>
                    </a:lnTo>
                    <a:lnTo>
                      <a:pt x="316" y="470"/>
                    </a:lnTo>
                    <a:lnTo>
                      <a:pt x="310" y="458"/>
                    </a:lnTo>
                    <a:lnTo>
                      <a:pt x="304" y="452"/>
                    </a:lnTo>
                    <a:lnTo>
                      <a:pt x="300" y="450"/>
                    </a:lnTo>
                    <a:lnTo>
                      <a:pt x="300" y="448"/>
                    </a:lnTo>
                    <a:lnTo>
                      <a:pt x="298" y="448"/>
                    </a:lnTo>
                    <a:lnTo>
                      <a:pt x="264" y="452"/>
                    </a:lnTo>
                    <a:lnTo>
                      <a:pt x="252" y="450"/>
                    </a:lnTo>
                    <a:lnTo>
                      <a:pt x="248" y="446"/>
                    </a:lnTo>
                    <a:lnTo>
                      <a:pt x="242" y="442"/>
                    </a:lnTo>
                    <a:lnTo>
                      <a:pt x="232" y="440"/>
                    </a:lnTo>
                    <a:lnTo>
                      <a:pt x="222" y="440"/>
                    </a:lnTo>
                    <a:lnTo>
                      <a:pt x="216" y="438"/>
                    </a:lnTo>
                    <a:lnTo>
                      <a:pt x="208" y="440"/>
                    </a:lnTo>
                    <a:lnTo>
                      <a:pt x="200" y="444"/>
                    </a:lnTo>
                    <a:lnTo>
                      <a:pt x="196" y="446"/>
                    </a:lnTo>
                    <a:lnTo>
                      <a:pt x="192" y="450"/>
                    </a:lnTo>
                    <a:lnTo>
                      <a:pt x="188" y="452"/>
                    </a:lnTo>
                    <a:lnTo>
                      <a:pt x="186" y="454"/>
                    </a:lnTo>
                    <a:lnTo>
                      <a:pt x="186" y="454"/>
                    </a:lnTo>
                    <a:lnTo>
                      <a:pt x="186" y="454"/>
                    </a:lnTo>
                    <a:lnTo>
                      <a:pt x="186" y="452"/>
                    </a:lnTo>
                    <a:lnTo>
                      <a:pt x="186" y="452"/>
                    </a:lnTo>
                    <a:lnTo>
                      <a:pt x="184" y="450"/>
                    </a:lnTo>
                    <a:lnTo>
                      <a:pt x="184" y="448"/>
                    </a:lnTo>
                    <a:lnTo>
                      <a:pt x="182" y="450"/>
                    </a:lnTo>
                    <a:lnTo>
                      <a:pt x="180" y="450"/>
                    </a:lnTo>
                    <a:lnTo>
                      <a:pt x="178" y="450"/>
                    </a:lnTo>
                    <a:lnTo>
                      <a:pt x="178" y="452"/>
                    </a:lnTo>
                    <a:lnTo>
                      <a:pt x="114" y="438"/>
                    </a:lnTo>
                    <a:lnTo>
                      <a:pt x="88" y="416"/>
                    </a:lnTo>
                    <a:lnTo>
                      <a:pt x="82" y="402"/>
                    </a:lnTo>
                    <a:lnTo>
                      <a:pt x="82" y="392"/>
                    </a:lnTo>
                    <a:lnTo>
                      <a:pt x="88" y="384"/>
                    </a:lnTo>
                    <a:lnTo>
                      <a:pt x="92" y="380"/>
                    </a:lnTo>
                    <a:lnTo>
                      <a:pt x="94" y="380"/>
                    </a:lnTo>
                    <a:lnTo>
                      <a:pt x="88" y="366"/>
                    </a:lnTo>
                    <a:lnTo>
                      <a:pt x="96" y="362"/>
                    </a:lnTo>
                    <a:lnTo>
                      <a:pt x="94" y="358"/>
                    </a:lnTo>
                    <a:lnTo>
                      <a:pt x="92" y="354"/>
                    </a:lnTo>
                    <a:lnTo>
                      <a:pt x="92" y="350"/>
                    </a:lnTo>
                    <a:lnTo>
                      <a:pt x="90" y="348"/>
                    </a:lnTo>
                    <a:lnTo>
                      <a:pt x="90" y="346"/>
                    </a:lnTo>
                    <a:lnTo>
                      <a:pt x="88" y="342"/>
                    </a:lnTo>
                    <a:lnTo>
                      <a:pt x="86" y="340"/>
                    </a:lnTo>
                    <a:lnTo>
                      <a:pt x="82" y="338"/>
                    </a:lnTo>
                    <a:lnTo>
                      <a:pt x="76" y="336"/>
                    </a:lnTo>
                    <a:lnTo>
                      <a:pt x="72" y="336"/>
                    </a:lnTo>
                    <a:lnTo>
                      <a:pt x="66" y="334"/>
                    </a:lnTo>
                    <a:lnTo>
                      <a:pt x="62" y="332"/>
                    </a:lnTo>
                    <a:lnTo>
                      <a:pt x="60" y="330"/>
                    </a:lnTo>
                    <a:lnTo>
                      <a:pt x="58" y="328"/>
                    </a:lnTo>
                    <a:lnTo>
                      <a:pt x="50" y="330"/>
                    </a:lnTo>
                    <a:lnTo>
                      <a:pt x="30" y="332"/>
                    </a:lnTo>
                    <a:lnTo>
                      <a:pt x="28" y="314"/>
                    </a:lnTo>
                    <a:lnTo>
                      <a:pt x="26" y="312"/>
                    </a:lnTo>
                    <a:lnTo>
                      <a:pt x="26" y="312"/>
                    </a:lnTo>
                    <a:lnTo>
                      <a:pt x="24" y="310"/>
                    </a:lnTo>
                    <a:lnTo>
                      <a:pt x="22" y="308"/>
                    </a:lnTo>
                    <a:lnTo>
                      <a:pt x="20" y="304"/>
                    </a:lnTo>
                    <a:lnTo>
                      <a:pt x="18" y="300"/>
                    </a:lnTo>
                    <a:lnTo>
                      <a:pt x="16" y="294"/>
                    </a:lnTo>
                    <a:lnTo>
                      <a:pt x="16" y="290"/>
                    </a:lnTo>
                    <a:lnTo>
                      <a:pt x="16" y="290"/>
                    </a:lnTo>
                    <a:lnTo>
                      <a:pt x="14" y="286"/>
                    </a:lnTo>
                    <a:lnTo>
                      <a:pt x="12" y="284"/>
                    </a:lnTo>
                    <a:lnTo>
                      <a:pt x="10" y="282"/>
                    </a:lnTo>
                    <a:lnTo>
                      <a:pt x="6" y="282"/>
                    </a:lnTo>
                    <a:lnTo>
                      <a:pt x="4" y="280"/>
                    </a:lnTo>
                    <a:lnTo>
                      <a:pt x="2" y="280"/>
                    </a:lnTo>
                    <a:lnTo>
                      <a:pt x="0" y="276"/>
                    </a:lnTo>
                    <a:lnTo>
                      <a:pt x="0" y="272"/>
                    </a:lnTo>
                    <a:lnTo>
                      <a:pt x="0" y="272"/>
                    </a:lnTo>
                    <a:lnTo>
                      <a:pt x="0" y="270"/>
                    </a:lnTo>
                    <a:lnTo>
                      <a:pt x="0" y="266"/>
                    </a:lnTo>
                    <a:lnTo>
                      <a:pt x="0" y="264"/>
                    </a:lnTo>
                    <a:lnTo>
                      <a:pt x="2" y="260"/>
                    </a:lnTo>
                    <a:lnTo>
                      <a:pt x="4" y="256"/>
                    </a:lnTo>
                    <a:lnTo>
                      <a:pt x="8" y="254"/>
                    </a:lnTo>
                    <a:lnTo>
                      <a:pt x="12" y="252"/>
                    </a:lnTo>
                    <a:lnTo>
                      <a:pt x="18" y="252"/>
                    </a:lnTo>
                    <a:lnTo>
                      <a:pt x="28" y="254"/>
                    </a:lnTo>
                    <a:lnTo>
                      <a:pt x="40" y="246"/>
                    </a:lnTo>
                    <a:lnTo>
                      <a:pt x="40" y="246"/>
                    </a:lnTo>
                    <a:lnTo>
                      <a:pt x="42" y="244"/>
                    </a:lnTo>
                    <a:lnTo>
                      <a:pt x="44" y="242"/>
                    </a:lnTo>
                    <a:lnTo>
                      <a:pt x="48" y="242"/>
                    </a:lnTo>
                    <a:lnTo>
                      <a:pt x="54" y="240"/>
                    </a:lnTo>
                    <a:lnTo>
                      <a:pt x="54" y="240"/>
                    </a:lnTo>
                    <a:lnTo>
                      <a:pt x="56" y="240"/>
                    </a:lnTo>
                    <a:lnTo>
                      <a:pt x="60" y="240"/>
                    </a:lnTo>
                    <a:lnTo>
                      <a:pt x="64" y="238"/>
                    </a:lnTo>
                    <a:lnTo>
                      <a:pt x="70" y="236"/>
                    </a:lnTo>
                    <a:lnTo>
                      <a:pt x="74" y="232"/>
                    </a:lnTo>
                    <a:lnTo>
                      <a:pt x="78" y="226"/>
                    </a:lnTo>
                    <a:lnTo>
                      <a:pt x="80" y="220"/>
                    </a:lnTo>
                    <a:lnTo>
                      <a:pt x="82" y="218"/>
                    </a:lnTo>
                    <a:lnTo>
                      <a:pt x="82" y="216"/>
                    </a:lnTo>
                    <a:lnTo>
                      <a:pt x="84" y="212"/>
                    </a:lnTo>
                    <a:lnTo>
                      <a:pt x="84" y="208"/>
                    </a:lnTo>
                    <a:lnTo>
                      <a:pt x="84" y="206"/>
                    </a:lnTo>
                    <a:lnTo>
                      <a:pt x="84" y="202"/>
                    </a:lnTo>
                    <a:lnTo>
                      <a:pt x="80" y="202"/>
                    </a:lnTo>
                    <a:lnTo>
                      <a:pt x="78" y="198"/>
                    </a:lnTo>
                    <a:lnTo>
                      <a:pt x="76" y="196"/>
                    </a:lnTo>
                    <a:lnTo>
                      <a:pt x="74" y="192"/>
                    </a:lnTo>
                    <a:lnTo>
                      <a:pt x="74" y="188"/>
                    </a:lnTo>
                    <a:lnTo>
                      <a:pt x="74" y="186"/>
                    </a:lnTo>
                    <a:lnTo>
                      <a:pt x="80" y="184"/>
                    </a:lnTo>
                    <a:lnTo>
                      <a:pt x="84" y="182"/>
                    </a:lnTo>
                    <a:lnTo>
                      <a:pt x="86" y="182"/>
                    </a:lnTo>
                    <a:lnTo>
                      <a:pt x="88" y="180"/>
                    </a:lnTo>
                    <a:lnTo>
                      <a:pt x="88" y="180"/>
                    </a:lnTo>
                    <a:lnTo>
                      <a:pt x="90" y="178"/>
                    </a:lnTo>
                    <a:lnTo>
                      <a:pt x="90" y="176"/>
                    </a:lnTo>
                    <a:lnTo>
                      <a:pt x="90" y="174"/>
                    </a:lnTo>
                    <a:lnTo>
                      <a:pt x="90" y="172"/>
                    </a:lnTo>
                    <a:lnTo>
                      <a:pt x="90" y="172"/>
                    </a:lnTo>
                    <a:lnTo>
                      <a:pt x="94" y="172"/>
                    </a:lnTo>
                    <a:lnTo>
                      <a:pt x="98" y="170"/>
                    </a:lnTo>
                    <a:lnTo>
                      <a:pt x="102" y="170"/>
                    </a:lnTo>
                    <a:lnTo>
                      <a:pt x="106" y="168"/>
                    </a:lnTo>
                    <a:lnTo>
                      <a:pt x="110" y="164"/>
                    </a:lnTo>
                    <a:lnTo>
                      <a:pt x="112" y="158"/>
                    </a:lnTo>
                    <a:lnTo>
                      <a:pt x="116" y="152"/>
                    </a:lnTo>
                    <a:lnTo>
                      <a:pt x="116" y="146"/>
                    </a:lnTo>
                    <a:lnTo>
                      <a:pt x="116" y="142"/>
                    </a:lnTo>
                    <a:lnTo>
                      <a:pt x="120" y="136"/>
                    </a:lnTo>
                    <a:lnTo>
                      <a:pt x="124" y="134"/>
                    </a:lnTo>
                    <a:lnTo>
                      <a:pt x="128" y="132"/>
                    </a:lnTo>
                    <a:lnTo>
                      <a:pt x="134" y="130"/>
                    </a:lnTo>
                    <a:lnTo>
                      <a:pt x="140" y="130"/>
                    </a:lnTo>
                    <a:lnTo>
                      <a:pt x="144" y="128"/>
                    </a:lnTo>
                    <a:lnTo>
                      <a:pt x="146" y="124"/>
                    </a:lnTo>
                    <a:lnTo>
                      <a:pt x="148" y="120"/>
                    </a:lnTo>
                    <a:lnTo>
                      <a:pt x="150" y="114"/>
                    </a:lnTo>
                    <a:lnTo>
                      <a:pt x="154" y="110"/>
                    </a:lnTo>
                    <a:lnTo>
                      <a:pt x="158" y="104"/>
                    </a:lnTo>
                    <a:lnTo>
                      <a:pt x="164" y="102"/>
                    </a:lnTo>
                    <a:lnTo>
                      <a:pt x="172" y="100"/>
                    </a:lnTo>
                    <a:lnTo>
                      <a:pt x="176" y="100"/>
                    </a:lnTo>
                    <a:lnTo>
                      <a:pt x="178" y="98"/>
                    </a:lnTo>
                    <a:lnTo>
                      <a:pt x="180" y="96"/>
                    </a:lnTo>
                    <a:lnTo>
                      <a:pt x="180" y="94"/>
                    </a:lnTo>
                    <a:lnTo>
                      <a:pt x="180" y="92"/>
                    </a:lnTo>
                    <a:lnTo>
                      <a:pt x="180" y="90"/>
                    </a:lnTo>
                    <a:lnTo>
                      <a:pt x="180" y="86"/>
                    </a:lnTo>
                    <a:lnTo>
                      <a:pt x="182" y="82"/>
                    </a:lnTo>
                    <a:lnTo>
                      <a:pt x="186" y="80"/>
                    </a:lnTo>
                    <a:lnTo>
                      <a:pt x="190" y="76"/>
                    </a:lnTo>
                    <a:lnTo>
                      <a:pt x="194" y="74"/>
                    </a:lnTo>
                    <a:lnTo>
                      <a:pt x="216" y="74"/>
                    </a:lnTo>
                    <a:lnTo>
                      <a:pt x="194" y="8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2" name="Google Shape;482;p8"/>
              <p:cNvSpPr/>
              <p:nvPr/>
            </p:nvSpPr>
            <p:spPr>
              <a:xfrm>
                <a:off x="2188" y="2658"/>
                <a:ext cx="68" cy="56"/>
              </a:xfrm>
              <a:custGeom>
                <a:avLst/>
                <a:gdLst/>
                <a:ahLst/>
                <a:cxnLst/>
                <a:rect l="l" t="t" r="r" b="b"/>
                <a:pathLst>
                  <a:path w="68" h="56" extrusionOk="0">
                    <a:moveTo>
                      <a:pt x="2" y="36"/>
                    </a:moveTo>
                    <a:lnTo>
                      <a:pt x="2" y="32"/>
                    </a:lnTo>
                    <a:lnTo>
                      <a:pt x="0" y="22"/>
                    </a:lnTo>
                    <a:lnTo>
                      <a:pt x="2" y="10"/>
                    </a:lnTo>
                    <a:lnTo>
                      <a:pt x="10" y="4"/>
                    </a:lnTo>
                    <a:lnTo>
                      <a:pt x="10" y="2"/>
                    </a:lnTo>
                    <a:lnTo>
                      <a:pt x="12" y="2"/>
                    </a:lnTo>
                    <a:lnTo>
                      <a:pt x="14" y="2"/>
                    </a:lnTo>
                    <a:lnTo>
                      <a:pt x="16" y="0"/>
                    </a:lnTo>
                    <a:lnTo>
                      <a:pt x="22" y="0"/>
                    </a:lnTo>
                    <a:lnTo>
                      <a:pt x="28" y="2"/>
                    </a:lnTo>
                    <a:lnTo>
                      <a:pt x="34" y="4"/>
                    </a:lnTo>
                    <a:lnTo>
                      <a:pt x="42" y="10"/>
                    </a:lnTo>
                    <a:lnTo>
                      <a:pt x="44" y="8"/>
                    </a:lnTo>
                    <a:lnTo>
                      <a:pt x="46" y="8"/>
                    </a:lnTo>
                    <a:lnTo>
                      <a:pt x="50" y="8"/>
                    </a:lnTo>
                    <a:lnTo>
                      <a:pt x="54" y="8"/>
                    </a:lnTo>
                    <a:lnTo>
                      <a:pt x="58" y="8"/>
                    </a:lnTo>
                    <a:lnTo>
                      <a:pt x="60" y="8"/>
                    </a:lnTo>
                    <a:lnTo>
                      <a:pt x="64" y="10"/>
                    </a:lnTo>
                    <a:lnTo>
                      <a:pt x="66" y="12"/>
                    </a:lnTo>
                    <a:lnTo>
                      <a:pt x="68" y="16"/>
                    </a:lnTo>
                    <a:lnTo>
                      <a:pt x="68" y="18"/>
                    </a:lnTo>
                    <a:lnTo>
                      <a:pt x="66" y="22"/>
                    </a:lnTo>
                    <a:lnTo>
                      <a:pt x="66" y="26"/>
                    </a:lnTo>
                    <a:lnTo>
                      <a:pt x="64" y="30"/>
                    </a:lnTo>
                    <a:lnTo>
                      <a:pt x="64" y="32"/>
                    </a:lnTo>
                    <a:lnTo>
                      <a:pt x="64" y="34"/>
                    </a:lnTo>
                    <a:lnTo>
                      <a:pt x="54" y="38"/>
                    </a:lnTo>
                    <a:lnTo>
                      <a:pt x="50" y="42"/>
                    </a:lnTo>
                    <a:lnTo>
                      <a:pt x="46" y="42"/>
                    </a:lnTo>
                    <a:lnTo>
                      <a:pt x="42" y="52"/>
                    </a:lnTo>
                    <a:lnTo>
                      <a:pt x="24" y="56"/>
                    </a:lnTo>
                    <a:lnTo>
                      <a:pt x="2" y="3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3" name="Google Shape;483;p8"/>
              <p:cNvSpPr/>
              <p:nvPr/>
            </p:nvSpPr>
            <p:spPr>
              <a:xfrm>
                <a:off x="2542" y="2384"/>
                <a:ext cx="36" cy="44"/>
              </a:xfrm>
              <a:custGeom>
                <a:avLst/>
                <a:gdLst/>
                <a:ahLst/>
                <a:cxnLst/>
                <a:rect l="l" t="t" r="r" b="b"/>
                <a:pathLst>
                  <a:path w="36" h="44" extrusionOk="0">
                    <a:moveTo>
                      <a:pt x="6" y="0"/>
                    </a:moveTo>
                    <a:lnTo>
                      <a:pt x="6" y="2"/>
                    </a:lnTo>
                    <a:lnTo>
                      <a:pt x="2" y="4"/>
                    </a:lnTo>
                    <a:lnTo>
                      <a:pt x="0" y="6"/>
                    </a:lnTo>
                    <a:lnTo>
                      <a:pt x="0" y="10"/>
                    </a:lnTo>
                    <a:lnTo>
                      <a:pt x="2" y="12"/>
                    </a:lnTo>
                    <a:lnTo>
                      <a:pt x="4" y="16"/>
                    </a:lnTo>
                    <a:lnTo>
                      <a:pt x="8" y="20"/>
                    </a:lnTo>
                    <a:lnTo>
                      <a:pt x="10" y="24"/>
                    </a:lnTo>
                    <a:lnTo>
                      <a:pt x="14" y="28"/>
                    </a:lnTo>
                    <a:lnTo>
                      <a:pt x="16" y="32"/>
                    </a:lnTo>
                    <a:lnTo>
                      <a:pt x="16" y="32"/>
                    </a:lnTo>
                    <a:lnTo>
                      <a:pt x="16" y="34"/>
                    </a:lnTo>
                    <a:lnTo>
                      <a:pt x="16" y="36"/>
                    </a:lnTo>
                    <a:lnTo>
                      <a:pt x="16" y="38"/>
                    </a:lnTo>
                    <a:lnTo>
                      <a:pt x="18" y="40"/>
                    </a:lnTo>
                    <a:lnTo>
                      <a:pt x="18" y="42"/>
                    </a:lnTo>
                    <a:lnTo>
                      <a:pt x="22" y="44"/>
                    </a:lnTo>
                    <a:lnTo>
                      <a:pt x="26" y="44"/>
                    </a:lnTo>
                    <a:lnTo>
                      <a:pt x="30" y="42"/>
                    </a:lnTo>
                    <a:lnTo>
                      <a:pt x="34" y="38"/>
                    </a:lnTo>
                    <a:lnTo>
                      <a:pt x="34" y="34"/>
                    </a:lnTo>
                    <a:lnTo>
                      <a:pt x="34" y="30"/>
                    </a:lnTo>
                    <a:lnTo>
                      <a:pt x="34" y="26"/>
                    </a:lnTo>
                    <a:lnTo>
                      <a:pt x="34" y="22"/>
                    </a:lnTo>
                    <a:lnTo>
                      <a:pt x="34" y="18"/>
                    </a:lnTo>
                    <a:lnTo>
                      <a:pt x="34" y="16"/>
                    </a:lnTo>
                    <a:lnTo>
                      <a:pt x="36" y="14"/>
                    </a:lnTo>
                    <a:lnTo>
                      <a:pt x="34" y="14"/>
                    </a:lnTo>
                    <a:lnTo>
                      <a:pt x="32" y="12"/>
                    </a:lnTo>
                    <a:lnTo>
                      <a:pt x="28" y="10"/>
                    </a:lnTo>
                    <a:lnTo>
                      <a:pt x="24" y="6"/>
                    </a:lnTo>
                    <a:lnTo>
                      <a:pt x="20" y="4"/>
                    </a:lnTo>
                    <a:lnTo>
                      <a:pt x="18" y="4"/>
                    </a:lnTo>
                    <a:lnTo>
                      <a:pt x="12" y="4"/>
                    </a:lnTo>
                    <a:lnTo>
                      <a:pt x="10" y="2"/>
                    </a:lnTo>
                    <a:lnTo>
                      <a:pt x="8" y="2"/>
                    </a:lnTo>
                    <a:lnTo>
                      <a:pt x="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4" name="Google Shape;484;p8"/>
              <p:cNvSpPr/>
              <p:nvPr/>
            </p:nvSpPr>
            <p:spPr>
              <a:xfrm>
                <a:off x="2554" y="2262"/>
                <a:ext cx="144" cy="122"/>
              </a:xfrm>
              <a:custGeom>
                <a:avLst/>
                <a:gdLst/>
                <a:ahLst/>
                <a:cxnLst/>
                <a:rect l="l" t="t" r="r" b="b"/>
                <a:pathLst>
                  <a:path w="144" h="122" extrusionOk="0">
                    <a:moveTo>
                      <a:pt x="6" y="106"/>
                    </a:moveTo>
                    <a:lnTo>
                      <a:pt x="0" y="114"/>
                    </a:lnTo>
                    <a:lnTo>
                      <a:pt x="14" y="118"/>
                    </a:lnTo>
                    <a:lnTo>
                      <a:pt x="22" y="114"/>
                    </a:lnTo>
                    <a:lnTo>
                      <a:pt x="38" y="110"/>
                    </a:lnTo>
                    <a:lnTo>
                      <a:pt x="58" y="106"/>
                    </a:lnTo>
                    <a:lnTo>
                      <a:pt x="62" y="118"/>
                    </a:lnTo>
                    <a:lnTo>
                      <a:pt x="62" y="118"/>
                    </a:lnTo>
                    <a:lnTo>
                      <a:pt x="62" y="120"/>
                    </a:lnTo>
                    <a:lnTo>
                      <a:pt x="66" y="120"/>
                    </a:lnTo>
                    <a:lnTo>
                      <a:pt x="68" y="122"/>
                    </a:lnTo>
                    <a:lnTo>
                      <a:pt x="74" y="120"/>
                    </a:lnTo>
                    <a:lnTo>
                      <a:pt x="78" y="116"/>
                    </a:lnTo>
                    <a:lnTo>
                      <a:pt x="82" y="114"/>
                    </a:lnTo>
                    <a:lnTo>
                      <a:pt x="84" y="110"/>
                    </a:lnTo>
                    <a:lnTo>
                      <a:pt x="86" y="110"/>
                    </a:lnTo>
                    <a:lnTo>
                      <a:pt x="100" y="106"/>
                    </a:lnTo>
                    <a:lnTo>
                      <a:pt x="102" y="104"/>
                    </a:lnTo>
                    <a:lnTo>
                      <a:pt x="104" y="104"/>
                    </a:lnTo>
                    <a:lnTo>
                      <a:pt x="106" y="100"/>
                    </a:lnTo>
                    <a:lnTo>
                      <a:pt x="112" y="98"/>
                    </a:lnTo>
                    <a:lnTo>
                      <a:pt x="116" y="94"/>
                    </a:lnTo>
                    <a:lnTo>
                      <a:pt x="120" y="90"/>
                    </a:lnTo>
                    <a:lnTo>
                      <a:pt x="124" y="88"/>
                    </a:lnTo>
                    <a:lnTo>
                      <a:pt x="126" y="84"/>
                    </a:lnTo>
                    <a:lnTo>
                      <a:pt x="128" y="82"/>
                    </a:lnTo>
                    <a:lnTo>
                      <a:pt x="130" y="80"/>
                    </a:lnTo>
                    <a:lnTo>
                      <a:pt x="132" y="76"/>
                    </a:lnTo>
                    <a:lnTo>
                      <a:pt x="134" y="72"/>
                    </a:lnTo>
                    <a:lnTo>
                      <a:pt x="136" y="68"/>
                    </a:lnTo>
                    <a:lnTo>
                      <a:pt x="138" y="64"/>
                    </a:lnTo>
                    <a:lnTo>
                      <a:pt x="138" y="60"/>
                    </a:lnTo>
                    <a:lnTo>
                      <a:pt x="138" y="58"/>
                    </a:lnTo>
                    <a:lnTo>
                      <a:pt x="138" y="52"/>
                    </a:lnTo>
                    <a:lnTo>
                      <a:pt x="136" y="48"/>
                    </a:lnTo>
                    <a:lnTo>
                      <a:pt x="136" y="44"/>
                    </a:lnTo>
                    <a:lnTo>
                      <a:pt x="136" y="42"/>
                    </a:lnTo>
                    <a:lnTo>
                      <a:pt x="136" y="42"/>
                    </a:lnTo>
                    <a:lnTo>
                      <a:pt x="138" y="40"/>
                    </a:lnTo>
                    <a:lnTo>
                      <a:pt x="140" y="38"/>
                    </a:lnTo>
                    <a:lnTo>
                      <a:pt x="142" y="34"/>
                    </a:lnTo>
                    <a:lnTo>
                      <a:pt x="144" y="30"/>
                    </a:lnTo>
                    <a:lnTo>
                      <a:pt x="144" y="26"/>
                    </a:lnTo>
                    <a:lnTo>
                      <a:pt x="144" y="20"/>
                    </a:lnTo>
                    <a:lnTo>
                      <a:pt x="142" y="14"/>
                    </a:lnTo>
                    <a:lnTo>
                      <a:pt x="142" y="8"/>
                    </a:lnTo>
                    <a:lnTo>
                      <a:pt x="140" y="4"/>
                    </a:lnTo>
                    <a:lnTo>
                      <a:pt x="140" y="0"/>
                    </a:lnTo>
                    <a:lnTo>
                      <a:pt x="140" y="0"/>
                    </a:lnTo>
                    <a:lnTo>
                      <a:pt x="138" y="0"/>
                    </a:lnTo>
                    <a:lnTo>
                      <a:pt x="136" y="0"/>
                    </a:lnTo>
                    <a:lnTo>
                      <a:pt x="132" y="2"/>
                    </a:lnTo>
                    <a:lnTo>
                      <a:pt x="126" y="4"/>
                    </a:lnTo>
                    <a:lnTo>
                      <a:pt x="122" y="8"/>
                    </a:lnTo>
                    <a:lnTo>
                      <a:pt x="118" y="12"/>
                    </a:lnTo>
                    <a:lnTo>
                      <a:pt x="116" y="18"/>
                    </a:lnTo>
                    <a:lnTo>
                      <a:pt x="114" y="26"/>
                    </a:lnTo>
                    <a:lnTo>
                      <a:pt x="114" y="32"/>
                    </a:lnTo>
                    <a:lnTo>
                      <a:pt x="112" y="38"/>
                    </a:lnTo>
                    <a:lnTo>
                      <a:pt x="112" y="44"/>
                    </a:lnTo>
                    <a:lnTo>
                      <a:pt x="110" y="46"/>
                    </a:lnTo>
                    <a:lnTo>
                      <a:pt x="108" y="48"/>
                    </a:lnTo>
                    <a:lnTo>
                      <a:pt x="106" y="52"/>
                    </a:lnTo>
                    <a:lnTo>
                      <a:pt x="102" y="58"/>
                    </a:lnTo>
                    <a:lnTo>
                      <a:pt x="98" y="62"/>
                    </a:lnTo>
                    <a:lnTo>
                      <a:pt x="94" y="68"/>
                    </a:lnTo>
                    <a:lnTo>
                      <a:pt x="88" y="72"/>
                    </a:lnTo>
                    <a:lnTo>
                      <a:pt x="82" y="76"/>
                    </a:lnTo>
                    <a:lnTo>
                      <a:pt x="76" y="80"/>
                    </a:lnTo>
                    <a:lnTo>
                      <a:pt x="72" y="84"/>
                    </a:lnTo>
                    <a:lnTo>
                      <a:pt x="68" y="88"/>
                    </a:lnTo>
                    <a:lnTo>
                      <a:pt x="64" y="90"/>
                    </a:lnTo>
                    <a:lnTo>
                      <a:pt x="64" y="90"/>
                    </a:lnTo>
                    <a:lnTo>
                      <a:pt x="40" y="90"/>
                    </a:lnTo>
                    <a:lnTo>
                      <a:pt x="22" y="96"/>
                    </a:lnTo>
                    <a:lnTo>
                      <a:pt x="6" y="106"/>
                    </a:lnTo>
                  </a:path>
                </a:pathLst>
              </a:custGeom>
              <a:solidFill>
                <a:srgbClr val="FFFF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5" name="Google Shape;485;p8"/>
              <p:cNvSpPr/>
              <p:nvPr/>
            </p:nvSpPr>
            <p:spPr>
              <a:xfrm>
                <a:off x="2574" y="2378"/>
                <a:ext cx="24" cy="16"/>
              </a:xfrm>
              <a:custGeom>
                <a:avLst/>
                <a:gdLst/>
                <a:ahLst/>
                <a:cxnLst/>
                <a:rect l="l" t="t" r="r" b="b"/>
                <a:pathLst>
                  <a:path w="24" h="16" extrusionOk="0">
                    <a:moveTo>
                      <a:pt x="8" y="0"/>
                    </a:moveTo>
                    <a:lnTo>
                      <a:pt x="0" y="10"/>
                    </a:lnTo>
                    <a:lnTo>
                      <a:pt x="8" y="16"/>
                    </a:lnTo>
                    <a:lnTo>
                      <a:pt x="18" y="8"/>
                    </a:lnTo>
                    <a:lnTo>
                      <a:pt x="24" y="2"/>
                    </a:lnTo>
                    <a:lnTo>
                      <a:pt x="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8"/>
              <p:cNvSpPr/>
              <p:nvPr/>
            </p:nvSpPr>
            <p:spPr>
              <a:xfrm>
                <a:off x="2672" y="2188"/>
                <a:ext cx="78" cy="60"/>
              </a:xfrm>
              <a:custGeom>
                <a:avLst/>
                <a:gdLst/>
                <a:ahLst/>
                <a:cxnLst/>
                <a:rect l="l" t="t" r="r" b="b"/>
                <a:pathLst>
                  <a:path w="78" h="60" extrusionOk="0">
                    <a:moveTo>
                      <a:pt x="36" y="6"/>
                    </a:moveTo>
                    <a:lnTo>
                      <a:pt x="36" y="6"/>
                    </a:lnTo>
                    <a:lnTo>
                      <a:pt x="34" y="4"/>
                    </a:lnTo>
                    <a:lnTo>
                      <a:pt x="32" y="2"/>
                    </a:lnTo>
                    <a:lnTo>
                      <a:pt x="30" y="0"/>
                    </a:lnTo>
                    <a:lnTo>
                      <a:pt x="28" y="0"/>
                    </a:lnTo>
                    <a:lnTo>
                      <a:pt x="26" y="2"/>
                    </a:lnTo>
                    <a:lnTo>
                      <a:pt x="24" y="4"/>
                    </a:lnTo>
                    <a:lnTo>
                      <a:pt x="22" y="12"/>
                    </a:lnTo>
                    <a:lnTo>
                      <a:pt x="20" y="18"/>
                    </a:lnTo>
                    <a:lnTo>
                      <a:pt x="20" y="22"/>
                    </a:lnTo>
                    <a:lnTo>
                      <a:pt x="20" y="26"/>
                    </a:lnTo>
                    <a:lnTo>
                      <a:pt x="18" y="28"/>
                    </a:lnTo>
                    <a:lnTo>
                      <a:pt x="16" y="32"/>
                    </a:lnTo>
                    <a:lnTo>
                      <a:pt x="12" y="36"/>
                    </a:lnTo>
                    <a:lnTo>
                      <a:pt x="10" y="42"/>
                    </a:lnTo>
                    <a:lnTo>
                      <a:pt x="6" y="46"/>
                    </a:lnTo>
                    <a:lnTo>
                      <a:pt x="4" y="48"/>
                    </a:lnTo>
                    <a:lnTo>
                      <a:pt x="2" y="50"/>
                    </a:lnTo>
                    <a:lnTo>
                      <a:pt x="0" y="52"/>
                    </a:lnTo>
                    <a:lnTo>
                      <a:pt x="0" y="54"/>
                    </a:lnTo>
                    <a:lnTo>
                      <a:pt x="0" y="56"/>
                    </a:lnTo>
                    <a:lnTo>
                      <a:pt x="4" y="56"/>
                    </a:lnTo>
                    <a:lnTo>
                      <a:pt x="8" y="58"/>
                    </a:lnTo>
                    <a:lnTo>
                      <a:pt x="14" y="58"/>
                    </a:lnTo>
                    <a:lnTo>
                      <a:pt x="20" y="58"/>
                    </a:lnTo>
                    <a:lnTo>
                      <a:pt x="26" y="58"/>
                    </a:lnTo>
                    <a:lnTo>
                      <a:pt x="30" y="56"/>
                    </a:lnTo>
                    <a:lnTo>
                      <a:pt x="32" y="56"/>
                    </a:lnTo>
                    <a:lnTo>
                      <a:pt x="38" y="60"/>
                    </a:lnTo>
                    <a:lnTo>
                      <a:pt x="48" y="58"/>
                    </a:lnTo>
                    <a:lnTo>
                      <a:pt x="48" y="58"/>
                    </a:lnTo>
                    <a:lnTo>
                      <a:pt x="50" y="56"/>
                    </a:lnTo>
                    <a:lnTo>
                      <a:pt x="52" y="52"/>
                    </a:lnTo>
                    <a:lnTo>
                      <a:pt x="54" y="50"/>
                    </a:lnTo>
                    <a:lnTo>
                      <a:pt x="56" y="46"/>
                    </a:lnTo>
                    <a:lnTo>
                      <a:pt x="60" y="44"/>
                    </a:lnTo>
                    <a:lnTo>
                      <a:pt x="62" y="44"/>
                    </a:lnTo>
                    <a:lnTo>
                      <a:pt x="64" y="44"/>
                    </a:lnTo>
                    <a:lnTo>
                      <a:pt x="66" y="42"/>
                    </a:lnTo>
                    <a:lnTo>
                      <a:pt x="70" y="40"/>
                    </a:lnTo>
                    <a:lnTo>
                      <a:pt x="72" y="38"/>
                    </a:lnTo>
                    <a:lnTo>
                      <a:pt x="74" y="36"/>
                    </a:lnTo>
                    <a:lnTo>
                      <a:pt x="76" y="34"/>
                    </a:lnTo>
                    <a:lnTo>
                      <a:pt x="78" y="32"/>
                    </a:lnTo>
                    <a:lnTo>
                      <a:pt x="78" y="32"/>
                    </a:lnTo>
                    <a:lnTo>
                      <a:pt x="78" y="30"/>
                    </a:lnTo>
                    <a:lnTo>
                      <a:pt x="78" y="26"/>
                    </a:lnTo>
                    <a:lnTo>
                      <a:pt x="78" y="24"/>
                    </a:lnTo>
                    <a:lnTo>
                      <a:pt x="76" y="22"/>
                    </a:lnTo>
                    <a:lnTo>
                      <a:pt x="74" y="20"/>
                    </a:lnTo>
                    <a:lnTo>
                      <a:pt x="72" y="22"/>
                    </a:lnTo>
                    <a:lnTo>
                      <a:pt x="70" y="24"/>
                    </a:lnTo>
                    <a:lnTo>
                      <a:pt x="66" y="26"/>
                    </a:lnTo>
                    <a:lnTo>
                      <a:pt x="64" y="26"/>
                    </a:lnTo>
                    <a:lnTo>
                      <a:pt x="62" y="26"/>
                    </a:lnTo>
                    <a:lnTo>
                      <a:pt x="58" y="24"/>
                    </a:lnTo>
                    <a:lnTo>
                      <a:pt x="52" y="22"/>
                    </a:lnTo>
                    <a:lnTo>
                      <a:pt x="46" y="20"/>
                    </a:lnTo>
                    <a:lnTo>
                      <a:pt x="42" y="16"/>
                    </a:lnTo>
                    <a:lnTo>
                      <a:pt x="38" y="12"/>
                    </a:lnTo>
                    <a:lnTo>
                      <a:pt x="36" y="6"/>
                    </a:lnTo>
                  </a:path>
                </a:pathLst>
              </a:custGeom>
              <a:solidFill>
                <a:srgbClr val="FFFF0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7" name="Google Shape;487;p8"/>
              <p:cNvSpPr/>
              <p:nvPr/>
            </p:nvSpPr>
            <p:spPr>
              <a:xfrm>
                <a:off x="1832" y="2358"/>
                <a:ext cx="80" cy="34"/>
              </a:xfrm>
              <a:custGeom>
                <a:avLst/>
                <a:gdLst/>
                <a:ahLst/>
                <a:cxnLst/>
                <a:rect l="l" t="t" r="r" b="b"/>
                <a:pathLst>
                  <a:path w="80" h="34" extrusionOk="0">
                    <a:moveTo>
                      <a:pt x="58" y="0"/>
                    </a:moveTo>
                    <a:lnTo>
                      <a:pt x="52"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6" y="8"/>
                    </a:lnTo>
                    <a:lnTo>
                      <a:pt x="70" y="8"/>
                    </a:lnTo>
                    <a:lnTo>
                      <a:pt x="64" y="6"/>
                    </a:lnTo>
                    <a:lnTo>
                      <a:pt x="60" y="4"/>
                    </a:lnTo>
                    <a:lnTo>
                      <a:pt x="5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8" name="Google Shape;488;p8"/>
              <p:cNvSpPr/>
              <p:nvPr/>
            </p:nvSpPr>
            <p:spPr>
              <a:xfrm>
                <a:off x="1832" y="2358"/>
                <a:ext cx="80" cy="34"/>
              </a:xfrm>
              <a:custGeom>
                <a:avLst/>
                <a:gdLst/>
                <a:ahLst/>
                <a:cxnLst/>
                <a:rect l="l" t="t" r="r" b="b"/>
                <a:pathLst>
                  <a:path w="80" h="34" extrusionOk="0">
                    <a:moveTo>
                      <a:pt x="56" y="0"/>
                    </a:moveTo>
                    <a:lnTo>
                      <a:pt x="50" y="2"/>
                    </a:lnTo>
                    <a:lnTo>
                      <a:pt x="38" y="2"/>
                    </a:lnTo>
                    <a:lnTo>
                      <a:pt x="24" y="2"/>
                    </a:lnTo>
                    <a:lnTo>
                      <a:pt x="16" y="2"/>
                    </a:lnTo>
                    <a:lnTo>
                      <a:pt x="0" y="16"/>
                    </a:lnTo>
                    <a:lnTo>
                      <a:pt x="0" y="22"/>
                    </a:lnTo>
                    <a:lnTo>
                      <a:pt x="0" y="22"/>
                    </a:lnTo>
                    <a:lnTo>
                      <a:pt x="2" y="24"/>
                    </a:lnTo>
                    <a:lnTo>
                      <a:pt x="2" y="28"/>
                    </a:lnTo>
                    <a:lnTo>
                      <a:pt x="4" y="30"/>
                    </a:lnTo>
                    <a:lnTo>
                      <a:pt x="6" y="30"/>
                    </a:lnTo>
                    <a:lnTo>
                      <a:pt x="8" y="30"/>
                    </a:lnTo>
                    <a:lnTo>
                      <a:pt x="12" y="28"/>
                    </a:lnTo>
                    <a:lnTo>
                      <a:pt x="16" y="28"/>
                    </a:lnTo>
                    <a:lnTo>
                      <a:pt x="20" y="30"/>
                    </a:lnTo>
                    <a:lnTo>
                      <a:pt x="26" y="34"/>
                    </a:lnTo>
                    <a:lnTo>
                      <a:pt x="26" y="32"/>
                    </a:lnTo>
                    <a:lnTo>
                      <a:pt x="30" y="28"/>
                    </a:lnTo>
                    <a:lnTo>
                      <a:pt x="40" y="26"/>
                    </a:lnTo>
                    <a:lnTo>
                      <a:pt x="58" y="24"/>
                    </a:lnTo>
                    <a:lnTo>
                      <a:pt x="58" y="24"/>
                    </a:lnTo>
                    <a:lnTo>
                      <a:pt x="58" y="22"/>
                    </a:lnTo>
                    <a:lnTo>
                      <a:pt x="58" y="20"/>
                    </a:lnTo>
                    <a:lnTo>
                      <a:pt x="60" y="16"/>
                    </a:lnTo>
                    <a:lnTo>
                      <a:pt x="62" y="14"/>
                    </a:lnTo>
                    <a:lnTo>
                      <a:pt x="66" y="12"/>
                    </a:lnTo>
                    <a:lnTo>
                      <a:pt x="72" y="10"/>
                    </a:lnTo>
                    <a:lnTo>
                      <a:pt x="80" y="10"/>
                    </a:lnTo>
                    <a:lnTo>
                      <a:pt x="78" y="8"/>
                    </a:lnTo>
                    <a:lnTo>
                      <a:pt x="74" y="8"/>
                    </a:lnTo>
                    <a:lnTo>
                      <a:pt x="70" y="8"/>
                    </a:lnTo>
                    <a:lnTo>
                      <a:pt x="64" y="6"/>
                    </a:lnTo>
                    <a:lnTo>
                      <a:pt x="60" y="4"/>
                    </a:lnTo>
                    <a:lnTo>
                      <a:pt x="5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9" name="Google Shape;489;p8"/>
              <p:cNvSpPr/>
              <p:nvPr/>
            </p:nvSpPr>
            <p:spPr>
              <a:xfrm>
                <a:off x="980" y="1514"/>
                <a:ext cx="336" cy="412"/>
              </a:xfrm>
              <a:custGeom>
                <a:avLst/>
                <a:gdLst/>
                <a:ahLst/>
                <a:cxnLst/>
                <a:rect l="l" t="t" r="r" b="b"/>
                <a:pathLst>
                  <a:path w="336" h="412" extrusionOk="0">
                    <a:moveTo>
                      <a:pt x="326" y="52"/>
                    </a:moveTo>
                    <a:lnTo>
                      <a:pt x="314" y="48"/>
                    </a:lnTo>
                    <a:lnTo>
                      <a:pt x="308" y="46"/>
                    </a:lnTo>
                    <a:lnTo>
                      <a:pt x="302" y="44"/>
                    </a:lnTo>
                    <a:lnTo>
                      <a:pt x="300" y="44"/>
                    </a:lnTo>
                    <a:lnTo>
                      <a:pt x="298" y="44"/>
                    </a:lnTo>
                    <a:lnTo>
                      <a:pt x="314" y="42"/>
                    </a:lnTo>
                    <a:lnTo>
                      <a:pt x="314" y="42"/>
                    </a:lnTo>
                    <a:lnTo>
                      <a:pt x="314" y="42"/>
                    </a:lnTo>
                    <a:lnTo>
                      <a:pt x="312" y="42"/>
                    </a:lnTo>
                    <a:lnTo>
                      <a:pt x="312" y="42"/>
                    </a:lnTo>
                    <a:lnTo>
                      <a:pt x="312" y="42"/>
                    </a:lnTo>
                    <a:lnTo>
                      <a:pt x="314" y="42"/>
                    </a:lnTo>
                    <a:lnTo>
                      <a:pt x="318" y="42"/>
                    </a:lnTo>
                    <a:lnTo>
                      <a:pt x="322" y="40"/>
                    </a:lnTo>
                    <a:lnTo>
                      <a:pt x="326" y="38"/>
                    </a:lnTo>
                    <a:lnTo>
                      <a:pt x="328" y="34"/>
                    </a:lnTo>
                    <a:lnTo>
                      <a:pt x="328" y="30"/>
                    </a:lnTo>
                    <a:lnTo>
                      <a:pt x="330" y="26"/>
                    </a:lnTo>
                    <a:lnTo>
                      <a:pt x="330" y="22"/>
                    </a:lnTo>
                    <a:lnTo>
                      <a:pt x="330" y="22"/>
                    </a:lnTo>
                    <a:lnTo>
                      <a:pt x="314" y="20"/>
                    </a:lnTo>
                    <a:lnTo>
                      <a:pt x="310" y="10"/>
                    </a:lnTo>
                    <a:lnTo>
                      <a:pt x="302" y="4"/>
                    </a:lnTo>
                    <a:lnTo>
                      <a:pt x="282" y="6"/>
                    </a:lnTo>
                    <a:lnTo>
                      <a:pt x="258" y="0"/>
                    </a:lnTo>
                    <a:lnTo>
                      <a:pt x="256" y="4"/>
                    </a:lnTo>
                    <a:lnTo>
                      <a:pt x="250" y="8"/>
                    </a:lnTo>
                    <a:lnTo>
                      <a:pt x="246" y="12"/>
                    </a:lnTo>
                    <a:lnTo>
                      <a:pt x="240" y="12"/>
                    </a:lnTo>
                    <a:lnTo>
                      <a:pt x="234" y="14"/>
                    </a:lnTo>
                    <a:lnTo>
                      <a:pt x="230" y="14"/>
                    </a:lnTo>
                    <a:lnTo>
                      <a:pt x="230" y="14"/>
                    </a:lnTo>
                    <a:lnTo>
                      <a:pt x="224" y="16"/>
                    </a:lnTo>
                    <a:lnTo>
                      <a:pt x="220" y="18"/>
                    </a:lnTo>
                    <a:lnTo>
                      <a:pt x="218" y="20"/>
                    </a:lnTo>
                    <a:lnTo>
                      <a:pt x="216" y="22"/>
                    </a:lnTo>
                    <a:lnTo>
                      <a:pt x="216" y="22"/>
                    </a:lnTo>
                    <a:lnTo>
                      <a:pt x="216" y="22"/>
                    </a:lnTo>
                    <a:lnTo>
                      <a:pt x="214" y="26"/>
                    </a:lnTo>
                    <a:lnTo>
                      <a:pt x="214" y="28"/>
                    </a:lnTo>
                    <a:lnTo>
                      <a:pt x="212" y="32"/>
                    </a:lnTo>
                    <a:lnTo>
                      <a:pt x="208" y="36"/>
                    </a:lnTo>
                    <a:lnTo>
                      <a:pt x="204" y="36"/>
                    </a:lnTo>
                    <a:lnTo>
                      <a:pt x="200" y="36"/>
                    </a:lnTo>
                    <a:lnTo>
                      <a:pt x="196" y="36"/>
                    </a:lnTo>
                    <a:lnTo>
                      <a:pt x="196" y="34"/>
                    </a:lnTo>
                    <a:lnTo>
                      <a:pt x="194" y="34"/>
                    </a:lnTo>
                    <a:lnTo>
                      <a:pt x="194" y="32"/>
                    </a:lnTo>
                    <a:lnTo>
                      <a:pt x="194" y="32"/>
                    </a:lnTo>
                    <a:lnTo>
                      <a:pt x="190" y="32"/>
                    </a:lnTo>
                    <a:lnTo>
                      <a:pt x="186" y="34"/>
                    </a:lnTo>
                    <a:lnTo>
                      <a:pt x="182" y="38"/>
                    </a:lnTo>
                    <a:lnTo>
                      <a:pt x="178" y="42"/>
                    </a:lnTo>
                    <a:lnTo>
                      <a:pt x="176" y="46"/>
                    </a:lnTo>
                    <a:lnTo>
                      <a:pt x="176" y="48"/>
                    </a:lnTo>
                    <a:lnTo>
                      <a:pt x="174" y="48"/>
                    </a:lnTo>
                    <a:lnTo>
                      <a:pt x="168" y="54"/>
                    </a:lnTo>
                    <a:lnTo>
                      <a:pt x="162" y="56"/>
                    </a:lnTo>
                    <a:lnTo>
                      <a:pt x="158" y="58"/>
                    </a:lnTo>
                    <a:lnTo>
                      <a:pt x="154" y="62"/>
                    </a:lnTo>
                    <a:lnTo>
                      <a:pt x="152" y="66"/>
                    </a:lnTo>
                    <a:lnTo>
                      <a:pt x="150" y="70"/>
                    </a:lnTo>
                    <a:lnTo>
                      <a:pt x="148" y="76"/>
                    </a:lnTo>
                    <a:lnTo>
                      <a:pt x="148" y="80"/>
                    </a:lnTo>
                    <a:lnTo>
                      <a:pt x="148" y="82"/>
                    </a:lnTo>
                    <a:lnTo>
                      <a:pt x="148" y="82"/>
                    </a:lnTo>
                    <a:lnTo>
                      <a:pt x="136" y="114"/>
                    </a:lnTo>
                    <a:lnTo>
                      <a:pt x="116" y="150"/>
                    </a:lnTo>
                    <a:lnTo>
                      <a:pt x="114" y="152"/>
                    </a:lnTo>
                    <a:lnTo>
                      <a:pt x="110" y="160"/>
                    </a:lnTo>
                    <a:lnTo>
                      <a:pt x="106" y="170"/>
                    </a:lnTo>
                    <a:lnTo>
                      <a:pt x="102" y="180"/>
                    </a:lnTo>
                    <a:lnTo>
                      <a:pt x="100" y="184"/>
                    </a:lnTo>
                    <a:lnTo>
                      <a:pt x="98" y="190"/>
                    </a:lnTo>
                    <a:lnTo>
                      <a:pt x="94" y="200"/>
                    </a:lnTo>
                    <a:lnTo>
                      <a:pt x="88" y="212"/>
                    </a:lnTo>
                    <a:lnTo>
                      <a:pt x="84" y="220"/>
                    </a:lnTo>
                    <a:lnTo>
                      <a:pt x="82" y="224"/>
                    </a:lnTo>
                    <a:lnTo>
                      <a:pt x="72" y="230"/>
                    </a:lnTo>
                    <a:lnTo>
                      <a:pt x="54" y="254"/>
                    </a:lnTo>
                    <a:lnTo>
                      <a:pt x="32" y="268"/>
                    </a:lnTo>
                    <a:lnTo>
                      <a:pt x="30" y="274"/>
                    </a:lnTo>
                    <a:lnTo>
                      <a:pt x="26" y="278"/>
                    </a:lnTo>
                    <a:lnTo>
                      <a:pt x="22" y="280"/>
                    </a:lnTo>
                    <a:lnTo>
                      <a:pt x="20" y="282"/>
                    </a:lnTo>
                    <a:lnTo>
                      <a:pt x="16" y="284"/>
                    </a:lnTo>
                    <a:lnTo>
                      <a:pt x="16" y="284"/>
                    </a:lnTo>
                    <a:lnTo>
                      <a:pt x="14" y="290"/>
                    </a:lnTo>
                    <a:lnTo>
                      <a:pt x="12" y="294"/>
                    </a:lnTo>
                    <a:lnTo>
                      <a:pt x="10" y="298"/>
                    </a:lnTo>
                    <a:lnTo>
                      <a:pt x="8" y="300"/>
                    </a:lnTo>
                    <a:lnTo>
                      <a:pt x="8" y="300"/>
                    </a:lnTo>
                    <a:lnTo>
                      <a:pt x="2" y="312"/>
                    </a:lnTo>
                    <a:lnTo>
                      <a:pt x="0" y="324"/>
                    </a:lnTo>
                    <a:lnTo>
                      <a:pt x="4" y="334"/>
                    </a:lnTo>
                    <a:lnTo>
                      <a:pt x="8" y="338"/>
                    </a:lnTo>
                    <a:lnTo>
                      <a:pt x="10" y="340"/>
                    </a:lnTo>
                    <a:lnTo>
                      <a:pt x="10" y="342"/>
                    </a:lnTo>
                    <a:lnTo>
                      <a:pt x="10" y="344"/>
                    </a:lnTo>
                    <a:lnTo>
                      <a:pt x="8" y="344"/>
                    </a:lnTo>
                    <a:lnTo>
                      <a:pt x="8" y="346"/>
                    </a:lnTo>
                    <a:lnTo>
                      <a:pt x="6" y="348"/>
                    </a:lnTo>
                    <a:lnTo>
                      <a:pt x="6" y="352"/>
                    </a:lnTo>
                    <a:lnTo>
                      <a:pt x="6" y="356"/>
                    </a:lnTo>
                    <a:lnTo>
                      <a:pt x="6" y="358"/>
                    </a:lnTo>
                    <a:lnTo>
                      <a:pt x="6" y="358"/>
                    </a:lnTo>
                    <a:lnTo>
                      <a:pt x="2" y="364"/>
                    </a:lnTo>
                    <a:lnTo>
                      <a:pt x="2" y="370"/>
                    </a:lnTo>
                    <a:lnTo>
                      <a:pt x="2" y="376"/>
                    </a:lnTo>
                    <a:lnTo>
                      <a:pt x="2" y="380"/>
                    </a:lnTo>
                    <a:lnTo>
                      <a:pt x="4" y="384"/>
                    </a:lnTo>
                    <a:lnTo>
                      <a:pt x="4" y="386"/>
                    </a:lnTo>
                    <a:lnTo>
                      <a:pt x="4" y="388"/>
                    </a:lnTo>
                    <a:lnTo>
                      <a:pt x="8" y="394"/>
                    </a:lnTo>
                    <a:lnTo>
                      <a:pt x="10" y="400"/>
                    </a:lnTo>
                    <a:lnTo>
                      <a:pt x="16" y="404"/>
                    </a:lnTo>
                    <a:lnTo>
                      <a:pt x="20" y="408"/>
                    </a:lnTo>
                    <a:lnTo>
                      <a:pt x="24" y="410"/>
                    </a:lnTo>
                    <a:lnTo>
                      <a:pt x="28" y="412"/>
                    </a:lnTo>
                    <a:lnTo>
                      <a:pt x="30" y="412"/>
                    </a:lnTo>
                    <a:lnTo>
                      <a:pt x="36" y="410"/>
                    </a:lnTo>
                    <a:lnTo>
                      <a:pt x="42" y="406"/>
                    </a:lnTo>
                    <a:lnTo>
                      <a:pt x="46" y="402"/>
                    </a:lnTo>
                    <a:lnTo>
                      <a:pt x="50" y="398"/>
                    </a:lnTo>
                    <a:lnTo>
                      <a:pt x="52" y="394"/>
                    </a:lnTo>
                    <a:lnTo>
                      <a:pt x="54" y="392"/>
                    </a:lnTo>
                    <a:lnTo>
                      <a:pt x="54" y="390"/>
                    </a:lnTo>
                    <a:lnTo>
                      <a:pt x="54" y="384"/>
                    </a:lnTo>
                    <a:lnTo>
                      <a:pt x="56" y="380"/>
                    </a:lnTo>
                    <a:lnTo>
                      <a:pt x="56" y="376"/>
                    </a:lnTo>
                    <a:lnTo>
                      <a:pt x="58" y="376"/>
                    </a:lnTo>
                    <a:lnTo>
                      <a:pt x="58" y="374"/>
                    </a:lnTo>
                    <a:lnTo>
                      <a:pt x="62" y="374"/>
                    </a:lnTo>
                    <a:lnTo>
                      <a:pt x="64" y="372"/>
                    </a:lnTo>
                    <a:lnTo>
                      <a:pt x="68" y="370"/>
                    </a:lnTo>
                    <a:lnTo>
                      <a:pt x="70" y="368"/>
                    </a:lnTo>
                    <a:lnTo>
                      <a:pt x="70" y="366"/>
                    </a:lnTo>
                    <a:lnTo>
                      <a:pt x="72" y="364"/>
                    </a:lnTo>
                    <a:lnTo>
                      <a:pt x="76" y="358"/>
                    </a:lnTo>
                    <a:lnTo>
                      <a:pt x="78" y="352"/>
                    </a:lnTo>
                    <a:lnTo>
                      <a:pt x="80" y="346"/>
                    </a:lnTo>
                    <a:lnTo>
                      <a:pt x="80" y="344"/>
                    </a:lnTo>
                    <a:lnTo>
                      <a:pt x="80" y="342"/>
                    </a:lnTo>
                    <a:lnTo>
                      <a:pt x="80" y="340"/>
                    </a:lnTo>
                    <a:lnTo>
                      <a:pt x="86" y="356"/>
                    </a:lnTo>
                    <a:lnTo>
                      <a:pt x="88" y="356"/>
                    </a:lnTo>
                    <a:lnTo>
                      <a:pt x="92" y="354"/>
                    </a:lnTo>
                    <a:lnTo>
                      <a:pt x="96" y="350"/>
                    </a:lnTo>
                    <a:lnTo>
                      <a:pt x="100" y="340"/>
                    </a:lnTo>
                    <a:lnTo>
                      <a:pt x="100" y="324"/>
                    </a:lnTo>
                    <a:lnTo>
                      <a:pt x="100" y="318"/>
                    </a:lnTo>
                    <a:lnTo>
                      <a:pt x="100" y="306"/>
                    </a:lnTo>
                    <a:lnTo>
                      <a:pt x="102" y="290"/>
                    </a:lnTo>
                    <a:lnTo>
                      <a:pt x="102" y="274"/>
                    </a:lnTo>
                    <a:lnTo>
                      <a:pt x="102" y="260"/>
                    </a:lnTo>
                    <a:lnTo>
                      <a:pt x="98" y="254"/>
                    </a:lnTo>
                    <a:lnTo>
                      <a:pt x="120" y="240"/>
                    </a:lnTo>
                    <a:lnTo>
                      <a:pt x="122" y="216"/>
                    </a:lnTo>
                    <a:lnTo>
                      <a:pt x="132" y="198"/>
                    </a:lnTo>
                    <a:lnTo>
                      <a:pt x="134" y="182"/>
                    </a:lnTo>
                    <a:lnTo>
                      <a:pt x="136" y="182"/>
                    </a:lnTo>
                    <a:lnTo>
                      <a:pt x="138" y="182"/>
                    </a:lnTo>
                    <a:lnTo>
                      <a:pt x="140" y="178"/>
                    </a:lnTo>
                    <a:lnTo>
                      <a:pt x="144" y="174"/>
                    </a:lnTo>
                    <a:lnTo>
                      <a:pt x="148" y="170"/>
                    </a:lnTo>
                    <a:lnTo>
                      <a:pt x="152" y="166"/>
                    </a:lnTo>
                    <a:lnTo>
                      <a:pt x="154" y="162"/>
                    </a:lnTo>
                    <a:lnTo>
                      <a:pt x="158" y="158"/>
                    </a:lnTo>
                    <a:lnTo>
                      <a:pt x="158" y="136"/>
                    </a:lnTo>
                    <a:lnTo>
                      <a:pt x="160" y="134"/>
                    </a:lnTo>
                    <a:lnTo>
                      <a:pt x="162" y="134"/>
                    </a:lnTo>
                    <a:lnTo>
                      <a:pt x="164" y="130"/>
                    </a:lnTo>
                    <a:lnTo>
                      <a:pt x="166" y="124"/>
                    </a:lnTo>
                    <a:lnTo>
                      <a:pt x="166" y="122"/>
                    </a:lnTo>
                    <a:lnTo>
                      <a:pt x="170" y="112"/>
                    </a:lnTo>
                    <a:lnTo>
                      <a:pt x="178" y="98"/>
                    </a:lnTo>
                    <a:lnTo>
                      <a:pt x="196" y="82"/>
                    </a:lnTo>
                    <a:lnTo>
                      <a:pt x="224" y="64"/>
                    </a:lnTo>
                    <a:lnTo>
                      <a:pt x="224" y="64"/>
                    </a:lnTo>
                    <a:lnTo>
                      <a:pt x="226" y="64"/>
                    </a:lnTo>
                    <a:lnTo>
                      <a:pt x="230" y="64"/>
                    </a:lnTo>
                    <a:lnTo>
                      <a:pt x="234" y="64"/>
                    </a:lnTo>
                    <a:lnTo>
                      <a:pt x="238" y="66"/>
                    </a:lnTo>
                    <a:lnTo>
                      <a:pt x="242" y="70"/>
                    </a:lnTo>
                    <a:lnTo>
                      <a:pt x="260" y="72"/>
                    </a:lnTo>
                    <a:lnTo>
                      <a:pt x="260" y="72"/>
                    </a:lnTo>
                    <a:lnTo>
                      <a:pt x="264" y="70"/>
                    </a:lnTo>
                    <a:lnTo>
                      <a:pt x="266" y="70"/>
                    </a:lnTo>
                    <a:lnTo>
                      <a:pt x="270" y="68"/>
                    </a:lnTo>
                    <a:lnTo>
                      <a:pt x="272" y="66"/>
                    </a:lnTo>
                    <a:lnTo>
                      <a:pt x="276" y="64"/>
                    </a:lnTo>
                    <a:lnTo>
                      <a:pt x="276" y="60"/>
                    </a:lnTo>
                    <a:lnTo>
                      <a:pt x="276" y="60"/>
                    </a:lnTo>
                    <a:lnTo>
                      <a:pt x="276" y="58"/>
                    </a:lnTo>
                    <a:lnTo>
                      <a:pt x="278" y="56"/>
                    </a:lnTo>
                    <a:lnTo>
                      <a:pt x="280" y="52"/>
                    </a:lnTo>
                    <a:lnTo>
                      <a:pt x="284" y="50"/>
                    </a:lnTo>
                    <a:lnTo>
                      <a:pt x="288" y="50"/>
                    </a:lnTo>
                    <a:lnTo>
                      <a:pt x="294" y="50"/>
                    </a:lnTo>
                    <a:lnTo>
                      <a:pt x="326" y="66"/>
                    </a:lnTo>
                    <a:lnTo>
                      <a:pt x="326" y="66"/>
                    </a:lnTo>
                    <a:lnTo>
                      <a:pt x="326" y="66"/>
                    </a:lnTo>
                    <a:lnTo>
                      <a:pt x="328" y="64"/>
                    </a:lnTo>
                    <a:lnTo>
                      <a:pt x="328" y="62"/>
                    </a:lnTo>
                    <a:lnTo>
                      <a:pt x="328" y="56"/>
                    </a:lnTo>
                    <a:lnTo>
                      <a:pt x="336" y="56"/>
                    </a:lnTo>
                    <a:lnTo>
                      <a:pt x="326" y="5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0" name="Google Shape;490;p8"/>
              <p:cNvSpPr/>
              <p:nvPr/>
            </p:nvSpPr>
            <p:spPr>
              <a:xfrm>
                <a:off x="794" y="2212"/>
                <a:ext cx="158" cy="132"/>
              </a:xfrm>
              <a:custGeom>
                <a:avLst/>
                <a:gdLst/>
                <a:ahLst/>
                <a:cxnLst/>
                <a:rect l="l" t="t" r="r" b="b"/>
                <a:pathLst>
                  <a:path w="158" h="132" extrusionOk="0">
                    <a:moveTo>
                      <a:pt x="154" y="46"/>
                    </a:moveTo>
                    <a:lnTo>
                      <a:pt x="154" y="46"/>
                    </a:lnTo>
                    <a:lnTo>
                      <a:pt x="150" y="46"/>
                    </a:lnTo>
                    <a:lnTo>
                      <a:pt x="146" y="46"/>
                    </a:lnTo>
                    <a:lnTo>
                      <a:pt x="142" y="46"/>
                    </a:lnTo>
                    <a:lnTo>
                      <a:pt x="136" y="48"/>
                    </a:lnTo>
                    <a:lnTo>
                      <a:pt x="132" y="52"/>
                    </a:lnTo>
                    <a:lnTo>
                      <a:pt x="132" y="54"/>
                    </a:lnTo>
                    <a:lnTo>
                      <a:pt x="130" y="54"/>
                    </a:lnTo>
                    <a:lnTo>
                      <a:pt x="126" y="58"/>
                    </a:lnTo>
                    <a:lnTo>
                      <a:pt x="122" y="62"/>
                    </a:lnTo>
                    <a:lnTo>
                      <a:pt x="120" y="66"/>
                    </a:lnTo>
                    <a:lnTo>
                      <a:pt x="118" y="70"/>
                    </a:lnTo>
                    <a:lnTo>
                      <a:pt x="120" y="74"/>
                    </a:lnTo>
                    <a:lnTo>
                      <a:pt x="122" y="78"/>
                    </a:lnTo>
                    <a:lnTo>
                      <a:pt x="120" y="78"/>
                    </a:lnTo>
                    <a:lnTo>
                      <a:pt x="118" y="80"/>
                    </a:lnTo>
                    <a:lnTo>
                      <a:pt x="116" y="84"/>
                    </a:lnTo>
                    <a:lnTo>
                      <a:pt x="112" y="88"/>
                    </a:lnTo>
                    <a:lnTo>
                      <a:pt x="110" y="92"/>
                    </a:lnTo>
                    <a:lnTo>
                      <a:pt x="106" y="96"/>
                    </a:lnTo>
                    <a:lnTo>
                      <a:pt x="96" y="118"/>
                    </a:lnTo>
                    <a:lnTo>
                      <a:pt x="94" y="118"/>
                    </a:lnTo>
                    <a:lnTo>
                      <a:pt x="92" y="118"/>
                    </a:lnTo>
                    <a:lnTo>
                      <a:pt x="86" y="118"/>
                    </a:lnTo>
                    <a:lnTo>
                      <a:pt x="78" y="118"/>
                    </a:lnTo>
                    <a:lnTo>
                      <a:pt x="68" y="116"/>
                    </a:lnTo>
                    <a:lnTo>
                      <a:pt x="68" y="116"/>
                    </a:lnTo>
                    <a:lnTo>
                      <a:pt x="64" y="116"/>
                    </a:lnTo>
                    <a:lnTo>
                      <a:pt x="60" y="118"/>
                    </a:lnTo>
                    <a:lnTo>
                      <a:pt x="56" y="118"/>
                    </a:lnTo>
                    <a:lnTo>
                      <a:pt x="52" y="120"/>
                    </a:lnTo>
                    <a:lnTo>
                      <a:pt x="50" y="122"/>
                    </a:lnTo>
                    <a:lnTo>
                      <a:pt x="50" y="122"/>
                    </a:lnTo>
                    <a:lnTo>
                      <a:pt x="48" y="120"/>
                    </a:lnTo>
                    <a:lnTo>
                      <a:pt x="44" y="120"/>
                    </a:lnTo>
                    <a:lnTo>
                      <a:pt x="40" y="120"/>
                    </a:lnTo>
                    <a:lnTo>
                      <a:pt x="38" y="120"/>
                    </a:lnTo>
                    <a:lnTo>
                      <a:pt x="34" y="122"/>
                    </a:lnTo>
                    <a:lnTo>
                      <a:pt x="32" y="124"/>
                    </a:lnTo>
                    <a:lnTo>
                      <a:pt x="30" y="128"/>
                    </a:lnTo>
                    <a:lnTo>
                      <a:pt x="30" y="132"/>
                    </a:lnTo>
                    <a:lnTo>
                      <a:pt x="28" y="132"/>
                    </a:lnTo>
                    <a:lnTo>
                      <a:pt x="26" y="132"/>
                    </a:lnTo>
                    <a:lnTo>
                      <a:pt x="24" y="130"/>
                    </a:lnTo>
                    <a:lnTo>
                      <a:pt x="20" y="128"/>
                    </a:lnTo>
                    <a:lnTo>
                      <a:pt x="18" y="126"/>
                    </a:lnTo>
                    <a:lnTo>
                      <a:pt x="18" y="122"/>
                    </a:lnTo>
                    <a:lnTo>
                      <a:pt x="16" y="122"/>
                    </a:lnTo>
                    <a:lnTo>
                      <a:pt x="16" y="120"/>
                    </a:lnTo>
                    <a:lnTo>
                      <a:pt x="16" y="118"/>
                    </a:lnTo>
                    <a:lnTo>
                      <a:pt x="16" y="118"/>
                    </a:lnTo>
                    <a:lnTo>
                      <a:pt x="16" y="118"/>
                    </a:lnTo>
                    <a:lnTo>
                      <a:pt x="16" y="118"/>
                    </a:lnTo>
                    <a:lnTo>
                      <a:pt x="16" y="116"/>
                    </a:lnTo>
                    <a:lnTo>
                      <a:pt x="16" y="114"/>
                    </a:lnTo>
                    <a:lnTo>
                      <a:pt x="18" y="108"/>
                    </a:lnTo>
                    <a:lnTo>
                      <a:pt x="20" y="104"/>
                    </a:lnTo>
                    <a:lnTo>
                      <a:pt x="22" y="102"/>
                    </a:lnTo>
                    <a:lnTo>
                      <a:pt x="24" y="102"/>
                    </a:lnTo>
                    <a:lnTo>
                      <a:pt x="26" y="102"/>
                    </a:lnTo>
                    <a:lnTo>
                      <a:pt x="30" y="98"/>
                    </a:lnTo>
                    <a:lnTo>
                      <a:pt x="24" y="92"/>
                    </a:lnTo>
                    <a:lnTo>
                      <a:pt x="28" y="88"/>
                    </a:lnTo>
                    <a:lnTo>
                      <a:pt x="30" y="80"/>
                    </a:lnTo>
                    <a:lnTo>
                      <a:pt x="30" y="70"/>
                    </a:lnTo>
                    <a:lnTo>
                      <a:pt x="26" y="60"/>
                    </a:lnTo>
                    <a:lnTo>
                      <a:pt x="30" y="50"/>
                    </a:lnTo>
                    <a:lnTo>
                      <a:pt x="32" y="42"/>
                    </a:lnTo>
                    <a:lnTo>
                      <a:pt x="32" y="42"/>
                    </a:lnTo>
                    <a:lnTo>
                      <a:pt x="36" y="40"/>
                    </a:lnTo>
                    <a:lnTo>
                      <a:pt x="38" y="38"/>
                    </a:lnTo>
                    <a:lnTo>
                      <a:pt x="38" y="36"/>
                    </a:lnTo>
                    <a:lnTo>
                      <a:pt x="38" y="34"/>
                    </a:lnTo>
                    <a:lnTo>
                      <a:pt x="38" y="34"/>
                    </a:lnTo>
                    <a:lnTo>
                      <a:pt x="36" y="32"/>
                    </a:lnTo>
                    <a:lnTo>
                      <a:pt x="28" y="28"/>
                    </a:lnTo>
                    <a:lnTo>
                      <a:pt x="28" y="28"/>
                    </a:lnTo>
                    <a:lnTo>
                      <a:pt x="26" y="28"/>
                    </a:lnTo>
                    <a:lnTo>
                      <a:pt x="26" y="28"/>
                    </a:lnTo>
                    <a:lnTo>
                      <a:pt x="24" y="28"/>
                    </a:lnTo>
                    <a:lnTo>
                      <a:pt x="24" y="28"/>
                    </a:lnTo>
                    <a:lnTo>
                      <a:pt x="26" y="28"/>
                    </a:lnTo>
                    <a:lnTo>
                      <a:pt x="10" y="30"/>
                    </a:lnTo>
                    <a:lnTo>
                      <a:pt x="4" y="28"/>
                    </a:lnTo>
                    <a:lnTo>
                      <a:pt x="4" y="24"/>
                    </a:lnTo>
                    <a:lnTo>
                      <a:pt x="4" y="22"/>
                    </a:lnTo>
                    <a:lnTo>
                      <a:pt x="4" y="20"/>
                    </a:lnTo>
                    <a:lnTo>
                      <a:pt x="2" y="16"/>
                    </a:lnTo>
                    <a:lnTo>
                      <a:pt x="0" y="14"/>
                    </a:lnTo>
                    <a:lnTo>
                      <a:pt x="2" y="14"/>
                    </a:lnTo>
                    <a:lnTo>
                      <a:pt x="2" y="12"/>
                    </a:lnTo>
                    <a:lnTo>
                      <a:pt x="2" y="10"/>
                    </a:lnTo>
                    <a:lnTo>
                      <a:pt x="4" y="10"/>
                    </a:lnTo>
                    <a:lnTo>
                      <a:pt x="8" y="10"/>
                    </a:lnTo>
                    <a:lnTo>
                      <a:pt x="18" y="0"/>
                    </a:lnTo>
                    <a:lnTo>
                      <a:pt x="20" y="0"/>
                    </a:lnTo>
                    <a:lnTo>
                      <a:pt x="22" y="0"/>
                    </a:lnTo>
                    <a:lnTo>
                      <a:pt x="24" y="0"/>
                    </a:lnTo>
                    <a:lnTo>
                      <a:pt x="26" y="2"/>
                    </a:lnTo>
                    <a:lnTo>
                      <a:pt x="54" y="6"/>
                    </a:lnTo>
                    <a:lnTo>
                      <a:pt x="58" y="6"/>
                    </a:lnTo>
                    <a:lnTo>
                      <a:pt x="72" y="6"/>
                    </a:lnTo>
                    <a:lnTo>
                      <a:pt x="84" y="8"/>
                    </a:lnTo>
                    <a:lnTo>
                      <a:pt x="98" y="4"/>
                    </a:lnTo>
                    <a:lnTo>
                      <a:pt x="98" y="6"/>
                    </a:lnTo>
                    <a:lnTo>
                      <a:pt x="100" y="6"/>
                    </a:lnTo>
                    <a:lnTo>
                      <a:pt x="102" y="8"/>
                    </a:lnTo>
                    <a:lnTo>
                      <a:pt x="102" y="10"/>
                    </a:lnTo>
                    <a:lnTo>
                      <a:pt x="102" y="12"/>
                    </a:lnTo>
                    <a:lnTo>
                      <a:pt x="104" y="12"/>
                    </a:lnTo>
                    <a:lnTo>
                      <a:pt x="106" y="14"/>
                    </a:lnTo>
                    <a:lnTo>
                      <a:pt x="108" y="16"/>
                    </a:lnTo>
                    <a:lnTo>
                      <a:pt x="112" y="18"/>
                    </a:lnTo>
                    <a:lnTo>
                      <a:pt x="114" y="18"/>
                    </a:lnTo>
                    <a:lnTo>
                      <a:pt x="114" y="18"/>
                    </a:lnTo>
                    <a:lnTo>
                      <a:pt x="116" y="20"/>
                    </a:lnTo>
                    <a:lnTo>
                      <a:pt x="120" y="22"/>
                    </a:lnTo>
                    <a:lnTo>
                      <a:pt x="122" y="24"/>
                    </a:lnTo>
                    <a:lnTo>
                      <a:pt x="126" y="28"/>
                    </a:lnTo>
                    <a:lnTo>
                      <a:pt x="126" y="26"/>
                    </a:lnTo>
                    <a:lnTo>
                      <a:pt x="134" y="36"/>
                    </a:lnTo>
                    <a:lnTo>
                      <a:pt x="134" y="36"/>
                    </a:lnTo>
                    <a:lnTo>
                      <a:pt x="152" y="42"/>
                    </a:lnTo>
                    <a:lnTo>
                      <a:pt x="158" y="44"/>
                    </a:lnTo>
                    <a:lnTo>
                      <a:pt x="154" y="46"/>
                    </a:lnTo>
                  </a:path>
                </a:pathLst>
              </a:custGeom>
              <a:solidFill>
                <a:srgbClr val="FF7C80"/>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1" name="Google Shape;491;p8"/>
              <p:cNvSpPr/>
              <p:nvPr/>
            </p:nvSpPr>
            <p:spPr>
              <a:xfrm>
                <a:off x="994" y="2174"/>
                <a:ext cx="156" cy="146"/>
              </a:xfrm>
              <a:custGeom>
                <a:avLst/>
                <a:gdLst/>
                <a:ahLst/>
                <a:cxnLst/>
                <a:rect l="l" t="t" r="r" b="b"/>
                <a:pathLst>
                  <a:path w="156" h="146" extrusionOk="0">
                    <a:moveTo>
                      <a:pt x="94" y="14"/>
                    </a:moveTo>
                    <a:lnTo>
                      <a:pt x="94" y="14"/>
                    </a:lnTo>
                    <a:lnTo>
                      <a:pt x="92" y="16"/>
                    </a:lnTo>
                    <a:lnTo>
                      <a:pt x="92" y="16"/>
                    </a:lnTo>
                    <a:lnTo>
                      <a:pt x="92" y="16"/>
                    </a:lnTo>
                    <a:lnTo>
                      <a:pt x="92" y="16"/>
                    </a:lnTo>
                    <a:lnTo>
                      <a:pt x="94" y="18"/>
                    </a:lnTo>
                    <a:lnTo>
                      <a:pt x="94" y="18"/>
                    </a:lnTo>
                    <a:lnTo>
                      <a:pt x="94" y="20"/>
                    </a:lnTo>
                    <a:lnTo>
                      <a:pt x="94" y="20"/>
                    </a:lnTo>
                    <a:lnTo>
                      <a:pt x="84" y="24"/>
                    </a:lnTo>
                    <a:lnTo>
                      <a:pt x="76" y="28"/>
                    </a:lnTo>
                    <a:lnTo>
                      <a:pt x="76" y="28"/>
                    </a:lnTo>
                    <a:lnTo>
                      <a:pt x="78" y="32"/>
                    </a:lnTo>
                    <a:lnTo>
                      <a:pt x="82" y="34"/>
                    </a:lnTo>
                    <a:lnTo>
                      <a:pt x="84" y="38"/>
                    </a:lnTo>
                    <a:lnTo>
                      <a:pt x="88" y="42"/>
                    </a:lnTo>
                    <a:lnTo>
                      <a:pt x="94" y="46"/>
                    </a:lnTo>
                    <a:lnTo>
                      <a:pt x="98" y="50"/>
                    </a:lnTo>
                    <a:lnTo>
                      <a:pt x="104" y="52"/>
                    </a:lnTo>
                    <a:lnTo>
                      <a:pt x="104" y="52"/>
                    </a:lnTo>
                    <a:lnTo>
                      <a:pt x="102" y="56"/>
                    </a:lnTo>
                    <a:lnTo>
                      <a:pt x="104" y="58"/>
                    </a:lnTo>
                    <a:lnTo>
                      <a:pt x="104" y="62"/>
                    </a:lnTo>
                    <a:lnTo>
                      <a:pt x="108" y="64"/>
                    </a:lnTo>
                    <a:lnTo>
                      <a:pt x="138" y="90"/>
                    </a:lnTo>
                    <a:lnTo>
                      <a:pt x="148" y="102"/>
                    </a:lnTo>
                    <a:lnTo>
                      <a:pt x="156" y="120"/>
                    </a:lnTo>
                    <a:lnTo>
                      <a:pt x="152" y="126"/>
                    </a:lnTo>
                    <a:lnTo>
                      <a:pt x="144" y="118"/>
                    </a:lnTo>
                    <a:lnTo>
                      <a:pt x="138" y="118"/>
                    </a:lnTo>
                    <a:lnTo>
                      <a:pt x="134" y="122"/>
                    </a:lnTo>
                    <a:lnTo>
                      <a:pt x="138" y="132"/>
                    </a:lnTo>
                    <a:lnTo>
                      <a:pt x="130" y="134"/>
                    </a:lnTo>
                    <a:lnTo>
                      <a:pt x="130" y="142"/>
                    </a:lnTo>
                    <a:lnTo>
                      <a:pt x="124" y="146"/>
                    </a:lnTo>
                    <a:lnTo>
                      <a:pt x="118" y="142"/>
                    </a:lnTo>
                    <a:lnTo>
                      <a:pt x="120" y="134"/>
                    </a:lnTo>
                    <a:lnTo>
                      <a:pt x="120" y="134"/>
                    </a:lnTo>
                    <a:lnTo>
                      <a:pt x="118" y="132"/>
                    </a:lnTo>
                    <a:lnTo>
                      <a:pt x="118" y="132"/>
                    </a:lnTo>
                    <a:lnTo>
                      <a:pt x="116" y="130"/>
                    </a:lnTo>
                    <a:lnTo>
                      <a:pt x="116" y="128"/>
                    </a:lnTo>
                    <a:lnTo>
                      <a:pt x="118" y="128"/>
                    </a:lnTo>
                    <a:lnTo>
                      <a:pt x="122" y="128"/>
                    </a:lnTo>
                    <a:lnTo>
                      <a:pt x="122" y="112"/>
                    </a:lnTo>
                    <a:lnTo>
                      <a:pt x="114" y="110"/>
                    </a:lnTo>
                    <a:lnTo>
                      <a:pt x="110" y="106"/>
                    </a:lnTo>
                    <a:lnTo>
                      <a:pt x="88" y="92"/>
                    </a:lnTo>
                    <a:lnTo>
                      <a:pt x="80" y="84"/>
                    </a:lnTo>
                    <a:lnTo>
                      <a:pt x="74" y="74"/>
                    </a:lnTo>
                    <a:lnTo>
                      <a:pt x="50" y="54"/>
                    </a:lnTo>
                    <a:lnTo>
                      <a:pt x="50" y="52"/>
                    </a:lnTo>
                    <a:lnTo>
                      <a:pt x="50" y="50"/>
                    </a:lnTo>
                    <a:lnTo>
                      <a:pt x="50" y="48"/>
                    </a:lnTo>
                    <a:lnTo>
                      <a:pt x="48" y="44"/>
                    </a:lnTo>
                    <a:lnTo>
                      <a:pt x="46" y="42"/>
                    </a:lnTo>
                    <a:lnTo>
                      <a:pt x="44" y="40"/>
                    </a:lnTo>
                    <a:lnTo>
                      <a:pt x="38" y="38"/>
                    </a:lnTo>
                    <a:lnTo>
                      <a:pt x="18" y="48"/>
                    </a:lnTo>
                    <a:lnTo>
                      <a:pt x="12" y="48"/>
                    </a:lnTo>
                    <a:lnTo>
                      <a:pt x="12" y="48"/>
                    </a:lnTo>
                    <a:lnTo>
                      <a:pt x="12" y="42"/>
                    </a:lnTo>
                    <a:lnTo>
                      <a:pt x="4" y="34"/>
                    </a:lnTo>
                    <a:lnTo>
                      <a:pt x="4" y="34"/>
                    </a:lnTo>
                    <a:lnTo>
                      <a:pt x="2" y="32"/>
                    </a:lnTo>
                    <a:lnTo>
                      <a:pt x="0" y="28"/>
                    </a:lnTo>
                    <a:lnTo>
                      <a:pt x="0" y="22"/>
                    </a:lnTo>
                    <a:lnTo>
                      <a:pt x="10" y="22"/>
                    </a:lnTo>
                    <a:lnTo>
                      <a:pt x="12" y="22"/>
                    </a:lnTo>
                    <a:lnTo>
                      <a:pt x="14" y="24"/>
                    </a:lnTo>
                    <a:lnTo>
                      <a:pt x="16" y="24"/>
                    </a:lnTo>
                    <a:lnTo>
                      <a:pt x="28" y="16"/>
                    </a:lnTo>
                    <a:lnTo>
                      <a:pt x="24" y="12"/>
                    </a:lnTo>
                    <a:lnTo>
                      <a:pt x="30" y="10"/>
                    </a:lnTo>
                    <a:lnTo>
                      <a:pt x="30" y="10"/>
                    </a:lnTo>
                    <a:lnTo>
                      <a:pt x="30" y="12"/>
                    </a:lnTo>
                    <a:lnTo>
                      <a:pt x="30" y="14"/>
                    </a:lnTo>
                    <a:lnTo>
                      <a:pt x="30" y="14"/>
                    </a:lnTo>
                    <a:lnTo>
                      <a:pt x="32" y="16"/>
                    </a:lnTo>
                    <a:lnTo>
                      <a:pt x="34" y="14"/>
                    </a:lnTo>
                    <a:lnTo>
                      <a:pt x="36" y="14"/>
                    </a:lnTo>
                    <a:lnTo>
                      <a:pt x="40" y="12"/>
                    </a:lnTo>
                    <a:lnTo>
                      <a:pt x="40" y="12"/>
                    </a:lnTo>
                    <a:lnTo>
                      <a:pt x="40" y="10"/>
                    </a:lnTo>
                    <a:lnTo>
                      <a:pt x="42" y="10"/>
                    </a:lnTo>
                    <a:lnTo>
                      <a:pt x="46" y="6"/>
                    </a:lnTo>
                    <a:lnTo>
                      <a:pt x="44" y="8"/>
                    </a:lnTo>
                    <a:lnTo>
                      <a:pt x="44" y="8"/>
                    </a:lnTo>
                    <a:lnTo>
                      <a:pt x="44" y="10"/>
                    </a:lnTo>
                    <a:lnTo>
                      <a:pt x="46" y="12"/>
                    </a:lnTo>
                    <a:lnTo>
                      <a:pt x="46" y="12"/>
                    </a:lnTo>
                    <a:lnTo>
                      <a:pt x="48" y="12"/>
                    </a:lnTo>
                    <a:lnTo>
                      <a:pt x="48" y="10"/>
                    </a:lnTo>
                    <a:lnTo>
                      <a:pt x="48" y="8"/>
                    </a:lnTo>
                    <a:lnTo>
                      <a:pt x="48" y="8"/>
                    </a:lnTo>
                    <a:lnTo>
                      <a:pt x="48" y="6"/>
                    </a:lnTo>
                    <a:lnTo>
                      <a:pt x="46" y="4"/>
                    </a:lnTo>
                    <a:lnTo>
                      <a:pt x="46" y="4"/>
                    </a:lnTo>
                    <a:lnTo>
                      <a:pt x="48" y="4"/>
                    </a:lnTo>
                    <a:lnTo>
                      <a:pt x="50" y="4"/>
                    </a:lnTo>
                    <a:lnTo>
                      <a:pt x="50" y="2"/>
                    </a:lnTo>
                    <a:lnTo>
                      <a:pt x="52" y="2"/>
                    </a:lnTo>
                    <a:lnTo>
                      <a:pt x="54" y="0"/>
                    </a:lnTo>
                    <a:lnTo>
                      <a:pt x="54" y="0"/>
                    </a:lnTo>
                    <a:lnTo>
                      <a:pt x="58" y="0"/>
                    </a:lnTo>
                    <a:lnTo>
                      <a:pt x="62" y="0"/>
                    </a:lnTo>
                    <a:lnTo>
                      <a:pt x="62" y="0"/>
                    </a:lnTo>
                    <a:lnTo>
                      <a:pt x="64" y="0"/>
                    </a:lnTo>
                    <a:lnTo>
                      <a:pt x="66" y="0"/>
                    </a:lnTo>
                    <a:lnTo>
                      <a:pt x="70" y="0"/>
                    </a:lnTo>
                    <a:lnTo>
                      <a:pt x="72" y="0"/>
                    </a:lnTo>
                    <a:lnTo>
                      <a:pt x="74" y="4"/>
                    </a:lnTo>
                    <a:lnTo>
                      <a:pt x="74" y="4"/>
                    </a:lnTo>
                    <a:lnTo>
                      <a:pt x="76" y="6"/>
                    </a:lnTo>
                    <a:lnTo>
                      <a:pt x="80" y="8"/>
                    </a:lnTo>
                    <a:lnTo>
                      <a:pt x="84" y="10"/>
                    </a:lnTo>
                    <a:lnTo>
                      <a:pt x="88" y="12"/>
                    </a:lnTo>
                    <a:lnTo>
                      <a:pt x="92" y="12"/>
                    </a:lnTo>
                    <a:lnTo>
                      <a:pt x="94" y="14"/>
                    </a:lnTo>
                  </a:path>
                </a:pathLst>
              </a:custGeom>
              <a:solidFill>
                <a:srgbClr val="7F7F7F"/>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2" name="Google Shape;492;p8"/>
              <p:cNvSpPr/>
              <p:nvPr/>
            </p:nvSpPr>
            <p:spPr>
              <a:xfrm>
                <a:off x="1068" y="2310"/>
                <a:ext cx="42" cy="24"/>
              </a:xfrm>
              <a:custGeom>
                <a:avLst/>
                <a:gdLst/>
                <a:ahLst/>
                <a:cxnLst/>
                <a:rect l="l" t="t" r="r" b="b"/>
                <a:pathLst>
                  <a:path w="42" h="24" extrusionOk="0">
                    <a:moveTo>
                      <a:pt x="6" y="4"/>
                    </a:moveTo>
                    <a:lnTo>
                      <a:pt x="0" y="6"/>
                    </a:lnTo>
                    <a:lnTo>
                      <a:pt x="0" y="6"/>
                    </a:lnTo>
                    <a:lnTo>
                      <a:pt x="0" y="6"/>
                    </a:lnTo>
                    <a:lnTo>
                      <a:pt x="0" y="8"/>
                    </a:lnTo>
                    <a:lnTo>
                      <a:pt x="2" y="10"/>
                    </a:lnTo>
                    <a:lnTo>
                      <a:pt x="22" y="16"/>
                    </a:lnTo>
                    <a:lnTo>
                      <a:pt x="22" y="16"/>
                    </a:lnTo>
                    <a:lnTo>
                      <a:pt x="24" y="20"/>
                    </a:lnTo>
                    <a:lnTo>
                      <a:pt x="26" y="22"/>
                    </a:lnTo>
                    <a:lnTo>
                      <a:pt x="28" y="24"/>
                    </a:lnTo>
                    <a:lnTo>
                      <a:pt x="30" y="22"/>
                    </a:lnTo>
                    <a:lnTo>
                      <a:pt x="34" y="20"/>
                    </a:lnTo>
                    <a:lnTo>
                      <a:pt x="38" y="18"/>
                    </a:lnTo>
                    <a:lnTo>
                      <a:pt x="38" y="18"/>
                    </a:lnTo>
                    <a:lnTo>
                      <a:pt x="38" y="16"/>
                    </a:lnTo>
                    <a:lnTo>
                      <a:pt x="38" y="14"/>
                    </a:lnTo>
                    <a:lnTo>
                      <a:pt x="38" y="12"/>
                    </a:lnTo>
                    <a:lnTo>
                      <a:pt x="36" y="12"/>
                    </a:lnTo>
                    <a:lnTo>
                      <a:pt x="40" y="4"/>
                    </a:lnTo>
                    <a:lnTo>
                      <a:pt x="40" y="4"/>
                    </a:lnTo>
                    <a:lnTo>
                      <a:pt x="42" y="2"/>
                    </a:lnTo>
                    <a:lnTo>
                      <a:pt x="42" y="2"/>
                    </a:lnTo>
                    <a:lnTo>
                      <a:pt x="40" y="0"/>
                    </a:lnTo>
                    <a:lnTo>
                      <a:pt x="38" y="0"/>
                    </a:lnTo>
                    <a:lnTo>
                      <a:pt x="36" y="0"/>
                    </a:lnTo>
                    <a:lnTo>
                      <a:pt x="34" y="2"/>
                    </a:lnTo>
                    <a:lnTo>
                      <a:pt x="32" y="2"/>
                    </a:lnTo>
                    <a:lnTo>
                      <a:pt x="28" y="4"/>
                    </a:lnTo>
                    <a:lnTo>
                      <a:pt x="26" y="4"/>
                    </a:lnTo>
                    <a:lnTo>
                      <a:pt x="22" y="4"/>
                    </a:lnTo>
                    <a:lnTo>
                      <a:pt x="18" y="4"/>
                    </a:lnTo>
                    <a:lnTo>
                      <a:pt x="12" y="4"/>
                    </a:lnTo>
                    <a:lnTo>
                      <a:pt x="8" y="4"/>
                    </a:lnTo>
                    <a:lnTo>
                      <a:pt x="6"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3" name="Google Shape;493;p8"/>
              <p:cNvSpPr/>
              <p:nvPr/>
            </p:nvSpPr>
            <p:spPr>
              <a:xfrm>
                <a:off x="1018" y="2258"/>
                <a:ext cx="20" cy="42"/>
              </a:xfrm>
              <a:custGeom>
                <a:avLst/>
                <a:gdLst/>
                <a:ahLst/>
                <a:cxnLst/>
                <a:rect l="l" t="t" r="r" b="b"/>
                <a:pathLst>
                  <a:path w="20" h="42" extrusionOk="0">
                    <a:moveTo>
                      <a:pt x="14" y="0"/>
                    </a:moveTo>
                    <a:lnTo>
                      <a:pt x="14" y="2"/>
                    </a:lnTo>
                    <a:lnTo>
                      <a:pt x="12" y="2"/>
                    </a:lnTo>
                    <a:lnTo>
                      <a:pt x="10" y="4"/>
                    </a:lnTo>
                    <a:lnTo>
                      <a:pt x="8" y="6"/>
                    </a:lnTo>
                    <a:lnTo>
                      <a:pt x="4" y="6"/>
                    </a:lnTo>
                    <a:lnTo>
                      <a:pt x="2" y="6"/>
                    </a:lnTo>
                    <a:lnTo>
                      <a:pt x="2" y="4"/>
                    </a:lnTo>
                    <a:lnTo>
                      <a:pt x="0" y="4"/>
                    </a:lnTo>
                    <a:lnTo>
                      <a:pt x="0" y="4"/>
                    </a:lnTo>
                    <a:lnTo>
                      <a:pt x="2" y="8"/>
                    </a:lnTo>
                    <a:lnTo>
                      <a:pt x="2" y="12"/>
                    </a:lnTo>
                    <a:lnTo>
                      <a:pt x="2" y="16"/>
                    </a:lnTo>
                    <a:lnTo>
                      <a:pt x="0" y="20"/>
                    </a:lnTo>
                    <a:lnTo>
                      <a:pt x="0" y="38"/>
                    </a:lnTo>
                    <a:lnTo>
                      <a:pt x="0" y="38"/>
                    </a:lnTo>
                    <a:lnTo>
                      <a:pt x="4" y="40"/>
                    </a:lnTo>
                    <a:lnTo>
                      <a:pt x="8" y="40"/>
                    </a:lnTo>
                    <a:lnTo>
                      <a:pt x="12" y="42"/>
                    </a:lnTo>
                    <a:lnTo>
                      <a:pt x="12" y="38"/>
                    </a:lnTo>
                    <a:lnTo>
                      <a:pt x="12" y="36"/>
                    </a:lnTo>
                    <a:lnTo>
                      <a:pt x="14" y="36"/>
                    </a:lnTo>
                    <a:lnTo>
                      <a:pt x="16" y="34"/>
                    </a:lnTo>
                    <a:lnTo>
                      <a:pt x="18" y="34"/>
                    </a:lnTo>
                    <a:lnTo>
                      <a:pt x="18" y="20"/>
                    </a:lnTo>
                    <a:lnTo>
                      <a:pt x="18" y="18"/>
                    </a:lnTo>
                    <a:lnTo>
                      <a:pt x="20" y="16"/>
                    </a:lnTo>
                    <a:lnTo>
                      <a:pt x="20" y="16"/>
                    </a:lnTo>
                    <a:lnTo>
                      <a:pt x="20" y="14"/>
                    </a:lnTo>
                    <a:lnTo>
                      <a:pt x="20" y="10"/>
                    </a:lnTo>
                    <a:lnTo>
                      <a:pt x="20" y="6"/>
                    </a:lnTo>
                    <a:lnTo>
                      <a:pt x="18" y="4"/>
                    </a:lnTo>
                    <a:lnTo>
                      <a:pt x="1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4" name="Google Shape;494;p8"/>
              <p:cNvSpPr/>
              <p:nvPr/>
            </p:nvSpPr>
            <p:spPr>
              <a:xfrm>
                <a:off x="1022" y="2226"/>
                <a:ext cx="18" cy="28"/>
              </a:xfrm>
              <a:custGeom>
                <a:avLst/>
                <a:gdLst/>
                <a:ahLst/>
                <a:cxnLst/>
                <a:rect l="l" t="t" r="r" b="b"/>
                <a:pathLst>
                  <a:path w="18" h="28" extrusionOk="0">
                    <a:moveTo>
                      <a:pt x="8" y="4"/>
                    </a:moveTo>
                    <a:lnTo>
                      <a:pt x="6" y="4"/>
                    </a:lnTo>
                    <a:lnTo>
                      <a:pt x="6" y="4"/>
                    </a:lnTo>
                    <a:lnTo>
                      <a:pt x="4" y="4"/>
                    </a:lnTo>
                    <a:lnTo>
                      <a:pt x="2" y="6"/>
                    </a:lnTo>
                    <a:lnTo>
                      <a:pt x="0" y="8"/>
                    </a:lnTo>
                    <a:lnTo>
                      <a:pt x="2" y="10"/>
                    </a:lnTo>
                    <a:lnTo>
                      <a:pt x="2" y="12"/>
                    </a:lnTo>
                    <a:lnTo>
                      <a:pt x="2" y="16"/>
                    </a:lnTo>
                    <a:lnTo>
                      <a:pt x="4" y="20"/>
                    </a:lnTo>
                    <a:lnTo>
                      <a:pt x="6" y="22"/>
                    </a:lnTo>
                    <a:lnTo>
                      <a:pt x="12" y="28"/>
                    </a:lnTo>
                    <a:lnTo>
                      <a:pt x="12" y="28"/>
                    </a:lnTo>
                    <a:lnTo>
                      <a:pt x="14" y="24"/>
                    </a:lnTo>
                    <a:lnTo>
                      <a:pt x="14" y="22"/>
                    </a:lnTo>
                    <a:lnTo>
                      <a:pt x="16" y="18"/>
                    </a:lnTo>
                    <a:lnTo>
                      <a:pt x="18" y="18"/>
                    </a:lnTo>
                    <a:lnTo>
                      <a:pt x="18" y="16"/>
                    </a:lnTo>
                    <a:lnTo>
                      <a:pt x="18" y="14"/>
                    </a:lnTo>
                    <a:lnTo>
                      <a:pt x="16" y="10"/>
                    </a:lnTo>
                    <a:lnTo>
                      <a:pt x="16" y="6"/>
                    </a:lnTo>
                    <a:lnTo>
                      <a:pt x="14" y="4"/>
                    </a:lnTo>
                    <a:lnTo>
                      <a:pt x="10" y="0"/>
                    </a:lnTo>
                    <a:lnTo>
                      <a:pt x="8"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5" name="Google Shape;495;p8"/>
              <p:cNvSpPr/>
              <p:nvPr/>
            </p:nvSpPr>
            <p:spPr>
              <a:xfrm>
                <a:off x="1032" y="2118"/>
                <a:ext cx="102" cy="60"/>
              </a:xfrm>
              <a:custGeom>
                <a:avLst/>
                <a:gdLst/>
                <a:ahLst/>
                <a:cxnLst/>
                <a:rect l="l" t="t" r="r" b="b"/>
                <a:pathLst>
                  <a:path w="102" h="60" extrusionOk="0">
                    <a:moveTo>
                      <a:pt x="36" y="60"/>
                    </a:moveTo>
                    <a:lnTo>
                      <a:pt x="34" y="58"/>
                    </a:lnTo>
                    <a:lnTo>
                      <a:pt x="34" y="56"/>
                    </a:lnTo>
                    <a:lnTo>
                      <a:pt x="32" y="56"/>
                    </a:lnTo>
                    <a:lnTo>
                      <a:pt x="32" y="56"/>
                    </a:lnTo>
                    <a:lnTo>
                      <a:pt x="28" y="56"/>
                    </a:lnTo>
                    <a:lnTo>
                      <a:pt x="24" y="56"/>
                    </a:lnTo>
                    <a:lnTo>
                      <a:pt x="20" y="56"/>
                    </a:lnTo>
                    <a:lnTo>
                      <a:pt x="16" y="56"/>
                    </a:lnTo>
                    <a:lnTo>
                      <a:pt x="16" y="56"/>
                    </a:lnTo>
                    <a:lnTo>
                      <a:pt x="14" y="58"/>
                    </a:lnTo>
                    <a:lnTo>
                      <a:pt x="12" y="58"/>
                    </a:lnTo>
                    <a:lnTo>
                      <a:pt x="12" y="60"/>
                    </a:lnTo>
                    <a:lnTo>
                      <a:pt x="10" y="60"/>
                    </a:lnTo>
                    <a:lnTo>
                      <a:pt x="10" y="58"/>
                    </a:lnTo>
                    <a:lnTo>
                      <a:pt x="10" y="56"/>
                    </a:lnTo>
                    <a:lnTo>
                      <a:pt x="8" y="56"/>
                    </a:lnTo>
                    <a:lnTo>
                      <a:pt x="8" y="56"/>
                    </a:lnTo>
                    <a:lnTo>
                      <a:pt x="6" y="56"/>
                    </a:lnTo>
                    <a:lnTo>
                      <a:pt x="8" y="52"/>
                    </a:lnTo>
                    <a:lnTo>
                      <a:pt x="0" y="38"/>
                    </a:lnTo>
                    <a:lnTo>
                      <a:pt x="8" y="38"/>
                    </a:lnTo>
                    <a:lnTo>
                      <a:pt x="20" y="30"/>
                    </a:lnTo>
                    <a:lnTo>
                      <a:pt x="28" y="34"/>
                    </a:lnTo>
                    <a:lnTo>
                      <a:pt x="30" y="30"/>
                    </a:lnTo>
                    <a:lnTo>
                      <a:pt x="28" y="26"/>
                    </a:lnTo>
                    <a:lnTo>
                      <a:pt x="28" y="16"/>
                    </a:lnTo>
                    <a:lnTo>
                      <a:pt x="38" y="12"/>
                    </a:lnTo>
                    <a:lnTo>
                      <a:pt x="44" y="8"/>
                    </a:lnTo>
                    <a:lnTo>
                      <a:pt x="50" y="4"/>
                    </a:lnTo>
                    <a:lnTo>
                      <a:pt x="52" y="2"/>
                    </a:lnTo>
                    <a:lnTo>
                      <a:pt x="52" y="0"/>
                    </a:lnTo>
                    <a:lnTo>
                      <a:pt x="54" y="0"/>
                    </a:lnTo>
                    <a:lnTo>
                      <a:pt x="54" y="0"/>
                    </a:lnTo>
                    <a:lnTo>
                      <a:pt x="56" y="0"/>
                    </a:lnTo>
                    <a:lnTo>
                      <a:pt x="58" y="4"/>
                    </a:lnTo>
                    <a:lnTo>
                      <a:pt x="58" y="4"/>
                    </a:lnTo>
                    <a:lnTo>
                      <a:pt x="60" y="4"/>
                    </a:lnTo>
                    <a:lnTo>
                      <a:pt x="64" y="4"/>
                    </a:lnTo>
                    <a:lnTo>
                      <a:pt x="68" y="4"/>
                    </a:lnTo>
                    <a:lnTo>
                      <a:pt x="70" y="4"/>
                    </a:lnTo>
                    <a:lnTo>
                      <a:pt x="72" y="0"/>
                    </a:lnTo>
                    <a:lnTo>
                      <a:pt x="80" y="0"/>
                    </a:lnTo>
                    <a:lnTo>
                      <a:pt x="80" y="2"/>
                    </a:lnTo>
                    <a:lnTo>
                      <a:pt x="80" y="2"/>
                    </a:lnTo>
                    <a:lnTo>
                      <a:pt x="80" y="4"/>
                    </a:lnTo>
                    <a:lnTo>
                      <a:pt x="82" y="6"/>
                    </a:lnTo>
                    <a:lnTo>
                      <a:pt x="86" y="8"/>
                    </a:lnTo>
                    <a:lnTo>
                      <a:pt x="88" y="8"/>
                    </a:lnTo>
                    <a:lnTo>
                      <a:pt x="92" y="8"/>
                    </a:lnTo>
                    <a:lnTo>
                      <a:pt x="96" y="8"/>
                    </a:lnTo>
                    <a:lnTo>
                      <a:pt x="96" y="8"/>
                    </a:lnTo>
                    <a:lnTo>
                      <a:pt x="102" y="16"/>
                    </a:lnTo>
                    <a:lnTo>
                      <a:pt x="102" y="18"/>
                    </a:lnTo>
                    <a:lnTo>
                      <a:pt x="100" y="18"/>
                    </a:lnTo>
                    <a:lnTo>
                      <a:pt x="98" y="20"/>
                    </a:lnTo>
                    <a:lnTo>
                      <a:pt x="96" y="24"/>
                    </a:lnTo>
                    <a:lnTo>
                      <a:pt x="96" y="28"/>
                    </a:lnTo>
                    <a:lnTo>
                      <a:pt x="96" y="32"/>
                    </a:lnTo>
                    <a:lnTo>
                      <a:pt x="96" y="34"/>
                    </a:lnTo>
                    <a:lnTo>
                      <a:pt x="94" y="36"/>
                    </a:lnTo>
                    <a:lnTo>
                      <a:pt x="92" y="38"/>
                    </a:lnTo>
                    <a:lnTo>
                      <a:pt x="90" y="40"/>
                    </a:lnTo>
                    <a:lnTo>
                      <a:pt x="92" y="44"/>
                    </a:lnTo>
                    <a:lnTo>
                      <a:pt x="68" y="46"/>
                    </a:lnTo>
                    <a:lnTo>
                      <a:pt x="44" y="56"/>
                    </a:lnTo>
                    <a:lnTo>
                      <a:pt x="40" y="58"/>
                    </a:lnTo>
                    <a:lnTo>
                      <a:pt x="36" y="6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6" name="Google Shape;496;p8"/>
              <p:cNvSpPr/>
              <p:nvPr/>
            </p:nvSpPr>
            <p:spPr>
              <a:xfrm>
                <a:off x="988" y="2156"/>
                <a:ext cx="54" cy="42"/>
              </a:xfrm>
              <a:custGeom>
                <a:avLst/>
                <a:gdLst/>
                <a:ahLst/>
                <a:cxnLst/>
                <a:rect l="l" t="t" r="r" b="b"/>
                <a:pathLst>
                  <a:path w="54" h="42" extrusionOk="0">
                    <a:moveTo>
                      <a:pt x="30" y="6"/>
                    </a:moveTo>
                    <a:lnTo>
                      <a:pt x="20" y="8"/>
                    </a:lnTo>
                    <a:lnTo>
                      <a:pt x="8" y="16"/>
                    </a:lnTo>
                    <a:lnTo>
                      <a:pt x="0" y="30"/>
                    </a:lnTo>
                    <a:lnTo>
                      <a:pt x="2" y="30"/>
                    </a:lnTo>
                    <a:lnTo>
                      <a:pt x="2" y="28"/>
                    </a:lnTo>
                    <a:lnTo>
                      <a:pt x="4" y="28"/>
                    </a:lnTo>
                    <a:lnTo>
                      <a:pt x="6" y="28"/>
                    </a:lnTo>
                    <a:lnTo>
                      <a:pt x="6" y="28"/>
                    </a:lnTo>
                    <a:lnTo>
                      <a:pt x="8" y="30"/>
                    </a:lnTo>
                    <a:lnTo>
                      <a:pt x="8" y="34"/>
                    </a:lnTo>
                    <a:lnTo>
                      <a:pt x="6" y="40"/>
                    </a:lnTo>
                    <a:lnTo>
                      <a:pt x="8" y="40"/>
                    </a:lnTo>
                    <a:lnTo>
                      <a:pt x="12" y="40"/>
                    </a:lnTo>
                    <a:lnTo>
                      <a:pt x="16" y="40"/>
                    </a:lnTo>
                    <a:lnTo>
                      <a:pt x="20" y="42"/>
                    </a:lnTo>
                    <a:lnTo>
                      <a:pt x="22" y="42"/>
                    </a:lnTo>
                    <a:lnTo>
                      <a:pt x="34" y="34"/>
                    </a:lnTo>
                    <a:lnTo>
                      <a:pt x="30" y="30"/>
                    </a:lnTo>
                    <a:lnTo>
                      <a:pt x="36" y="28"/>
                    </a:lnTo>
                    <a:lnTo>
                      <a:pt x="36" y="28"/>
                    </a:lnTo>
                    <a:lnTo>
                      <a:pt x="36" y="30"/>
                    </a:lnTo>
                    <a:lnTo>
                      <a:pt x="36" y="32"/>
                    </a:lnTo>
                    <a:lnTo>
                      <a:pt x="36" y="32"/>
                    </a:lnTo>
                    <a:lnTo>
                      <a:pt x="38" y="34"/>
                    </a:lnTo>
                    <a:lnTo>
                      <a:pt x="40" y="32"/>
                    </a:lnTo>
                    <a:lnTo>
                      <a:pt x="42" y="32"/>
                    </a:lnTo>
                    <a:lnTo>
                      <a:pt x="44" y="32"/>
                    </a:lnTo>
                    <a:lnTo>
                      <a:pt x="46" y="30"/>
                    </a:lnTo>
                    <a:lnTo>
                      <a:pt x="48" y="28"/>
                    </a:lnTo>
                    <a:lnTo>
                      <a:pt x="52" y="24"/>
                    </a:lnTo>
                    <a:lnTo>
                      <a:pt x="50" y="26"/>
                    </a:lnTo>
                    <a:lnTo>
                      <a:pt x="50" y="26"/>
                    </a:lnTo>
                    <a:lnTo>
                      <a:pt x="50" y="28"/>
                    </a:lnTo>
                    <a:lnTo>
                      <a:pt x="52" y="30"/>
                    </a:lnTo>
                    <a:lnTo>
                      <a:pt x="52" y="30"/>
                    </a:lnTo>
                    <a:lnTo>
                      <a:pt x="54" y="30"/>
                    </a:lnTo>
                    <a:lnTo>
                      <a:pt x="54" y="26"/>
                    </a:lnTo>
                    <a:lnTo>
                      <a:pt x="54" y="26"/>
                    </a:lnTo>
                    <a:lnTo>
                      <a:pt x="54" y="24"/>
                    </a:lnTo>
                    <a:lnTo>
                      <a:pt x="52" y="24"/>
                    </a:lnTo>
                    <a:lnTo>
                      <a:pt x="54" y="22"/>
                    </a:lnTo>
                    <a:lnTo>
                      <a:pt x="54" y="22"/>
                    </a:lnTo>
                    <a:lnTo>
                      <a:pt x="54" y="20"/>
                    </a:lnTo>
                    <a:lnTo>
                      <a:pt x="54" y="20"/>
                    </a:lnTo>
                    <a:lnTo>
                      <a:pt x="54" y="18"/>
                    </a:lnTo>
                    <a:lnTo>
                      <a:pt x="52" y="18"/>
                    </a:lnTo>
                    <a:lnTo>
                      <a:pt x="50" y="18"/>
                    </a:lnTo>
                    <a:lnTo>
                      <a:pt x="50" y="18"/>
                    </a:lnTo>
                    <a:lnTo>
                      <a:pt x="50" y="18"/>
                    </a:lnTo>
                    <a:lnTo>
                      <a:pt x="50" y="18"/>
                    </a:lnTo>
                    <a:lnTo>
                      <a:pt x="52" y="14"/>
                    </a:lnTo>
                    <a:lnTo>
                      <a:pt x="44" y="0"/>
                    </a:lnTo>
                    <a:lnTo>
                      <a:pt x="38" y="4"/>
                    </a:lnTo>
                    <a:lnTo>
                      <a:pt x="30"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7" name="Google Shape;497;p8"/>
              <p:cNvSpPr/>
              <p:nvPr/>
            </p:nvSpPr>
            <p:spPr>
              <a:xfrm>
                <a:off x="856" y="2074"/>
                <a:ext cx="158" cy="182"/>
              </a:xfrm>
              <a:custGeom>
                <a:avLst/>
                <a:gdLst/>
                <a:ahLst/>
                <a:cxnLst/>
                <a:rect l="l" t="t" r="r" b="b"/>
                <a:pathLst>
                  <a:path w="158" h="182" extrusionOk="0">
                    <a:moveTo>
                      <a:pt x="140" y="116"/>
                    </a:moveTo>
                    <a:lnTo>
                      <a:pt x="138" y="118"/>
                    </a:lnTo>
                    <a:lnTo>
                      <a:pt x="138" y="120"/>
                    </a:lnTo>
                    <a:lnTo>
                      <a:pt x="138" y="124"/>
                    </a:lnTo>
                    <a:lnTo>
                      <a:pt x="138" y="130"/>
                    </a:lnTo>
                    <a:lnTo>
                      <a:pt x="140" y="130"/>
                    </a:lnTo>
                    <a:lnTo>
                      <a:pt x="140" y="134"/>
                    </a:lnTo>
                    <a:lnTo>
                      <a:pt x="142" y="136"/>
                    </a:lnTo>
                    <a:lnTo>
                      <a:pt x="150" y="144"/>
                    </a:lnTo>
                    <a:lnTo>
                      <a:pt x="150" y="150"/>
                    </a:lnTo>
                    <a:lnTo>
                      <a:pt x="140" y="156"/>
                    </a:lnTo>
                    <a:lnTo>
                      <a:pt x="138" y="156"/>
                    </a:lnTo>
                    <a:lnTo>
                      <a:pt x="134" y="156"/>
                    </a:lnTo>
                    <a:lnTo>
                      <a:pt x="128" y="156"/>
                    </a:lnTo>
                    <a:lnTo>
                      <a:pt x="122" y="156"/>
                    </a:lnTo>
                    <a:lnTo>
                      <a:pt x="114" y="154"/>
                    </a:lnTo>
                    <a:lnTo>
                      <a:pt x="110" y="154"/>
                    </a:lnTo>
                    <a:lnTo>
                      <a:pt x="102" y="158"/>
                    </a:lnTo>
                    <a:lnTo>
                      <a:pt x="100" y="166"/>
                    </a:lnTo>
                    <a:lnTo>
                      <a:pt x="100" y="168"/>
                    </a:lnTo>
                    <a:lnTo>
                      <a:pt x="100" y="170"/>
                    </a:lnTo>
                    <a:lnTo>
                      <a:pt x="102" y="174"/>
                    </a:lnTo>
                    <a:lnTo>
                      <a:pt x="96" y="182"/>
                    </a:lnTo>
                    <a:lnTo>
                      <a:pt x="90" y="180"/>
                    </a:lnTo>
                    <a:lnTo>
                      <a:pt x="72" y="174"/>
                    </a:lnTo>
                    <a:lnTo>
                      <a:pt x="72" y="174"/>
                    </a:lnTo>
                    <a:lnTo>
                      <a:pt x="64" y="164"/>
                    </a:lnTo>
                    <a:lnTo>
                      <a:pt x="64" y="166"/>
                    </a:lnTo>
                    <a:lnTo>
                      <a:pt x="60" y="162"/>
                    </a:lnTo>
                    <a:lnTo>
                      <a:pt x="58" y="160"/>
                    </a:lnTo>
                    <a:lnTo>
                      <a:pt x="54" y="158"/>
                    </a:lnTo>
                    <a:lnTo>
                      <a:pt x="52" y="158"/>
                    </a:lnTo>
                    <a:lnTo>
                      <a:pt x="52" y="158"/>
                    </a:lnTo>
                    <a:lnTo>
                      <a:pt x="50" y="156"/>
                    </a:lnTo>
                    <a:lnTo>
                      <a:pt x="46" y="154"/>
                    </a:lnTo>
                    <a:lnTo>
                      <a:pt x="44" y="152"/>
                    </a:lnTo>
                    <a:lnTo>
                      <a:pt x="42" y="150"/>
                    </a:lnTo>
                    <a:lnTo>
                      <a:pt x="40" y="150"/>
                    </a:lnTo>
                    <a:lnTo>
                      <a:pt x="40" y="148"/>
                    </a:lnTo>
                    <a:lnTo>
                      <a:pt x="40" y="146"/>
                    </a:lnTo>
                    <a:lnTo>
                      <a:pt x="38" y="144"/>
                    </a:lnTo>
                    <a:lnTo>
                      <a:pt x="36" y="144"/>
                    </a:lnTo>
                    <a:lnTo>
                      <a:pt x="36" y="144"/>
                    </a:lnTo>
                    <a:lnTo>
                      <a:pt x="40" y="140"/>
                    </a:lnTo>
                    <a:lnTo>
                      <a:pt x="40" y="94"/>
                    </a:lnTo>
                    <a:lnTo>
                      <a:pt x="40" y="92"/>
                    </a:lnTo>
                    <a:lnTo>
                      <a:pt x="38" y="90"/>
                    </a:lnTo>
                    <a:lnTo>
                      <a:pt x="38" y="86"/>
                    </a:lnTo>
                    <a:lnTo>
                      <a:pt x="36" y="82"/>
                    </a:lnTo>
                    <a:lnTo>
                      <a:pt x="34" y="80"/>
                    </a:lnTo>
                    <a:lnTo>
                      <a:pt x="32" y="78"/>
                    </a:lnTo>
                    <a:lnTo>
                      <a:pt x="22" y="72"/>
                    </a:lnTo>
                    <a:lnTo>
                      <a:pt x="22" y="68"/>
                    </a:lnTo>
                    <a:lnTo>
                      <a:pt x="2" y="60"/>
                    </a:lnTo>
                    <a:lnTo>
                      <a:pt x="2" y="58"/>
                    </a:lnTo>
                    <a:lnTo>
                      <a:pt x="2" y="58"/>
                    </a:lnTo>
                    <a:lnTo>
                      <a:pt x="0" y="56"/>
                    </a:lnTo>
                    <a:lnTo>
                      <a:pt x="0" y="54"/>
                    </a:lnTo>
                    <a:lnTo>
                      <a:pt x="2" y="50"/>
                    </a:lnTo>
                    <a:lnTo>
                      <a:pt x="4" y="48"/>
                    </a:lnTo>
                    <a:lnTo>
                      <a:pt x="14" y="50"/>
                    </a:lnTo>
                    <a:lnTo>
                      <a:pt x="14" y="38"/>
                    </a:lnTo>
                    <a:lnTo>
                      <a:pt x="22" y="36"/>
                    </a:lnTo>
                    <a:lnTo>
                      <a:pt x="22" y="36"/>
                    </a:lnTo>
                    <a:lnTo>
                      <a:pt x="26" y="36"/>
                    </a:lnTo>
                    <a:lnTo>
                      <a:pt x="30" y="36"/>
                    </a:lnTo>
                    <a:lnTo>
                      <a:pt x="36" y="34"/>
                    </a:lnTo>
                    <a:lnTo>
                      <a:pt x="44" y="32"/>
                    </a:lnTo>
                    <a:lnTo>
                      <a:pt x="44" y="32"/>
                    </a:lnTo>
                    <a:lnTo>
                      <a:pt x="46" y="30"/>
                    </a:lnTo>
                    <a:lnTo>
                      <a:pt x="50" y="28"/>
                    </a:lnTo>
                    <a:lnTo>
                      <a:pt x="54" y="28"/>
                    </a:lnTo>
                    <a:lnTo>
                      <a:pt x="58" y="26"/>
                    </a:lnTo>
                    <a:lnTo>
                      <a:pt x="64" y="28"/>
                    </a:lnTo>
                    <a:lnTo>
                      <a:pt x="70" y="16"/>
                    </a:lnTo>
                    <a:lnTo>
                      <a:pt x="78" y="14"/>
                    </a:lnTo>
                    <a:lnTo>
                      <a:pt x="78" y="12"/>
                    </a:lnTo>
                    <a:lnTo>
                      <a:pt x="80" y="12"/>
                    </a:lnTo>
                    <a:lnTo>
                      <a:pt x="84" y="8"/>
                    </a:lnTo>
                    <a:lnTo>
                      <a:pt x="88" y="6"/>
                    </a:lnTo>
                    <a:lnTo>
                      <a:pt x="92" y="4"/>
                    </a:lnTo>
                    <a:lnTo>
                      <a:pt x="94" y="0"/>
                    </a:lnTo>
                    <a:lnTo>
                      <a:pt x="96" y="2"/>
                    </a:lnTo>
                    <a:lnTo>
                      <a:pt x="98" y="4"/>
                    </a:lnTo>
                    <a:lnTo>
                      <a:pt x="100" y="8"/>
                    </a:lnTo>
                    <a:lnTo>
                      <a:pt x="104" y="10"/>
                    </a:lnTo>
                    <a:lnTo>
                      <a:pt x="106" y="14"/>
                    </a:lnTo>
                    <a:lnTo>
                      <a:pt x="108" y="16"/>
                    </a:lnTo>
                    <a:lnTo>
                      <a:pt x="110" y="16"/>
                    </a:lnTo>
                    <a:lnTo>
                      <a:pt x="110" y="18"/>
                    </a:lnTo>
                    <a:lnTo>
                      <a:pt x="108" y="20"/>
                    </a:lnTo>
                    <a:lnTo>
                      <a:pt x="108" y="24"/>
                    </a:lnTo>
                    <a:lnTo>
                      <a:pt x="110" y="26"/>
                    </a:lnTo>
                    <a:lnTo>
                      <a:pt x="110" y="30"/>
                    </a:lnTo>
                    <a:lnTo>
                      <a:pt x="114" y="32"/>
                    </a:lnTo>
                    <a:lnTo>
                      <a:pt x="118" y="32"/>
                    </a:lnTo>
                    <a:lnTo>
                      <a:pt x="120" y="34"/>
                    </a:lnTo>
                    <a:lnTo>
                      <a:pt x="122" y="38"/>
                    </a:lnTo>
                    <a:lnTo>
                      <a:pt x="122" y="40"/>
                    </a:lnTo>
                    <a:lnTo>
                      <a:pt x="124" y="44"/>
                    </a:lnTo>
                    <a:lnTo>
                      <a:pt x="124" y="44"/>
                    </a:lnTo>
                    <a:lnTo>
                      <a:pt x="126" y="46"/>
                    </a:lnTo>
                    <a:lnTo>
                      <a:pt x="128" y="50"/>
                    </a:lnTo>
                    <a:lnTo>
                      <a:pt x="132" y="52"/>
                    </a:lnTo>
                    <a:lnTo>
                      <a:pt x="134" y="52"/>
                    </a:lnTo>
                    <a:lnTo>
                      <a:pt x="136" y="54"/>
                    </a:lnTo>
                    <a:lnTo>
                      <a:pt x="138" y="54"/>
                    </a:lnTo>
                    <a:lnTo>
                      <a:pt x="142" y="56"/>
                    </a:lnTo>
                    <a:lnTo>
                      <a:pt x="146" y="58"/>
                    </a:lnTo>
                    <a:lnTo>
                      <a:pt x="152" y="60"/>
                    </a:lnTo>
                    <a:lnTo>
                      <a:pt x="156" y="62"/>
                    </a:lnTo>
                    <a:lnTo>
                      <a:pt x="158" y="62"/>
                    </a:lnTo>
                    <a:lnTo>
                      <a:pt x="158" y="62"/>
                    </a:lnTo>
                    <a:lnTo>
                      <a:pt x="158" y="64"/>
                    </a:lnTo>
                    <a:lnTo>
                      <a:pt x="156" y="68"/>
                    </a:lnTo>
                    <a:lnTo>
                      <a:pt x="156" y="72"/>
                    </a:lnTo>
                    <a:lnTo>
                      <a:pt x="154" y="78"/>
                    </a:lnTo>
                    <a:lnTo>
                      <a:pt x="152" y="90"/>
                    </a:lnTo>
                    <a:lnTo>
                      <a:pt x="152" y="90"/>
                    </a:lnTo>
                    <a:lnTo>
                      <a:pt x="140" y="100"/>
                    </a:lnTo>
                    <a:lnTo>
                      <a:pt x="132" y="112"/>
                    </a:lnTo>
                    <a:lnTo>
                      <a:pt x="134" y="112"/>
                    </a:lnTo>
                    <a:lnTo>
                      <a:pt x="134" y="112"/>
                    </a:lnTo>
                    <a:lnTo>
                      <a:pt x="136" y="110"/>
                    </a:lnTo>
                    <a:lnTo>
                      <a:pt x="138" y="110"/>
                    </a:lnTo>
                    <a:lnTo>
                      <a:pt x="138" y="110"/>
                    </a:lnTo>
                    <a:lnTo>
                      <a:pt x="140" y="112"/>
                    </a:lnTo>
                    <a:lnTo>
                      <a:pt x="140" y="11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8" name="Google Shape;498;p8"/>
              <p:cNvSpPr/>
              <p:nvPr/>
            </p:nvSpPr>
            <p:spPr>
              <a:xfrm>
                <a:off x="792" y="2240"/>
                <a:ext cx="40" cy="90"/>
              </a:xfrm>
              <a:custGeom>
                <a:avLst/>
                <a:gdLst/>
                <a:ahLst/>
                <a:cxnLst/>
                <a:rect l="l" t="t" r="r" b="b"/>
                <a:pathLst>
                  <a:path w="40" h="90" extrusionOk="0">
                    <a:moveTo>
                      <a:pt x="6" y="0"/>
                    </a:moveTo>
                    <a:lnTo>
                      <a:pt x="6" y="32"/>
                    </a:lnTo>
                    <a:lnTo>
                      <a:pt x="4" y="40"/>
                    </a:lnTo>
                    <a:lnTo>
                      <a:pt x="4" y="46"/>
                    </a:lnTo>
                    <a:lnTo>
                      <a:pt x="2" y="52"/>
                    </a:lnTo>
                    <a:lnTo>
                      <a:pt x="0" y="54"/>
                    </a:lnTo>
                    <a:lnTo>
                      <a:pt x="0" y="56"/>
                    </a:lnTo>
                    <a:lnTo>
                      <a:pt x="0" y="60"/>
                    </a:lnTo>
                    <a:lnTo>
                      <a:pt x="0" y="64"/>
                    </a:lnTo>
                    <a:lnTo>
                      <a:pt x="2" y="66"/>
                    </a:lnTo>
                    <a:lnTo>
                      <a:pt x="4" y="68"/>
                    </a:lnTo>
                    <a:lnTo>
                      <a:pt x="4" y="68"/>
                    </a:lnTo>
                    <a:lnTo>
                      <a:pt x="4" y="84"/>
                    </a:lnTo>
                    <a:lnTo>
                      <a:pt x="10" y="88"/>
                    </a:lnTo>
                    <a:lnTo>
                      <a:pt x="12" y="88"/>
                    </a:lnTo>
                    <a:lnTo>
                      <a:pt x="14" y="86"/>
                    </a:lnTo>
                    <a:lnTo>
                      <a:pt x="14" y="86"/>
                    </a:lnTo>
                    <a:lnTo>
                      <a:pt x="16" y="86"/>
                    </a:lnTo>
                    <a:lnTo>
                      <a:pt x="16" y="88"/>
                    </a:lnTo>
                    <a:lnTo>
                      <a:pt x="18" y="90"/>
                    </a:lnTo>
                    <a:lnTo>
                      <a:pt x="18" y="88"/>
                    </a:lnTo>
                    <a:lnTo>
                      <a:pt x="18" y="86"/>
                    </a:lnTo>
                    <a:lnTo>
                      <a:pt x="20" y="82"/>
                    </a:lnTo>
                    <a:lnTo>
                      <a:pt x="22" y="78"/>
                    </a:lnTo>
                    <a:lnTo>
                      <a:pt x="24" y="74"/>
                    </a:lnTo>
                    <a:lnTo>
                      <a:pt x="28" y="74"/>
                    </a:lnTo>
                    <a:lnTo>
                      <a:pt x="32" y="70"/>
                    </a:lnTo>
                    <a:lnTo>
                      <a:pt x="26" y="64"/>
                    </a:lnTo>
                    <a:lnTo>
                      <a:pt x="30" y="60"/>
                    </a:lnTo>
                    <a:lnTo>
                      <a:pt x="32" y="52"/>
                    </a:lnTo>
                    <a:lnTo>
                      <a:pt x="32" y="42"/>
                    </a:lnTo>
                    <a:lnTo>
                      <a:pt x="28" y="32"/>
                    </a:lnTo>
                    <a:lnTo>
                      <a:pt x="32" y="22"/>
                    </a:lnTo>
                    <a:lnTo>
                      <a:pt x="34" y="14"/>
                    </a:lnTo>
                    <a:lnTo>
                      <a:pt x="34" y="14"/>
                    </a:lnTo>
                    <a:lnTo>
                      <a:pt x="36" y="12"/>
                    </a:lnTo>
                    <a:lnTo>
                      <a:pt x="38" y="10"/>
                    </a:lnTo>
                    <a:lnTo>
                      <a:pt x="40" y="8"/>
                    </a:lnTo>
                    <a:lnTo>
                      <a:pt x="40" y="6"/>
                    </a:lnTo>
                    <a:lnTo>
                      <a:pt x="40" y="4"/>
                    </a:lnTo>
                    <a:lnTo>
                      <a:pt x="34" y="2"/>
                    </a:lnTo>
                    <a:lnTo>
                      <a:pt x="30" y="0"/>
                    </a:lnTo>
                    <a:lnTo>
                      <a:pt x="28" y="0"/>
                    </a:lnTo>
                    <a:lnTo>
                      <a:pt x="12" y="2"/>
                    </a:lnTo>
                    <a:lnTo>
                      <a:pt x="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9" name="Google Shape;499;p8"/>
              <p:cNvSpPr/>
              <p:nvPr/>
            </p:nvSpPr>
            <p:spPr>
              <a:xfrm>
                <a:off x="982" y="1986"/>
                <a:ext cx="104" cy="178"/>
              </a:xfrm>
              <a:custGeom>
                <a:avLst/>
                <a:gdLst/>
                <a:ahLst/>
                <a:cxnLst/>
                <a:rect l="l" t="t" r="r" b="b"/>
                <a:pathLst>
                  <a:path w="104" h="178" extrusionOk="0">
                    <a:moveTo>
                      <a:pt x="32" y="150"/>
                    </a:moveTo>
                    <a:lnTo>
                      <a:pt x="30" y="150"/>
                    </a:lnTo>
                    <a:lnTo>
                      <a:pt x="28" y="148"/>
                    </a:lnTo>
                    <a:lnTo>
                      <a:pt x="24" y="148"/>
                    </a:lnTo>
                    <a:lnTo>
                      <a:pt x="20" y="146"/>
                    </a:lnTo>
                    <a:lnTo>
                      <a:pt x="16" y="144"/>
                    </a:lnTo>
                    <a:lnTo>
                      <a:pt x="12" y="144"/>
                    </a:lnTo>
                    <a:lnTo>
                      <a:pt x="12" y="142"/>
                    </a:lnTo>
                    <a:lnTo>
                      <a:pt x="6" y="116"/>
                    </a:lnTo>
                    <a:lnTo>
                      <a:pt x="6" y="116"/>
                    </a:lnTo>
                    <a:lnTo>
                      <a:pt x="8" y="114"/>
                    </a:lnTo>
                    <a:lnTo>
                      <a:pt x="6" y="112"/>
                    </a:lnTo>
                    <a:lnTo>
                      <a:pt x="6" y="112"/>
                    </a:lnTo>
                    <a:lnTo>
                      <a:pt x="4" y="108"/>
                    </a:lnTo>
                    <a:lnTo>
                      <a:pt x="2" y="106"/>
                    </a:lnTo>
                    <a:lnTo>
                      <a:pt x="0" y="102"/>
                    </a:lnTo>
                    <a:lnTo>
                      <a:pt x="0" y="98"/>
                    </a:lnTo>
                    <a:lnTo>
                      <a:pt x="10" y="88"/>
                    </a:lnTo>
                    <a:lnTo>
                      <a:pt x="8" y="88"/>
                    </a:lnTo>
                    <a:lnTo>
                      <a:pt x="8" y="86"/>
                    </a:lnTo>
                    <a:lnTo>
                      <a:pt x="6" y="86"/>
                    </a:lnTo>
                    <a:lnTo>
                      <a:pt x="6" y="84"/>
                    </a:lnTo>
                    <a:lnTo>
                      <a:pt x="12" y="76"/>
                    </a:lnTo>
                    <a:lnTo>
                      <a:pt x="12" y="76"/>
                    </a:lnTo>
                    <a:lnTo>
                      <a:pt x="16" y="76"/>
                    </a:lnTo>
                    <a:lnTo>
                      <a:pt x="18" y="76"/>
                    </a:lnTo>
                    <a:lnTo>
                      <a:pt x="18" y="74"/>
                    </a:lnTo>
                    <a:lnTo>
                      <a:pt x="18" y="74"/>
                    </a:lnTo>
                    <a:lnTo>
                      <a:pt x="18" y="70"/>
                    </a:lnTo>
                    <a:lnTo>
                      <a:pt x="18" y="66"/>
                    </a:lnTo>
                    <a:lnTo>
                      <a:pt x="18" y="62"/>
                    </a:lnTo>
                    <a:lnTo>
                      <a:pt x="16" y="62"/>
                    </a:lnTo>
                    <a:lnTo>
                      <a:pt x="16" y="60"/>
                    </a:lnTo>
                    <a:lnTo>
                      <a:pt x="16" y="60"/>
                    </a:lnTo>
                    <a:lnTo>
                      <a:pt x="16" y="58"/>
                    </a:lnTo>
                    <a:lnTo>
                      <a:pt x="18" y="58"/>
                    </a:lnTo>
                    <a:lnTo>
                      <a:pt x="18" y="56"/>
                    </a:lnTo>
                    <a:lnTo>
                      <a:pt x="20" y="56"/>
                    </a:lnTo>
                    <a:lnTo>
                      <a:pt x="20" y="54"/>
                    </a:lnTo>
                    <a:lnTo>
                      <a:pt x="22" y="52"/>
                    </a:lnTo>
                    <a:lnTo>
                      <a:pt x="22" y="48"/>
                    </a:lnTo>
                    <a:lnTo>
                      <a:pt x="20" y="44"/>
                    </a:lnTo>
                    <a:lnTo>
                      <a:pt x="18" y="38"/>
                    </a:lnTo>
                    <a:lnTo>
                      <a:pt x="24" y="34"/>
                    </a:lnTo>
                    <a:lnTo>
                      <a:pt x="30" y="32"/>
                    </a:lnTo>
                    <a:lnTo>
                      <a:pt x="36" y="28"/>
                    </a:lnTo>
                    <a:lnTo>
                      <a:pt x="40" y="32"/>
                    </a:lnTo>
                    <a:lnTo>
                      <a:pt x="44" y="26"/>
                    </a:lnTo>
                    <a:lnTo>
                      <a:pt x="44" y="4"/>
                    </a:lnTo>
                    <a:lnTo>
                      <a:pt x="64" y="0"/>
                    </a:lnTo>
                    <a:lnTo>
                      <a:pt x="62" y="6"/>
                    </a:lnTo>
                    <a:lnTo>
                      <a:pt x="66" y="12"/>
                    </a:lnTo>
                    <a:lnTo>
                      <a:pt x="74" y="14"/>
                    </a:lnTo>
                    <a:lnTo>
                      <a:pt x="76" y="20"/>
                    </a:lnTo>
                    <a:lnTo>
                      <a:pt x="76" y="20"/>
                    </a:lnTo>
                    <a:lnTo>
                      <a:pt x="74" y="22"/>
                    </a:lnTo>
                    <a:lnTo>
                      <a:pt x="72" y="24"/>
                    </a:lnTo>
                    <a:lnTo>
                      <a:pt x="72" y="26"/>
                    </a:lnTo>
                    <a:lnTo>
                      <a:pt x="72" y="28"/>
                    </a:lnTo>
                    <a:lnTo>
                      <a:pt x="72" y="30"/>
                    </a:lnTo>
                    <a:lnTo>
                      <a:pt x="72" y="32"/>
                    </a:lnTo>
                    <a:lnTo>
                      <a:pt x="72" y="36"/>
                    </a:lnTo>
                    <a:lnTo>
                      <a:pt x="72" y="40"/>
                    </a:lnTo>
                    <a:lnTo>
                      <a:pt x="74" y="40"/>
                    </a:lnTo>
                    <a:lnTo>
                      <a:pt x="76" y="40"/>
                    </a:lnTo>
                    <a:lnTo>
                      <a:pt x="78" y="40"/>
                    </a:lnTo>
                    <a:lnTo>
                      <a:pt x="82" y="42"/>
                    </a:lnTo>
                    <a:lnTo>
                      <a:pt x="84" y="42"/>
                    </a:lnTo>
                    <a:lnTo>
                      <a:pt x="82" y="42"/>
                    </a:lnTo>
                    <a:lnTo>
                      <a:pt x="80" y="42"/>
                    </a:lnTo>
                    <a:lnTo>
                      <a:pt x="78" y="42"/>
                    </a:lnTo>
                    <a:lnTo>
                      <a:pt x="74" y="42"/>
                    </a:lnTo>
                    <a:lnTo>
                      <a:pt x="74" y="44"/>
                    </a:lnTo>
                    <a:lnTo>
                      <a:pt x="78" y="50"/>
                    </a:lnTo>
                    <a:lnTo>
                      <a:pt x="78" y="50"/>
                    </a:lnTo>
                    <a:lnTo>
                      <a:pt x="78" y="52"/>
                    </a:lnTo>
                    <a:lnTo>
                      <a:pt x="78" y="54"/>
                    </a:lnTo>
                    <a:lnTo>
                      <a:pt x="76" y="56"/>
                    </a:lnTo>
                    <a:lnTo>
                      <a:pt x="74" y="58"/>
                    </a:lnTo>
                    <a:lnTo>
                      <a:pt x="72" y="58"/>
                    </a:lnTo>
                    <a:lnTo>
                      <a:pt x="72" y="60"/>
                    </a:lnTo>
                    <a:lnTo>
                      <a:pt x="72" y="60"/>
                    </a:lnTo>
                    <a:lnTo>
                      <a:pt x="72" y="62"/>
                    </a:lnTo>
                    <a:lnTo>
                      <a:pt x="72" y="66"/>
                    </a:lnTo>
                    <a:lnTo>
                      <a:pt x="76" y="68"/>
                    </a:lnTo>
                    <a:lnTo>
                      <a:pt x="74" y="68"/>
                    </a:lnTo>
                    <a:lnTo>
                      <a:pt x="72" y="70"/>
                    </a:lnTo>
                    <a:lnTo>
                      <a:pt x="70" y="72"/>
                    </a:lnTo>
                    <a:lnTo>
                      <a:pt x="66" y="76"/>
                    </a:lnTo>
                    <a:lnTo>
                      <a:pt x="66" y="78"/>
                    </a:lnTo>
                    <a:lnTo>
                      <a:pt x="66" y="86"/>
                    </a:lnTo>
                    <a:lnTo>
                      <a:pt x="66" y="86"/>
                    </a:lnTo>
                    <a:lnTo>
                      <a:pt x="64" y="88"/>
                    </a:lnTo>
                    <a:lnTo>
                      <a:pt x="64" y="90"/>
                    </a:lnTo>
                    <a:lnTo>
                      <a:pt x="62" y="92"/>
                    </a:lnTo>
                    <a:lnTo>
                      <a:pt x="64" y="94"/>
                    </a:lnTo>
                    <a:lnTo>
                      <a:pt x="66" y="96"/>
                    </a:lnTo>
                    <a:lnTo>
                      <a:pt x="74" y="94"/>
                    </a:lnTo>
                    <a:lnTo>
                      <a:pt x="80" y="94"/>
                    </a:lnTo>
                    <a:lnTo>
                      <a:pt x="88" y="98"/>
                    </a:lnTo>
                    <a:lnTo>
                      <a:pt x="88" y="108"/>
                    </a:lnTo>
                    <a:lnTo>
                      <a:pt x="96" y="110"/>
                    </a:lnTo>
                    <a:lnTo>
                      <a:pt x="100" y="116"/>
                    </a:lnTo>
                    <a:lnTo>
                      <a:pt x="104" y="132"/>
                    </a:lnTo>
                    <a:lnTo>
                      <a:pt x="102" y="132"/>
                    </a:lnTo>
                    <a:lnTo>
                      <a:pt x="102" y="134"/>
                    </a:lnTo>
                    <a:lnTo>
                      <a:pt x="100" y="138"/>
                    </a:lnTo>
                    <a:lnTo>
                      <a:pt x="96" y="138"/>
                    </a:lnTo>
                    <a:lnTo>
                      <a:pt x="88" y="144"/>
                    </a:lnTo>
                    <a:lnTo>
                      <a:pt x="78" y="148"/>
                    </a:lnTo>
                    <a:lnTo>
                      <a:pt x="78" y="158"/>
                    </a:lnTo>
                    <a:lnTo>
                      <a:pt x="80" y="158"/>
                    </a:lnTo>
                    <a:lnTo>
                      <a:pt x="80" y="160"/>
                    </a:lnTo>
                    <a:lnTo>
                      <a:pt x="80" y="160"/>
                    </a:lnTo>
                    <a:lnTo>
                      <a:pt x="80" y="162"/>
                    </a:lnTo>
                    <a:lnTo>
                      <a:pt x="80" y="164"/>
                    </a:lnTo>
                    <a:lnTo>
                      <a:pt x="78" y="164"/>
                    </a:lnTo>
                    <a:lnTo>
                      <a:pt x="76" y="164"/>
                    </a:lnTo>
                    <a:lnTo>
                      <a:pt x="70" y="162"/>
                    </a:lnTo>
                    <a:lnTo>
                      <a:pt x="58" y="170"/>
                    </a:lnTo>
                    <a:lnTo>
                      <a:pt x="48" y="172"/>
                    </a:lnTo>
                    <a:lnTo>
                      <a:pt x="36" y="176"/>
                    </a:lnTo>
                    <a:lnTo>
                      <a:pt x="26" y="178"/>
                    </a:lnTo>
                    <a:lnTo>
                      <a:pt x="26" y="176"/>
                    </a:lnTo>
                    <a:lnTo>
                      <a:pt x="26" y="174"/>
                    </a:lnTo>
                    <a:lnTo>
                      <a:pt x="28" y="168"/>
                    </a:lnTo>
                    <a:lnTo>
                      <a:pt x="30" y="162"/>
                    </a:lnTo>
                    <a:lnTo>
                      <a:pt x="30" y="156"/>
                    </a:lnTo>
                    <a:lnTo>
                      <a:pt x="32" y="1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0" name="Google Shape;500;p8"/>
              <p:cNvSpPr/>
              <p:nvPr/>
            </p:nvSpPr>
            <p:spPr>
              <a:xfrm>
                <a:off x="958" y="2022"/>
                <a:ext cx="46" cy="62"/>
              </a:xfrm>
              <a:custGeom>
                <a:avLst/>
                <a:gdLst/>
                <a:ahLst/>
                <a:cxnLst/>
                <a:rect l="l" t="t" r="r" b="b"/>
                <a:pathLst>
                  <a:path w="46" h="62" extrusionOk="0">
                    <a:moveTo>
                      <a:pt x="24" y="62"/>
                    </a:moveTo>
                    <a:lnTo>
                      <a:pt x="22" y="60"/>
                    </a:lnTo>
                    <a:lnTo>
                      <a:pt x="20" y="60"/>
                    </a:lnTo>
                    <a:lnTo>
                      <a:pt x="16" y="58"/>
                    </a:lnTo>
                    <a:lnTo>
                      <a:pt x="14" y="56"/>
                    </a:lnTo>
                    <a:lnTo>
                      <a:pt x="14" y="54"/>
                    </a:lnTo>
                    <a:lnTo>
                      <a:pt x="0" y="46"/>
                    </a:lnTo>
                    <a:lnTo>
                      <a:pt x="6" y="40"/>
                    </a:lnTo>
                    <a:lnTo>
                      <a:pt x="6" y="38"/>
                    </a:lnTo>
                    <a:lnTo>
                      <a:pt x="8" y="36"/>
                    </a:lnTo>
                    <a:lnTo>
                      <a:pt x="8" y="34"/>
                    </a:lnTo>
                    <a:lnTo>
                      <a:pt x="10" y="30"/>
                    </a:lnTo>
                    <a:lnTo>
                      <a:pt x="12" y="28"/>
                    </a:lnTo>
                    <a:lnTo>
                      <a:pt x="12" y="24"/>
                    </a:lnTo>
                    <a:lnTo>
                      <a:pt x="12" y="22"/>
                    </a:lnTo>
                    <a:lnTo>
                      <a:pt x="14" y="20"/>
                    </a:lnTo>
                    <a:lnTo>
                      <a:pt x="16" y="16"/>
                    </a:lnTo>
                    <a:lnTo>
                      <a:pt x="20" y="10"/>
                    </a:lnTo>
                    <a:lnTo>
                      <a:pt x="22" y="6"/>
                    </a:lnTo>
                    <a:lnTo>
                      <a:pt x="28" y="2"/>
                    </a:lnTo>
                    <a:lnTo>
                      <a:pt x="32" y="0"/>
                    </a:lnTo>
                    <a:lnTo>
                      <a:pt x="34" y="0"/>
                    </a:lnTo>
                    <a:lnTo>
                      <a:pt x="36" y="0"/>
                    </a:lnTo>
                    <a:lnTo>
                      <a:pt x="40" y="0"/>
                    </a:lnTo>
                    <a:lnTo>
                      <a:pt x="42" y="2"/>
                    </a:lnTo>
                    <a:lnTo>
                      <a:pt x="42" y="2"/>
                    </a:lnTo>
                    <a:lnTo>
                      <a:pt x="44" y="6"/>
                    </a:lnTo>
                    <a:lnTo>
                      <a:pt x="44" y="8"/>
                    </a:lnTo>
                    <a:lnTo>
                      <a:pt x="46" y="12"/>
                    </a:lnTo>
                    <a:lnTo>
                      <a:pt x="44" y="18"/>
                    </a:lnTo>
                    <a:lnTo>
                      <a:pt x="42" y="22"/>
                    </a:lnTo>
                    <a:lnTo>
                      <a:pt x="42" y="22"/>
                    </a:lnTo>
                    <a:lnTo>
                      <a:pt x="40" y="22"/>
                    </a:lnTo>
                    <a:lnTo>
                      <a:pt x="40" y="24"/>
                    </a:lnTo>
                    <a:lnTo>
                      <a:pt x="40" y="24"/>
                    </a:lnTo>
                    <a:lnTo>
                      <a:pt x="42" y="26"/>
                    </a:lnTo>
                    <a:lnTo>
                      <a:pt x="42" y="28"/>
                    </a:lnTo>
                    <a:lnTo>
                      <a:pt x="42" y="30"/>
                    </a:lnTo>
                    <a:lnTo>
                      <a:pt x="42" y="34"/>
                    </a:lnTo>
                    <a:lnTo>
                      <a:pt x="42" y="38"/>
                    </a:lnTo>
                    <a:lnTo>
                      <a:pt x="42" y="40"/>
                    </a:lnTo>
                    <a:lnTo>
                      <a:pt x="36" y="40"/>
                    </a:lnTo>
                    <a:lnTo>
                      <a:pt x="32" y="46"/>
                    </a:lnTo>
                    <a:lnTo>
                      <a:pt x="32" y="46"/>
                    </a:lnTo>
                    <a:lnTo>
                      <a:pt x="30" y="48"/>
                    </a:lnTo>
                    <a:lnTo>
                      <a:pt x="30" y="50"/>
                    </a:lnTo>
                    <a:lnTo>
                      <a:pt x="34" y="52"/>
                    </a:lnTo>
                    <a:lnTo>
                      <a:pt x="24" y="6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1" name="Google Shape;501;p8"/>
              <p:cNvSpPr/>
              <p:nvPr/>
            </p:nvSpPr>
            <p:spPr>
              <a:xfrm>
                <a:off x="950" y="2068"/>
                <a:ext cx="40" cy="46"/>
              </a:xfrm>
              <a:custGeom>
                <a:avLst/>
                <a:gdLst/>
                <a:ahLst/>
                <a:cxnLst/>
                <a:rect l="l" t="t" r="r" b="b"/>
                <a:pathLst>
                  <a:path w="40" h="46" extrusionOk="0">
                    <a:moveTo>
                      <a:pt x="8" y="0"/>
                    </a:moveTo>
                    <a:lnTo>
                      <a:pt x="22" y="8"/>
                    </a:lnTo>
                    <a:lnTo>
                      <a:pt x="22" y="10"/>
                    </a:lnTo>
                    <a:lnTo>
                      <a:pt x="24" y="12"/>
                    </a:lnTo>
                    <a:lnTo>
                      <a:pt x="28" y="14"/>
                    </a:lnTo>
                    <a:lnTo>
                      <a:pt x="30" y="14"/>
                    </a:lnTo>
                    <a:lnTo>
                      <a:pt x="32" y="16"/>
                    </a:lnTo>
                    <a:lnTo>
                      <a:pt x="32" y="18"/>
                    </a:lnTo>
                    <a:lnTo>
                      <a:pt x="32" y="22"/>
                    </a:lnTo>
                    <a:lnTo>
                      <a:pt x="34" y="24"/>
                    </a:lnTo>
                    <a:lnTo>
                      <a:pt x="36" y="28"/>
                    </a:lnTo>
                    <a:lnTo>
                      <a:pt x="38" y="30"/>
                    </a:lnTo>
                    <a:lnTo>
                      <a:pt x="38" y="30"/>
                    </a:lnTo>
                    <a:lnTo>
                      <a:pt x="40" y="32"/>
                    </a:lnTo>
                    <a:lnTo>
                      <a:pt x="38" y="34"/>
                    </a:lnTo>
                    <a:lnTo>
                      <a:pt x="38" y="34"/>
                    </a:lnTo>
                    <a:lnTo>
                      <a:pt x="36" y="36"/>
                    </a:lnTo>
                    <a:lnTo>
                      <a:pt x="36" y="36"/>
                    </a:lnTo>
                    <a:lnTo>
                      <a:pt x="32" y="38"/>
                    </a:lnTo>
                    <a:lnTo>
                      <a:pt x="30" y="40"/>
                    </a:lnTo>
                    <a:lnTo>
                      <a:pt x="30" y="42"/>
                    </a:lnTo>
                    <a:lnTo>
                      <a:pt x="28" y="44"/>
                    </a:lnTo>
                    <a:lnTo>
                      <a:pt x="28" y="46"/>
                    </a:lnTo>
                    <a:lnTo>
                      <a:pt x="26" y="42"/>
                    </a:lnTo>
                    <a:lnTo>
                      <a:pt x="24" y="38"/>
                    </a:lnTo>
                    <a:lnTo>
                      <a:pt x="22" y="38"/>
                    </a:lnTo>
                    <a:lnTo>
                      <a:pt x="20" y="38"/>
                    </a:lnTo>
                    <a:lnTo>
                      <a:pt x="20" y="36"/>
                    </a:lnTo>
                    <a:lnTo>
                      <a:pt x="18" y="36"/>
                    </a:lnTo>
                    <a:lnTo>
                      <a:pt x="16" y="32"/>
                    </a:lnTo>
                    <a:lnTo>
                      <a:pt x="14" y="28"/>
                    </a:lnTo>
                    <a:lnTo>
                      <a:pt x="14" y="26"/>
                    </a:lnTo>
                    <a:lnTo>
                      <a:pt x="16" y="24"/>
                    </a:lnTo>
                    <a:lnTo>
                      <a:pt x="16" y="22"/>
                    </a:lnTo>
                    <a:lnTo>
                      <a:pt x="0" y="6"/>
                    </a:lnTo>
                    <a:lnTo>
                      <a:pt x="2" y="6"/>
                    </a:lnTo>
                    <a:lnTo>
                      <a:pt x="4" y="4"/>
                    </a:lnTo>
                    <a:lnTo>
                      <a:pt x="6" y="2"/>
                    </a:lnTo>
                    <a:lnTo>
                      <a:pt x="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2" name="Google Shape;502;p8"/>
              <p:cNvSpPr/>
              <p:nvPr/>
            </p:nvSpPr>
            <p:spPr>
              <a:xfrm>
                <a:off x="978" y="2102"/>
                <a:ext cx="16" cy="26"/>
              </a:xfrm>
              <a:custGeom>
                <a:avLst/>
                <a:gdLst/>
                <a:ahLst/>
                <a:cxnLst/>
                <a:rect l="l" t="t" r="r" b="b"/>
                <a:pathLst>
                  <a:path w="16" h="26" extrusionOk="0">
                    <a:moveTo>
                      <a:pt x="10" y="0"/>
                    </a:moveTo>
                    <a:lnTo>
                      <a:pt x="10" y="0"/>
                    </a:lnTo>
                    <a:lnTo>
                      <a:pt x="8" y="0"/>
                    </a:lnTo>
                    <a:lnTo>
                      <a:pt x="6" y="2"/>
                    </a:lnTo>
                    <a:lnTo>
                      <a:pt x="4" y="4"/>
                    </a:lnTo>
                    <a:lnTo>
                      <a:pt x="2" y="6"/>
                    </a:lnTo>
                    <a:lnTo>
                      <a:pt x="0" y="12"/>
                    </a:lnTo>
                    <a:lnTo>
                      <a:pt x="0" y="12"/>
                    </a:lnTo>
                    <a:lnTo>
                      <a:pt x="2" y="14"/>
                    </a:lnTo>
                    <a:lnTo>
                      <a:pt x="2" y="16"/>
                    </a:lnTo>
                    <a:lnTo>
                      <a:pt x="6" y="20"/>
                    </a:lnTo>
                    <a:lnTo>
                      <a:pt x="10" y="24"/>
                    </a:lnTo>
                    <a:lnTo>
                      <a:pt x="16" y="26"/>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3" name="Google Shape;503;p8"/>
              <p:cNvSpPr/>
              <p:nvPr/>
            </p:nvSpPr>
            <p:spPr>
              <a:xfrm>
                <a:off x="774" y="1980"/>
                <a:ext cx="70" cy="84"/>
              </a:xfrm>
              <a:custGeom>
                <a:avLst/>
                <a:gdLst/>
                <a:ahLst/>
                <a:cxnLst/>
                <a:rect l="l" t="t" r="r" b="b"/>
                <a:pathLst>
                  <a:path w="70" h="84" extrusionOk="0">
                    <a:moveTo>
                      <a:pt x="62" y="30"/>
                    </a:moveTo>
                    <a:lnTo>
                      <a:pt x="58" y="30"/>
                    </a:lnTo>
                    <a:lnTo>
                      <a:pt x="56" y="28"/>
                    </a:lnTo>
                    <a:lnTo>
                      <a:pt x="54" y="26"/>
                    </a:lnTo>
                    <a:lnTo>
                      <a:pt x="54" y="24"/>
                    </a:lnTo>
                    <a:lnTo>
                      <a:pt x="54" y="20"/>
                    </a:lnTo>
                    <a:lnTo>
                      <a:pt x="52" y="18"/>
                    </a:lnTo>
                    <a:lnTo>
                      <a:pt x="52" y="18"/>
                    </a:lnTo>
                    <a:lnTo>
                      <a:pt x="52" y="18"/>
                    </a:lnTo>
                    <a:lnTo>
                      <a:pt x="50" y="20"/>
                    </a:lnTo>
                    <a:lnTo>
                      <a:pt x="48" y="22"/>
                    </a:lnTo>
                    <a:lnTo>
                      <a:pt x="46" y="22"/>
                    </a:lnTo>
                    <a:lnTo>
                      <a:pt x="44" y="20"/>
                    </a:lnTo>
                    <a:lnTo>
                      <a:pt x="42" y="18"/>
                    </a:lnTo>
                    <a:lnTo>
                      <a:pt x="40" y="18"/>
                    </a:lnTo>
                    <a:lnTo>
                      <a:pt x="38" y="14"/>
                    </a:lnTo>
                    <a:lnTo>
                      <a:pt x="38" y="12"/>
                    </a:lnTo>
                    <a:lnTo>
                      <a:pt x="40" y="8"/>
                    </a:lnTo>
                    <a:lnTo>
                      <a:pt x="50" y="2"/>
                    </a:lnTo>
                    <a:lnTo>
                      <a:pt x="38" y="0"/>
                    </a:lnTo>
                    <a:lnTo>
                      <a:pt x="30" y="6"/>
                    </a:lnTo>
                    <a:lnTo>
                      <a:pt x="30" y="14"/>
                    </a:lnTo>
                    <a:lnTo>
                      <a:pt x="32" y="14"/>
                    </a:lnTo>
                    <a:lnTo>
                      <a:pt x="32" y="16"/>
                    </a:lnTo>
                    <a:lnTo>
                      <a:pt x="30" y="18"/>
                    </a:lnTo>
                    <a:lnTo>
                      <a:pt x="28" y="22"/>
                    </a:lnTo>
                    <a:lnTo>
                      <a:pt x="24" y="24"/>
                    </a:lnTo>
                    <a:lnTo>
                      <a:pt x="20" y="26"/>
                    </a:lnTo>
                    <a:lnTo>
                      <a:pt x="8" y="22"/>
                    </a:lnTo>
                    <a:lnTo>
                      <a:pt x="2" y="24"/>
                    </a:lnTo>
                    <a:lnTo>
                      <a:pt x="2" y="24"/>
                    </a:lnTo>
                    <a:lnTo>
                      <a:pt x="0" y="26"/>
                    </a:lnTo>
                    <a:lnTo>
                      <a:pt x="0" y="30"/>
                    </a:lnTo>
                    <a:lnTo>
                      <a:pt x="0" y="32"/>
                    </a:lnTo>
                    <a:lnTo>
                      <a:pt x="2" y="36"/>
                    </a:lnTo>
                    <a:lnTo>
                      <a:pt x="4" y="36"/>
                    </a:lnTo>
                    <a:lnTo>
                      <a:pt x="4" y="36"/>
                    </a:lnTo>
                    <a:lnTo>
                      <a:pt x="6" y="36"/>
                    </a:lnTo>
                    <a:lnTo>
                      <a:pt x="10" y="38"/>
                    </a:lnTo>
                    <a:lnTo>
                      <a:pt x="12" y="42"/>
                    </a:lnTo>
                    <a:lnTo>
                      <a:pt x="14" y="46"/>
                    </a:lnTo>
                    <a:lnTo>
                      <a:pt x="16" y="54"/>
                    </a:lnTo>
                    <a:lnTo>
                      <a:pt x="16" y="54"/>
                    </a:lnTo>
                    <a:lnTo>
                      <a:pt x="16" y="58"/>
                    </a:lnTo>
                    <a:lnTo>
                      <a:pt x="16" y="62"/>
                    </a:lnTo>
                    <a:lnTo>
                      <a:pt x="16" y="66"/>
                    </a:lnTo>
                    <a:lnTo>
                      <a:pt x="16" y="70"/>
                    </a:lnTo>
                    <a:lnTo>
                      <a:pt x="16" y="72"/>
                    </a:lnTo>
                    <a:lnTo>
                      <a:pt x="14" y="74"/>
                    </a:lnTo>
                    <a:lnTo>
                      <a:pt x="14" y="74"/>
                    </a:lnTo>
                    <a:lnTo>
                      <a:pt x="14" y="76"/>
                    </a:lnTo>
                    <a:lnTo>
                      <a:pt x="14" y="78"/>
                    </a:lnTo>
                    <a:lnTo>
                      <a:pt x="14" y="80"/>
                    </a:lnTo>
                    <a:lnTo>
                      <a:pt x="16" y="82"/>
                    </a:lnTo>
                    <a:lnTo>
                      <a:pt x="20" y="84"/>
                    </a:lnTo>
                    <a:lnTo>
                      <a:pt x="26" y="84"/>
                    </a:lnTo>
                    <a:lnTo>
                      <a:pt x="30" y="82"/>
                    </a:lnTo>
                    <a:lnTo>
                      <a:pt x="42" y="78"/>
                    </a:lnTo>
                    <a:lnTo>
                      <a:pt x="54" y="72"/>
                    </a:lnTo>
                    <a:lnTo>
                      <a:pt x="62" y="66"/>
                    </a:lnTo>
                    <a:lnTo>
                      <a:pt x="66" y="62"/>
                    </a:lnTo>
                    <a:lnTo>
                      <a:pt x="68" y="56"/>
                    </a:lnTo>
                    <a:lnTo>
                      <a:pt x="70" y="52"/>
                    </a:lnTo>
                    <a:lnTo>
                      <a:pt x="70" y="50"/>
                    </a:lnTo>
                    <a:lnTo>
                      <a:pt x="68" y="48"/>
                    </a:lnTo>
                    <a:lnTo>
                      <a:pt x="68" y="46"/>
                    </a:lnTo>
                    <a:lnTo>
                      <a:pt x="66" y="42"/>
                    </a:lnTo>
                    <a:lnTo>
                      <a:pt x="64" y="38"/>
                    </a:lnTo>
                    <a:lnTo>
                      <a:pt x="64" y="34"/>
                    </a:lnTo>
                    <a:lnTo>
                      <a:pt x="62" y="32"/>
                    </a:lnTo>
                    <a:lnTo>
                      <a:pt x="62" y="3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4" name="Google Shape;504;p8"/>
              <p:cNvSpPr/>
              <p:nvPr/>
            </p:nvSpPr>
            <p:spPr>
              <a:xfrm>
                <a:off x="834" y="1898"/>
                <a:ext cx="108" cy="200"/>
              </a:xfrm>
              <a:custGeom>
                <a:avLst/>
                <a:gdLst/>
                <a:ahLst/>
                <a:cxnLst/>
                <a:rect l="l" t="t" r="r" b="b"/>
                <a:pathLst>
                  <a:path w="108" h="200" extrusionOk="0">
                    <a:moveTo>
                      <a:pt x="40" y="2"/>
                    </a:moveTo>
                    <a:lnTo>
                      <a:pt x="38" y="2"/>
                    </a:lnTo>
                    <a:lnTo>
                      <a:pt x="36" y="2"/>
                    </a:lnTo>
                    <a:lnTo>
                      <a:pt x="32" y="0"/>
                    </a:lnTo>
                    <a:lnTo>
                      <a:pt x="28" y="0"/>
                    </a:lnTo>
                    <a:lnTo>
                      <a:pt x="24" y="2"/>
                    </a:lnTo>
                    <a:lnTo>
                      <a:pt x="14" y="16"/>
                    </a:lnTo>
                    <a:lnTo>
                      <a:pt x="14" y="16"/>
                    </a:lnTo>
                    <a:lnTo>
                      <a:pt x="16" y="18"/>
                    </a:lnTo>
                    <a:lnTo>
                      <a:pt x="16" y="22"/>
                    </a:lnTo>
                    <a:lnTo>
                      <a:pt x="16" y="26"/>
                    </a:lnTo>
                    <a:lnTo>
                      <a:pt x="14" y="32"/>
                    </a:lnTo>
                    <a:lnTo>
                      <a:pt x="14" y="32"/>
                    </a:lnTo>
                    <a:lnTo>
                      <a:pt x="10" y="36"/>
                    </a:lnTo>
                    <a:lnTo>
                      <a:pt x="8" y="38"/>
                    </a:lnTo>
                    <a:lnTo>
                      <a:pt x="6" y="44"/>
                    </a:lnTo>
                    <a:lnTo>
                      <a:pt x="4" y="48"/>
                    </a:lnTo>
                    <a:lnTo>
                      <a:pt x="4" y="52"/>
                    </a:lnTo>
                    <a:lnTo>
                      <a:pt x="6" y="56"/>
                    </a:lnTo>
                    <a:lnTo>
                      <a:pt x="14" y="54"/>
                    </a:lnTo>
                    <a:lnTo>
                      <a:pt x="14" y="56"/>
                    </a:lnTo>
                    <a:lnTo>
                      <a:pt x="12" y="58"/>
                    </a:lnTo>
                    <a:lnTo>
                      <a:pt x="12" y="60"/>
                    </a:lnTo>
                    <a:lnTo>
                      <a:pt x="12" y="64"/>
                    </a:lnTo>
                    <a:lnTo>
                      <a:pt x="12" y="66"/>
                    </a:lnTo>
                    <a:lnTo>
                      <a:pt x="14" y="70"/>
                    </a:lnTo>
                    <a:lnTo>
                      <a:pt x="16" y="72"/>
                    </a:lnTo>
                    <a:lnTo>
                      <a:pt x="24" y="76"/>
                    </a:lnTo>
                    <a:lnTo>
                      <a:pt x="24" y="80"/>
                    </a:lnTo>
                    <a:lnTo>
                      <a:pt x="24" y="82"/>
                    </a:lnTo>
                    <a:lnTo>
                      <a:pt x="22" y="84"/>
                    </a:lnTo>
                    <a:lnTo>
                      <a:pt x="22" y="86"/>
                    </a:lnTo>
                    <a:lnTo>
                      <a:pt x="20" y="90"/>
                    </a:lnTo>
                    <a:lnTo>
                      <a:pt x="18" y="94"/>
                    </a:lnTo>
                    <a:lnTo>
                      <a:pt x="18" y="96"/>
                    </a:lnTo>
                    <a:lnTo>
                      <a:pt x="20" y="98"/>
                    </a:lnTo>
                    <a:lnTo>
                      <a:pt x="22" y="100"/>
                    </a:lnTo>
                    <a:lnTo>
                      <a:pt x="32" y="92"/>
                    </a:lnTo>
                    <a:lnTo>
                      <a:pt x="44" y="94"/>
                    </a:lnTo>
                    <a:lnTo>
                      <a:pt x="36" y="102"/>
                    </a:lnTo>
                    <a:lnTo>
                      <a:pt x="34" y="114"/>
                    </a:lnTo>
                    <a:lnTo>
                      <a:pt x="40" y="114"/>
                    </a:lnTo>
                    <a:lnTo>
                      <a:pt x="40" y="128"/>
                    </a:lnTo>
                    <a:lnTo>
                      <a:pt x="22" y="128"/>
                    </a:lnTo>
                    <a:lnTo>
                      <a:pt x="22" y="138"/>
                    </a:lnTo>
                    <a:lnTo>
                      <a:pt x="28" y="140"/>
                    </a:lnTo>
                    <a:lnTo>
                      <a:pt x="20" y="152"/>
                    </a:lnTo>
                    <a:lnTo>
                      <a:pt x="20" y="154"/>
                    </a:lnTo>
                    <a:lnTo>
                      <a:pt x="18" y="154"/>
                    </a:lnTo>
                    <a:lnTo>
                      <a:pt x="18" y="156"/>
                    </a:lnTo>
                    <a:lnTo>
                      <a:pt x="18" y="158"/>
                    </a:lnTo>
                    <a:lnTo>
                      <a:pt x="18" y="160"/>
                    </a:lnTo>
                    <a:lnTo>
                      <a:pt x="20" y="160"/>
                    </a:lnTo>
                    <a:lnTo>
                      <a:pt x="38" y="164"/>
                    </a:lnTo>
                    <a:lnTo>
                      <a:pt x="48" y="160"/>
                    </a:lnTo>
                    <a:lnTo>
                      <a:pt x="52" y="158"/>
                    </a:lnTo>
                    <a:lnTo>
                      <a:pt x="52" y="160"/>
                    </a:lnTo>
                    <a:lnTo>
                      <a:pt x="52" y="162"/>
                    </a:lnTo>
                    <a:lnTo>
                      <a:pt x="48" y="164"/>
                    </a:lnTo>
                    <a:lnTo>
                      <a:pt x="44" y="166"/>
                    </a:lnTo>
                    <a:lnTo>
                      <a:pt x="20" y="176"/>
                    </a:lnTo>
                    <a:lnTo>
                      <a:pt x="0" y="196"/>
                    </a:lnTo>
                    <a:lnTo>
                      <a:pt x="10" y="200"/>
                    </a:lnTo>
                    <a:lnTo>
                      <a:pt x="28" y="190"/>
                    </a:lnTo>
                    <a:lnTo>
                      <a:pt x="36" y="188"/>
                    </a:lnTo>
                    <a:lnTo>
                      <a:pt x="58" y="188"/>
                    </a:lnTo>
                    <a:lnTo>
                      <a:pt x="84" y="182"/>
                    </a:lnTo>
                    <a:lnTo>
                      <a:pt x="108" y="174"/>
                    </a:lnTo>
                    <a:lnTo>
                      <a:pt x="96" y="164"/>
                    </a:lnTo>
                    <a:lnTo>
                      <a:pt x="98" y="164"/>
                    </a:lnTo>
                    <a:lnTo>
                      <a:pt x="100" y="162"/>
                    </a:lnTo>
                    <a:lnTo>
                      <a:pt x="102" y="158"/>
                    </a:lnTo>
                    <a:lnTo>
                      <a:pt x="102" y="154"/>
                    </a:lnTo>
                    <a:lnTo>
                      <a:pt x="102" y="150"/>
                    </a:lnTo>
                    <a:lnTo>
                      <a:pt x="102" y="148"/>
                    </a:lnTo>
                    <a:lnTo>
                      <a:pt x="100" y="146"/>
                    </a:lnTo>
                    <a:lnTo>
                      <a:pt x="98" y="142"/>
                    </a:lnTo>
                    <a:lnTo>
                      <a:pt x="94" y="140"/>
                    </a:lnTo>
                    <a:lnTo>
                      <a:pt x="90" y="138"/>
                    </a:lnTo>
                    <a:lnTo>
                      <a:pt x="88" y="136"/>
                    </a:lnTo>
                    <a:lnTo>
                      <a:pt x="86" y="132"/>
                    </a:lnTo>
                    <a:lnTo>
                      <a:pt x="84" y="120"/>
                    </a:lnTo>
                    <a:lnTo>
                      <a:pt x="78" y="108"/>
                    </a:lnTo>
                    <a:lnTo>
                      <a:pt x="66" y="100"/>
                    </a:lnTo>
                    <a:lnTo>
                      <a:pt x="66" y="94"/>
                    </a:lnTo>
                    <a:lnTo>
                      <a:pt x="64" y="84"/>
                    </a:lnTo>
                    <a:lnTo>
                      <a:pt x="60" y="72"/>
                    </a:lnTo>
                    <a:lnTo>
                      <a:pt x="56" y="68"/>
                    </a:lnTo>
                    <a:lnTo>
                      <a:pt x="48" y="62"/>
                    </a:lnTo>
                    <a:lnTo>
                      <a:pt x="56" y="44"/>
                    </a:lnTo>
                    <a:lnTo>
                      <a:pt x="56" y="44"/>
                    </a:lnTo>
                    <a:lnTo>
                      <a:pt x="56" y="42"/>
                    </a:lnTo>
                    <a:lnTo>
                      <a:pt x="54" y="38"/>
                    </a:lnTo>
                    <a:lnTo>
                      <a:pt x="52" y="36"/>
                    </a:lnTo>
                    <a:lnTo>
                      <a:pt x="52" y="34"/>
                    </a:lnTo>
                    <a:lnTo>
                      <a:pt x="48" y="34"/>
                    </a:lnTo>
                    <a:lnTo>
                      <a:pt x="46" y="32"/>
                    </a:lnTo>
                    <a:lnTo>
                      <a:pt x="44" y="32"/>
                    </a:lnTo>
                    <a:lnTo>
                      <a:pt x="44" y="30"/>
                    </a:lnTo>
                    <a:lnTo>
                      <a:pt x="36" y="28"/>
                    </a:lnTo>
                    <a:lnTo>
                      <a:pt x="34" y="28"/>
                    </a:lnTo>
                    <a:lnTo>
                      <a:pt x="34" y="26"/>
                    </a:lnTo>
                    <a:lnTo>
                      <a:pt x="34" y="22"/>
                    </a:lnTo>
                    <a:lnTo>
                      <a:pt x="34" y="20"/>
                    </a:lnTo>
                    <a:lnTo>
                      <a:pt x="36" y="16"/>
                    </a:lnTo>
                    <a:lnTo>
                      <a:pt x="38" y="14"/>
                    </a:lnTo>
                    <a:lnTo>
                      <a:pt x="40" y="12"/>
                    </a:lnTo>
                    <a:lnTo>
                      <a:pt x="40" y="8"/>
                    </a:lnTo>
                    <a:lnTo>
                      <a:pt x="42" y="6"/>
                    </a:lnTo>
                    <a:lnTo>
                      <a:pt x="40" y="4"/>
                    </a:lnTo>
                    <a:lnTo>
                      <a:pt x="4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5" name="Google Shape;505;p8"/>
              <p:cNvSpPr/>
              <p:nvPr/>
            </p:nvSpPr>
            <p:spPr>
              <a:xfrm>
                <a:off x="812" y="1980"/>
                <a:ext cx="36" cy="32"/>
              </a:xfrm>
              <a:custGeom>
                <a:avLst/>
                <a:gdLst/>
                <a:ahLst/>
                <a:cxnLst/>
                <a:rect l="l" t="t" r="r" b="b"/>
                <a:pathLst>
                  <a:path w="36" h="32" extrusionOk="0">
                    <a:moveTo>
                      <a:pt x="16" y="0"/>
                    </a:moveTo>
                    <a:lnTo>
                      <a:pt x="16" y="0"/>
                    </a:lnTo>
                    <a:lnTo>
                      <a:pt x="18" y="0"/>
                    </a:lnTo>
                    <a:lnTo>
                      <a:pt x="20" y="0"/>
                    </a:lnTo>
                    <a:lnTo>
                      <a:pt x="24" y="0"/>
                    </a:lnTo>
                    <a:lnTo>
                      <a:pt x="28" y="0"/>
                    </a:lnTo>
                    <a:lnTo>
                      <a:pt x="30" y="2"/>
                    </a:lnTo>
                    <a:lnTo>
                      <a:pt x="32" y="6"/>
                    </a:lnTo>
                    <a:lnTo>
                      <a:pt x="32" y="6"/>
                    </a:lnTo>
                    <a:lnTo>
                      <a:pt x="34" y="8"/>
                    </a:lnTo>
                    <a:lnTo>
                      <a:pt x="36" y="12"/>
                    </a:lnTo>
                    <a:lnTo>
                      <a:pt x="36" y="16"/>
                    </a:lnTo>
                    <a:lnTo>
                      <a:pt x="36" y="22"/>
                    </a:lnTo>
                    <a:lnTo>
                      <a:pt x="32" y="28"/>
                    </a:lnTo>
                    <a:lnTo>
                      <a:pt x="32" y="28"/>
                    </a:lnTo>
                    <a:lnTo>
                      <a:pt x="30" y="30"/>
                    </a:lnTo>
                    <a:lnTo>
                      <a:pt x="28" y="32"/>
                    </a:lnTo>
                    <a:lnTo>
                      <a:pt x="26" y="30"/>
                    </a:lnTo>
                    <a:lnTo>
                      <a:pt x="24" y="30"/>
                    </a:lnTo>
                    <a:lnTo>
                      <a:pt x="20" y="30"/>
                    </a:lnTo>
                    <a:lnTo>
                      <a:pt x="18" y="28"/>
                    </a:lnTo>
                    <a:lnTo>
                      <a:pt x="16" y="26"/>
                    </a:lnTo>
                    <a:lnTo>
                      <a:pt x="16" y="24"/>
                    </a:lnTo>
                    <a:lnTo>
                      <a:pt x="16" y="20"/>
                    </a:lnTo>
                    <a:lnTo>
                      <a:pt x="14" y="18"/>
                    </a:lnTo>
                    <a:lnTo>
                      <a:pt x="14" y="18"/>
                    </a:lnTo>
                    <a:lnTo>
                      <a:pt x="14" y="18"/>
                    </a:lnTo>
                    <a:lnTo>
                      <a:pt x="12" y="20"/>
                    </a:lnTo>
                    <a:lnTo>
                      <a:pt x="10" y="22"/>
                    </a:lnTo>
                    <a:lnTo>
                      <a:pt x="8" y="22"/>
                    </a:lnTo>
                    <a:lnTo>
                      <a:pt x="6" y="20"/>
                    </a:lnTo>
                    <a:lnTo>
                      <a:pt x="4" y="18"/>
                    </a:lnTo>
                    <a:lnTo>
                      <a:pt x="2" y="18"/>
                    </a:lnTo>
                    <a:lnTo>
                      <a:pt x="0" y="14"/>
                    </a:lnTo>
                    <a:lnTo>
                      <a:pt x="0" y="12"/>
                    </a:lnTo>
                    <a:lnTo>
                      <a:pt x="2" y="8"/>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6" name="Google Shape;506;p8"/>
              <p:cNvSpPr/>
              <p:nvPr/>
            </p:nvSpPr>
            <p:spPr>
              <a:xfrm>
                <a:off x="1016" y="1928"/>
                <a:ext cx="36" cy="62"/>
              </a:xfrm>
              <a:custGeom>
                <a:avLst/>
                <a:gdLst/>
                <a:ahLst/>
                <a:cxnLst/>
                <a:rect l="l" t="t" r="r" b="b"/>
                <a:pathLst>
                  <a:path w="36" h="62" extrusionOk="0">
                    <a:moveTo>
                      <a:pt x="30" y="58"/>
                    </a:moveTo>
                    <a:lnTo>
                      <a:pt x="30" y="46"/>
                    </a:lnTo>
                    <a:lnTo>
                      <a:pt x="30" y="44"/>
                    </a:lnTo>
                    <a:lnTo>
                      <a:pt x="30" y="42"/>
                    </a:lnTo>
                    <a:lnTo>
                      <a:pt x="28" y="38"/>
                    </a:lnTo>
                    <a:lnTo>
                      <a:pt x="30" y="36"/>
                    </a:lnTo>
                    <a:lnTo>
                      <a:pt x="30" y="32"/>
                    </a:lnTo>
                    <a:lnTo>
                      <a:pt x="32" y="30"/>
                    </a:lnTo>
                    <a:lnTo>
                      <a:pt x="36" y="28"/>
                    </a:lnTo>
                    <a:lnTo>
                      <a:pt x="36" y="28"/>
                    </a:lnTo>
                    <a:lnTo>
                      <a:pt x="36" y="24"/>
                    </a:lnTo>
                    <a:lnTo>
                      <a:pt x="34" y="22"/>
                    </a:lnTo>
                    <a:lnTo>
                      <a:pt x="34" y="18"/>
                    </a:lnTo>
                    <a:lnTo>
                      <a:pt x="32" y="16"/>
                    </a:lnTo>
                    <a:lnTo>
                      <a:pt x="32" y="16"/>
                    </a:lnTo>
                    <a:lnTo>
                      <a:pt x="30" y="12"/>
                    </a:lnTo>
                    <a:lnTo>
                      <a:pt x="30" y="8"/>
                    </a:lnTo>
                    <a:lnTo>
                      <a:pt x="30" y="4"/>
                    </a:lnTo>
                    <a:lnTo>
                      <a:pt x="28" y="0"/>
                    </a:lnTo>
                    <a:lnTo>
                      <a:pt x="28" y="0"/>
                    </a:lnTo>
                    <a:lnTo>
                      <a:pt x="24" y="0"/>
                    </a:lnTo>
                    <a:lnTo>
                      <a:pt x="2" y="20"/>
                    </a:lnTo>
                    <a:lnTo>
                      <a:pt x="2" y="22"/>
                    </a:lnTo>
                    <a:lnTo>
                      <a:pt x="0" y="26"/>
                    </a:lnTo>
                    <a:lnTo>
                      <a:pt x="0" y="32"/>
                    </a:lnTo>
                    <a:lnTo>
                      <a:pt x="0" y="36"/>
                    </a:lnTo>
                    <a:lnTo>
                      <a:pt x="2" y="40"/>
                    </a:lnTo>
                    <a:lnTo>
                      <a:pt x="2" y="44"/>
                    </a:lnTo>
                    <a:lnTo>
                      <a:pt x="2" y="46"/>
                    </a:lnTo>
                    <a:lnTo>
                      <a:pt x="10" y="54"/>
                    </a:lnTo>
                    <a:lnTo>
                      <a:pt x="10" y="62"/>
                    </a:lnTo>
                    <a:lnTo>
                      <a:pt x="30" y="5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7" name="Google Shape;507;p8"/>
              <p:cNvSpPr/>
              <p:nvPr/>
            </p:nvSpPr>
            <p:spPr>
              <a:xfrm>
                <a:off x="1066" y="1590"/>
                <a:ext cx="168" cy="390"/>
              </a:xfrm>
              <a:custGeom>
                <a:avLst/>
                <a:gdLst/>
                <a:ahLst/>
                <a:cxnLst/>
                <a:rect l="l" t="t" r="r" b="b"/>
                <a:pathLst>
                  <a:path w="168" h="390" extrusionOk="0">
                    <a:moveTo>
                      <a:pt x="0" y="280"/>
                    </a:moveTo>
                    <a:lnTo>
                      <a:pt x="0" y="282"/>
                    </a:lnTo>
                    <a:lnTo>
                      <a:pt x="0" y="286"/>
                    </a:lnTo>
                    <a:lnTo>
                      <a:pt x="0" y="292"/>
                    </a:lnTo>
                    <a:lnTo>
                      <a:pt x="0" y="296"/>
                    </a:lnTo>
                    <a:lnTo>
                      <a:pt x="0" y="300"/>
                    </a:lnTo>
                    <a:lnTo>
                      <a:pt x="0" y="302"/>
                    </a:lnTo>
                    <a:lnTo>
                      <a:pt x="0" y="308"/>
                    </a:lnTo>
                    <a:lnTo>
                      <a:pt x="0" y="312"/>
                    </a:lnTo>
                    <a:lnTo>
                      <a:pt x="0" y="318"/>
                    </a:lnTo>
                    <a:lnTo>
                      <a:pt x="0" y="322"/>
                    </a:lnTo>
                    <a:lnTo>
                      <a:pt x="0" y="322"/>
                    </a:lnTo>
                    <a:lnTo>
                      <a:pt x="0" y="350"/>
                    </a:lnTo>
                    <a:lnTo>
                      <a:pt x="12" y="368"/>
                    </a:lnTo>
                    <a:lnTo>
                      <a:pt x="16" y="388"/>
                    </a:lnTo>
                    <a:lnTo>
                      <a:pt x="24" y="390"/>
                    </a:lnTo>
                    <a:lnTo>
                      <a:pt x="36" y="386"/>
                    </a:lnTo>
                    <a:lnTo>
                      <a:pt x="38" y="382"/>
                    </a:lnTo>
                    <a:lnTo>
                      <a:pt x="42" y="378"/>
                    </a:lnTo>
                    <a:lnTo>
                      <a:pt x="46" y="374"/>
                    </a:lnTo>
                    <a:lnTo>
                      <a:pt x="50" y="372"/>
                    </a:lnTo>
                    <a:lnTo>
                      <a:pt x="54" y="372"/>
                    </a:lnTo>
                    <a:lnTo>
                      <a:pt x="54" y="370"/>
                    </a:lnTo>
                    <a:lnTo>
                      <a:pt x="60" y="360"/>
                    </a:lnTo>
                    <a:lnTo>
                      <a:pt x="64" y="346"/>
                    </a:lnTo>
                    <a:lnTo>
                      <a:pt x="66" y="334"/>
                    </a:lnTo>
                    <a:lnTo>
                      <a:pt x="66" y="328"/>
                    </a:lnTo>
                    <a:lnTo>
                      <a:pt x="66" y="320"/>
                    </a:lnTo>
                    <a:lnTo>
                      <a:pt x="84" y="300"/>
                    </a:lnTo>
                    <a:lnTo>
                      <a:pt x="88" y="296"/>
                    </a:lnTo>
                    <a:lnTo>
                      <a:pt x="92" y="290"/>
                    </a:lnTo>
                    <a:lnTo>
                      <a:pt x="92" y="286"/>
                    </a:lnTo>
                    <a:lnTo>
                      <a:pt x="94" y="282"/>
                    </a:lnTo>
                    <a:lnTo>
                      <a:pt x="94" y="278"/>
                    </a:lnTo>
                    <a:lnTo>
                      <a:pt x="92" y="278"/>
                    </a:lnTo>
                    <a:lnTo>
                      <a:pt x="92" y="272"/>
                    </a:lnTo>
                    <a:lnTo>
                      <a:pt x="90" y="268"/>
                    </a:lnTo>
                    <a:lnTo>
                      <a:pt x="86" y="266"/>
                    </a:lnTo>
                    <a:lnTo>
                      <a:pt x="82" y="264"/>
                    </a:lnTo>
                    <a:lnTo>
                      <a:pt x="80" y="264"/>
                    </a:lnTo>
                    <a:lnTo>
                      <a:pt x="78" y="262"/>
                    </a:lnTo>
                    <a:lnTo>
                      <a:pt x="76" y="262"/>
                    </a:lnTo>
                    <a:lnTo>
                      <a:pt x="78" y="228"/>
                    </a:lnTo>
                    <a:lnTo>
                      <a:pt x="78" y="230"/>
                    </a:lnTo>
                    <a:lnTo>
                      <a:pt x="78" y="230"/>
                    </a:lnTo>
                    <a:lnTo>
                      <a:pt x="78" y="232"/>
                    </a:lnTo>
                    <a:lnTo>
                      <a:pt x="78" y="232"/>
                    </a:lnTo>
                    <a:lnTo>
                      <a:pt x="78" y="232"/>
                    </a:lnTo>
                    <a:lnTo>
                      <a:pt x="78" y="230"/>
                    </a:lnTo>
                    <a:lnTo>
                      <a:pt x="80" y="226"/>
                    </a:lnTo>
                    <a:lnTo>
                      <a:pt x="80" y="218"/>
                    </a:lnTo>
                    <a:lnTo>
                      <a:pt x="82" y="212"/>
                    </a:lnTo>
                    <a:lnTo>
                      <a:pt x="84" y="208"/>
                    </a:lnTo>
                    <a:lnTo>
                      <a:pt x="86" y="204"/>
                    </a:lnTo>
                    <a:lnTo>
                      <a:pt x="88" y="200"/>
                    </a:lnTo>
                    <a:lnTo>
                      <a:pt x="90" y="196"/>
                    </a:lnTo>
                    <a:lnTo>
                      <a:pt x="94" y="194"/>
                    </a:lnTo>
                    <a:lnTo>
                      <a:pt x="98" y="190"/>
                    </a:lnTo>
                    <a:lnTo>
                      <a:pt x="104" y="188"/>
                    </a:lnTo>
                    <a:lnTo>
                      <a:pt x="106" y="184"/>
                    </a:lnTo>
                    <a:lnTo>
                      <a:pt x="110" y="184"/>
                    </a:lnTo>
                    <a:lnTo>
                      <a:pt x="110" y="182"/>
                    </a:lnTo>
                    <a:lnTo>
                      <a:pt x="116" y="176"/>
                    </a:lnTo>
                    <a:lnTo>
                      <a:pt x="120" y="170"/>
                    </a:lnTo>
                    <a:lnTo>
                      <a:pt x="122" y="164"/>
                    </a:lnTo>
                    <a:lnTo>
                      <a:pt x="122" y="158"/>
                    </a:lnTo>
                    <a:lnTo>
                      <a:pt x="122" y="156"/>
                    </a:lnTo>
                    <a:lnTo>
                      <a:pt x="122" y="154"/>
                    </a:lnTo>
                    <a:lnTo>
                      <a:pt x="122" y="140"/>
                    </a:lnTo>
                    <a:lnTo>
                      <a:pt x="134" y="130"/>
                    </a:lnTo>
                    <a:lnTo>
                      <a:pt x="144" y="120"/>
                    </a:lnTo>
                    <a:lnTo>
                      <a:pt x="156" y="118"/>
                    </a:lnTo>
                    <a:lnTo>
                      <a:pt x="166" y="120"/>
                    </a:lnTo>
                    <a:lnTo>
                      <a:pt x="166" y="120"/>
                    </a:lnTo>
                    <a:lnTo>
                      <a:pt x="168" y="118"/>
                    </a:lnTo>
                    <a:lnTo>
                      <a:pt x="168" y="116"/>
                    </a:lnTo>
                    <a:lnTo>
                      <a:pt x="166" y="114"/>
                    </a:lnTo>
                    <a:lnTo>
                      <a:pt x="162" y="106"/>
                    </a:lnTo>
                    <a:lnTo>
                      <a:pt x="158" y="96"/>
                    </a:lnTo>
                    <a:lnTo>
                      <a:pt x="154" y="86"/>
                    </a:lnTo>
                    <a:lnTo>
                      <a:pt x="152" y="80"/>
                    </a:lnTo>
                    <a:lnTo>
                      <a:pt x="152" y="78"/>
                    </a:lnTo>
                    <a:lnTo>
                      <a:pt x="152" y="76"/>
                    </a:lnTo>
                    <a:lnTo>
                      <a:pt x="152" y="72"/>
                    </a:lnTo>
                    <a:lnTo>
                      <a:pt x="152" y="72"/>
                    </a:lnTo>
                    <a:lnTo>
                      <a:pt x="154" y="70"/>
                    </a:lnTo>
                    <a:lnTo>
                      <a:pt x="156" y="68"/>
                    </a:lnTo>
                    <a:lnTo>
                      <a:pt x="158" y="64"/>
                    </a:lnTo>
                    <a:lnTo>
                      <a:pt x="158" y="60"/>
                    </a:lnTo>
                    <a:lnTo>
                      <a:pt x="156" y="56"/>
                    </a:lnTo>
                    <a:lnTo>
                      <a:pt x="152" y="50"/>
                    </a:lnTo>
                    <a:lnTo>
                      <a:pt x="142" y="42"/>
                    </a:lnTo>
                    <a:lnTo>
                      <a:pt x="140" y="38"/>
                    </a:lnTo>
                    <a:lnTo>
                      <a:pt x="136" y="32"/>
                    </a:lnTo>
                    <a:lnTo>
                      <a:pt x="132" y="28"/>
                    </a:lnTo>
                    <a:lnTo>
                      <a:pt x="130" y="24"/>
                    </a:lnTo>
                    <a:lnTo>
                      <a:pt x="126" y="22"/>
                    </a:lnTo>
                    <a:lnTo>
                      <a:pt x="124" y="20"/>
                    </a:lnTo>
                    <a:lnTo>
                      <a:pt x="122" y="20"/>
                    </a:lnTo>
                    <a:lnTo>
                      <a:pt x="118" y="0"/>
                    </a:lnTo>
                    <a:lnTo>
                      <a:pt x="116" y="2"/>
                    </a:lnTo>
                    <a:lnTo>
                      <a:pt x="114" y="4"/>
                    </a:lnTo>
                    <a:lnTo>
                      <a:pt x="110" y="6"/>
                    </a:lnTo>
                    <a:lnTo>
                      <a:pt x="106" y="10"/>
                    </a:lnTo>
                    <a:lnTo>
                      <a:pt x="102" y="14"/>
                    </a:lnTo>
                    <a:lnTo>
                      <a:pt x="98" y="18"/>
                    </a:lnTo>
                    <a:lnTo>
                      <a:pt x="94" y="22"/>
                    </a:lnTo>
                    <a:lnTo>
                      <a:pt x="92" y="24"/>
                    </a:lnTo>
                    <a:lnTo>
                      <a:pt x="90" y="26"/>
                    </a:lnTo>
                    <a:lnTo>
                      <a:pt x="88" y="28"/>
                    </a:lnTo>
                    <a:lnTo>
                      <a:pt x="86" y="32"/>
                    </a:lnTo>
                    <a:lnTo>
                      <a:pt x="84" y="36"/>
                    </a:lnTo>
                    <a:lnTo>
                      <a:pt x="82" y="40"/>
                    </a:lnTo>
                    <a:lnTo>
                      <a:pt x="80" y="44"/>
                    </a:lnTo>
                    <a:lnTo>
                      <a:pt x="78" y="48"/>
                    </a:lnTo>
                    <a:lnTo>
                      <a:pt x="78" y="52"/>
                    </a:lnTo>
                    <a:lnTo>
                      <a:pt x="76" y="56"/>
                    </a:lnTo>
                    <a:lnTo>
                      <a:pt x="72" y="60"/>
                    </a:lnTo>
                    <a:lnTo>
                      <a:pt x="72" y="82"/>
                    </a:lnTo>
                    <a:lnTo>
                      <a:pt x="70" y="82"/>
                    </a:lnTo>
                    <a:lnTo>
                      <a:pt x="70" y="84"/>
                    </a:lnTo>
                    <a:lnTo>
                      <a:pt x="66" y="88"/>
                    </a:lnTo>
                    <a:lnTo>
                      <a:pt x="64" y="92"/>
                    </a:lnTo>
                    <a:lnTo>
                      <a:pt x="60" y="96"/>
                    </a:lnTo>
                    <a:lnTo>
                      <a:pt x="56" y="100"/>
                    </a:lnTo>
                    <a:lnTo>
                      <a:pt x="54" y="104"/>
                    </a:lnTo>
                    <a:lnTo>
                      <a:pt x="50" y="106"/>
                    </a:lnTo>
                    <a:lnTo>
                      <a:pt x="48" y="106"/>
                    </a:lnTo>
                    <a:lnTo>
                      <a:pt x="46" y="122"/>
                    </a:lnTo>
                    <a:lnTo>
                      <a:pt x="36" y="140"/>
                    </a:lnTo>
                    <a:lnTo>
                      <a:pt x="34" y="164"/>
                    </a:lnTo>
                    <a:lnTo>
                      <a:pt x="12" y="178"/>
                    </a:lnTo>
                    <a:lnTo>
                      <a:pt x="16" y="184"/>
                    </a:lnTo>
                    <a:lnTo>
                      <a:pt x="16" y="234"/>
                    </a:lnTo>
                    <a:lnTo>
                      <a:pt x="14" y="260"/>
                    </a:lnTo>
                    <a:lnTo>
                      <a:pt x="14" y="262"/>
                    </a:lnTo>
                    <a:lnTo>
                      <a:pt x="14" y="264"/>
                    </a:lnTo>
                    <a:lnTo>
                      <a:pt x="14" y="266"/>
                    </a:lnTo>
                    <a:lnTo>
                      <a:pt x="12" y="270"/>
                    </a:lnTo>
                    <a:lnTo>
                      <a:pt x="12" y="274"/>
                    </a:lnTo>
                    <a:lnTo>
                      <a:pt x="8" y="278"/>
                    </a:lnTo>
                    <a:lnTo>
                      <a:pt x="4" y="280"/>
                    </a:lnTo>
                    <a:lnTo>
                      <a:pt x="0" y="2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8" name="Google Shape;508;p8"/>
              <p:cNvSpPr/>
              <p:nvPr/>
            </p:nvSpPr>
            <p:spPr>
              <a:xfrm>
                <a:off x="1184" y="1562"/>
                <a:ext cx="124" cy="310"/>
              </a:xfrm>
              <a:custGeom>
                <a:avLst/>
                <a:gdLst/>
                <a:ahLst/>
                <a:cxnLst/>
                <a:rect l="l" t="t" r="r" b="b"/>
                <a:pathLst>
                  <a:path w="124" h="310" extrusionOk="0">
                    <a:moveTo>
                      <a:pt x="102" y="46"/>
                    </a:moveTo>
                    <a:lnTo>
                      <a:pt x="102" y="62"/>
                    </a:lnTo>
                    <a:lnTo>
                      <a:pt x="122" y="82"/>
                    </a:lnTo>
                    <a:lnTo>
                      <a:pt x="122" y="112"/>
                    </a:lnTo>
                    <a:lnTo>
                      <a:pt x="110" y="126"/>
                    </a:lnTo>
                    <a:lnTo>
                      <a:pt x="112" y="128"/>
                    </a:lnTo>
                    <a:lnTo>
                      <a:pt x="112" y="130"/>
                    </a:lnTo>
                    <a:lnTo>
                      <a:pt x="114" y="134"/>
                    </a:lnTo>
                    <a:lnTo>
                      <a:pt x="116" y="140"/>
                    </a:lnTo>
                    <a:lnTo>
                      <a:pt x="118" y="144"/>
                    </a:lnTo>
                    <a:lnTo>
                      <a:pt x="118" y="146"/>
                    </a:lnTo>
                    <a:lnTo>
                      <a:pt x="118" y="152"/>
                    </a:lnTo>
                    <a:lnTo>
                      <a:pt x="116" y="164"/>
                    </a:lnTo>
                    <a:lnTo>
                      <a:pt x="114" y="182"/>
                    </a:lnTo>
                    <a:lnTo>
                      <a:pt x="114" y="200"/>
                    </a:lnTo>
                    <a:lnTo>
                      <a:pt x="114" y="212"/>
                    </a:lnTo>
                    <a:lnTo>
                      <a:pt x="118" y="218"/>
                    </a:lnTo>
                    <a:lnTo>
                      <a:pt x="122" y="222"/>
                    </a:lnTo>
                    <a:lnTo>
                      <a:pt x="124" y="234"/>
                    </a:lnTo>
                    <a:lnTo>
                      <a:pt x="124" y="254"/>
                    </a:lnTo>
                    <a:lnTo>
                      <a:pt x="124" y="258"/>
                    </a:lnTo>
                    <a:lnTo>
                      <a:pt x="124" y="260"/>
                    </a:lnTo>
                    <a:lnTo>
                      <a:pt x="122" y="260"/>
                    </a:lnTo>
                    <a:lnTo>
                      <a:pt x="90" y="292"/>
                    </a:lnTo>
                    <a:lnTo>
                      <a:pt x="90" y="294"/>
                    </a:lnTo>
                    <a:lnTo>
                      <a:pt x="92" y="294"/>
                    </a:lnTo>
                    <a:lnTo>
                      <a:pt x="90" y="294"/>
                    </a:lnTo>
                    <a:lnTo>
                      <a:pt x="88" y="294"/>
                    </a:lnTo>
                    <a:lnTo>
                      <a:pt x="84" y="292"/>
                    </a:lnTo>
                    <a:lnTo>
                      <a:pt x="80" y="292"/>
                    </a:lnTo>
                    <a:lnTo>
                      <a:pt x="76" y="294"/>
                    </a:lnTo>
                    <a:lnTo>
                      <a:pt x="72" y="296"/>
                    </a:lnTo>
                    <a:lnTo>
                      <a:pt x="68" y="298"/>
                    </a:lnTo>
                    <a:lnTo>
                      <a:pt x="54" y="302"/>
                    </a:lnTo>
                    <a:lnTo>
                      <a:pt x="52" y="302"/>
                    </a:lnTo>
                    <a:lnTo>
                      <a:pt x="48" y="304"/>
                    </a:lnTo>
                    <a:lnTo>
                      <a:pt x="44" y="304"/>
                    </a:lnTo>
                    <a:lnTo>
                      <a:pt x="38" y="306"/>
                    </a:lnTo>
                    <a:lnTo>
                      <a:pt x="34" y="310"/>
                    </a:lnTo>
                    <a:lnTo>
                      <a:pt x="24" y="306"/>
                    </a:lnTo>
                    <a:lnTo>
                      <a:pt x="22" y="304"/>
                    </a:lnTo>
                    <a:lnTo>
                      <a:pt x="20" y="304"/>
                    </a:lnTo>
                    <a:lnTo>
                      <a:pt x="16" y="300"/>
                    </a:lnTo>
                    <a:lnTo>
                      <a:pt x="12" y="298"/>
                    </a:lnTo>
                    <a:lnTo>
                      <a:pt x="8" y="294"/>
                    </a:lnTo>
                    <a:lnTo>
                      <a:pt x="6" y="292"/>
                    </a:lnTo>
                    <a:lnTo>
                      <a:pt x="4" y="288"/>
                    </a:lnTo>
                    <a:lnTo>
                      <a:pt x="4" y="286"/>
                    </a:lnTo>
                    <a:lnTo>
                      <a:pt x="4" y="284"/>
                    </a:lnTo>
                    <a:lnTo>
                      <a:pt x="4" y="278"/>
                    </a:lnTo>
                    <a:lnTo>
                      <a:pt x="4" y="272"/>
                    </a:lnTo>
                    <a:lnTo>
                      <a:pt x="4" y="268"/>
                    </a:lnTo>
                    <a:lnTo>
                      <a:pt x="4" y="262"/>
                    </a:lnTo>
                    <a:lnTo>
                      <a:pt x="4" y="230"/>
                    </a:lnTo>
                    <a:lnTo>
                      <a:pt x="4" y="228"/>
                    </a:lnTo>
                    <a:lnTo>
                      <a:pt x="6" y="224"/>
                    </a:lnTo>
                    <a:lnTo>
                      <a:pt x="8" y="218"/>
                    </a:lnTo>
                    <a:lnTo>
                      <a:pt x="12" y="212"/>
                    </a:lnTo>
                    <a:lnTo>
                      <a:pt x="20" y="206"/>
                    </a:lnTo>
                    <a:lnTo>
                      <a:pt x="42" y="186"/>
                    </a:lnTo>
                    <a:lnTo>
                      <a:pt x="46" y="184"/>
                    </a:lnTo>
                    <a:lnTo>
                      <a:pt x="50" y="178"/>
                    </a:lnTo>
                    <a:lnTo>
                      <a:pt x="56" y="170"/>
                    </a:lnTo>
                    <a:lnTo>
                      <a:pt x="56" y="158"/>
                    </a:lnTo>
                    <a:lnTo>
                      <a:pt x="48" y="148"/>
                    </a:lnTo>
                    <a:lnTo>
                      <a:pt x="48" y="148"/>
                    </a:lnTo>
                    <a:lnTo>
                      <a:pt x="50" y="146"/>
                    </a:lnTo>
                    <a:lnTo>
                      <a:pt x="50" y="146"/>
                    </a:lnTo>
                    <a:lnTo>
                      <a:pt x="50" y="144"/>
                    </a:lnTo>
                    <a:lnTo>
                      <a:pt x="48" y="142"/>
                    </a:lnTo>
                    <a:lnTo>
                      <a:pt x="42" y="132"/>
                    </a:lnTo>
                    <a:lnTo>
                      <a:pt x="38" y="122"/>
                    </a:lnTo>
                    <a:lnTo>
                      <a:pt x="34" y="110"/>
                    </a:lnTo>
                    <a:lnTo>
                      <a:pt x="34" y="100"/>
                    </a:lnTo>
                    <a:lnTo>
                      <a:pt x="34" y="100"/>
                    </a:lnTo>
                    <a:lnTo>
                      <a:pt x="36" y="98"/>
                    </a:lnTo>
                    <a:lnTo>
                      <a:pt x="38" y="96"/>
                    </a:lnTo>
                    <a:lnTo>
                      <a:pt x="40" y="94"/>
                    </a:lnTo>
                    <a:lnTo>
                      <a:pt x="40" y="90"/>
                    </a:lnTo>
                    <a:lnTo>
                      <a:pt x="38" y="86"/>
                    </a:lnTo>
                    <a:lnTo>
                      <a:pt x="36" y="82"/>
                    </a:lnTo>
                    <a:lnTo>
                      <a:pt x="32" y="76"/>
                    </a:lnTo>
                    <a:lnTo>
                      <a:pt x="24" y="70"/>
                    </a:lnTo>
                    <a:lnTo>
                      <a:pt x="22" y="68"/>
                    </a:lnTo>
                    <a:lnTo>
                      <a:pt x="22" y="66"/>
                    </a:lnTo>
                    <a:lnTo>
                      <a:pt x="18" y="62"/>
                    </a:lnTo>
                    <a:lnTo>
                      <a:pt x="16" y="56"/>
                    </a:lnTo>
                    <a:lnTo>
                      <a:pt x="10" y="52"/>
                    </a:lnTo>
                    <a:lnTo>
                      <a:pt x="4" y="48"/>
                    </a:lnTo>
                    <a:lnTo>
                      <a:pt x="0" y="28"/>
                    </a:lnTo>
                    <a:lnTo>
                      <a:pt x="2" y="26"/>
                    </a:lnTo>
                    <a:lnTo>
                      <a:pt x="10" y="20"/>
                    </a:lnTo>
                    <a:lnTo>
                      <a:pt x="18" y="16"/>
                    </a:lnTo>
                    <a:lnTo>
                      <a:pt x="28" y="16"/>
                    </a:lnTo>
                    <a:lnTo>
                      <a:pt x="38" y="22"/>
                    </a:lnTo>
                    <a:lnTo>
                      <a:pt x="40" y="24"/>
                    </a:lnTo>
                    <a:lnTo>
                      <a:pt x="48" y="24"/>
                    </a:lnTo>
                    <a:lnTo>
                      <a:pt x="58" y="22"/>
                    </a:lnTo>
                    <a:lnTo>
                      <a:pt x="66" y="20"/>
                    </a:lnTo>
                    <a:lnTo>
                      <a:pt x="72" y="14"/>
                    </a:lnTo>
                    <a:lnTo>
                      <a:pt x="72" y="14"/>
                    </a:lnTo>
                    <a:lnTo>
                      <a:pt x="72" y="12"/>
                    </a:lnTo>
                    <a:lnTo>
                      <a:pt x="74" y="8"/>
                    </a:lnTo>
                    <a:lnTo>
                      <a:pt x="76" y="6"/>
                    </a:lnTo>
                    <a:lnTo>
                      <a:pt x="78" y="2"/>
                    </a:lnTo>
                    <a:lnTo>
                      <a:pt x="82" y="2"/>
                    </a:lnTo>
                    <a:lnTo>
                      <a:pt x="86" y="0"/>
                    </a:lnTo>
                    <a:lnTo>
                      <a:pt x="92" y="2"/>
                    </a:lnTo>
                    <a:lnTo>
                      <a:pt x="122" y="18"/>
                    </a:lnTo>
                    <a:lnTo>
                      <a:pt x="120" y="20"/>
                    </a:lnTo>
                    <a:lnTo>
                      <a:pt x="120" y="22"/>
                    </a:lnTo>
                    <a:lnTo>
                      <a:pt x="116" y="26"/>
                    </a:lnTo>
                    <a:lnTo>
                      <a:pt x="110" y="28"/>
                    </a:lnTo>
                    <a:lnTo>
                      <a:pt x="102" y="4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9" name="Google Shape;509;p8"/>
              <p:cNvSpPr/>
              <p:nvPr/>
            </p:nvSpPr>
            <p:spPr>
              <a:xfrm>
                <a:off x="1044" y="2000"/>
                <a:ext cx="54" cy="84"/>
              </a:xfrm>
              <a:custGeom>
                <a:avLst/>
                <a:gdLst/>
                <a:ahLst/>
                <a:cxnLst/>
                <a:rect l="l" t="t" r="r" b="b"/>
                <a:pathLst>
                  <a:path w="54" h="84" extrusionOk="0">
                    <a:moveTo>
                      <a:pt x="26" y="84"/>
                    </a:moveTo>
                    <a:lnTo>
                      <a:pt x="18" y="80"/>
                    </a:lnTo>
                    <a:lnTo>
                      <a:pt x="12" y="80"/>
                    </a:lnTo>
                    <a:lnTo>
                      <a:pt x="4" y="82"/>
                    </a:lnTo>
                    <a:lnTo>
                      <a:pt x="2" y="80"/>
                    </a:lnTo>
                    <a:lnTo>
                      <a:pt x="0" y="78"/>
                    </a:lnTo>
                    <a:lnTo>
                      <a:pt x="2" y="76"/>
                    </a:lnTo>
                    <a:lnTo>
                      <a:pt x="2" y="74"/>
                    </a:lnTo>
                    <a:lnTo>
                      <a:pt x="4" y="72"/>
                    </a:lnTo>
                    <a:lnTo>
                      <a:pt x="4" y="72"/>
                    </a:lnTo>
                    <a:lnTo>
                      <a:pt x="4" y="64"/>
                    </a:lnTo>
                    <a:lnTo>
                      <a:pt x="4" y="62"/>
                    </a:lnTo>
                    <a:lnTo>
                      <a:pt x="8" y="58"/>
                    </a:lnTo>
                    <a:lnTo>
                      <a:pt x="10" y="56"/>
                    </a:lnTo>
                    <a:lnTo>
                      <a:pt x="12" y="54"/>
                    </a:lnTo>
                    <a:lnTo>
                      <a:pt x="14" y="54"/>
                    </a:lnTo>
                    <a:lnTo>
                      <a:pt x="10" y="52"/>
                    </a:lnTo>
                    <a:lnTo>
                      <a:pt x="10" y="48"/>
                    </a:lnTo>
                    <a:lnTo>
                      <a:pt x="10" y="46"/>
                    </a:lnTo>
                    <a:lnTo>
                      <a:pt x="10" y="46"/>
                    </a:lnTo>
                    <a:lnTo>
                      <a:pt x="10" y="44"/>
                    </a:lnTo>
                    <a:lnTo>
                      <a:pt x="12" y="44"/>
                    </a:lnTo>
                    <a:lnTo>
                      <a:pt x="14" y="42"/>
                    </a:lnTo>
                    <a:lnTo>
                      <a:pt x="16" y="40"/>
                    </a:lnTo>
                    <a:lnTo>
                      <a:pt x="16" y="38"/>
                    </a:lnTo>
                    <a:lnTo>
                      <a:pt x="16" y="36"/>
                    </a:lnTo>
                    <a:lnTo>
                      <a:pt x="16" y="36"/>
                    </a:lnTo>
                    <a:lnTo>
                      <a:pt x="12" y="30"/>
                    </a:lnTo>
                    <a:lnTo>
                      <a:pt x="12" y="28"/>
                    </a:lnTo>
                    <a:lnTo>
                      <a:pt x="16" y="28"/>
                    </a:lnTo>
                    <a:lnTo>
                      <a:pt x="18" y="28"/>
                    </a:lnTo>
                    <a:lnTo>
                      <a:pt x="20" y="28"/>
                    </a:lnTo>
                    <a:lnTo>
                      <a:pt x="22" y="28"/>
                    </a:lnTo>
                    <a:lnTo>
                      <a:pt x="20" y="28"/>
                    </a:lnTo>
                    <a:lnTo>
                      <a:pt x="16" y="26"/>
                    </a:lnTo>
                    <a:lnTo>
                      <a:pt x="14" y="26"/>
                    </a:lnTo>
                    <a:lnTo>
                      <a:pt x="12" y="26"/>
                    </a:lnTo>
                    <a:lnTo>
                      <a:pt x="10" y="26"/>
                    </a:lnTo>
                    <a:lnTo>
                      <a:pt x="10" y="24"/>
                    </a:lnTo>
                    <a:lnTo>
                      <a:pt x="10" y="20"/>
                    </a:lnTo>
                    <a:lnTo>
                      <a:pt x="10" y="14"/>
                    </a:lnTo>
                    <a:lnTo>
                      <a:pt x="10" y="14"/>
                    </a:lnTo>
                    <a:lnTo>
                      <a:pt x="12" y="16"/>
                    </a:lnTo>
                    <a:lnTo>
                      <a:pt x="14" y="14"/>
                    </a:lnTo>
                    <a:lnTo>
                      <a:pt x="16" y="14"/>
                    </a:lnTo>
                    <a:lnTo>
                      <a:pt x="20" y="10"/>
                    </a:lnTo>
                    <a:lnTo>
                      <a:pt x="32" y="0"/>
                    </a:lnTo>
                    <a:lnTo>
                      <a:pt x="38" y="2"/>
                    </a:lnTo>
                    <a:lnTo>
                      <a:pt x="46" y="12"/>
                    </a:lnTo>
                    <a:lnTo>
                      <a:pt x="46" y="12"/>
                    </a:lnTo>
                    <a:lnTo>
                      <a:pt x="46" y="16"/>
                    </a:lnTo>
                    <a:lnTo>
                      <a:pt x="46" y="20"/>
                    </a:lnTo>
                    <a:lnTo>
                      <a:pt x="46" y="24"/>
                    </a:lnTo>
                    <a:lnTo>
                      <a:pt x="46" y="28"/>
                    </a:lnTo>
                    <a:lnTo>
                      <a:pt x="46" y="28"/>
                    </a:lnTo>
                    <a:lnTo>
                      <a:pt x="46" y="30"/>
                    </a:lnTo>
                    <a:lnTo>
                      <a:pt x="46" y="32"/>
                    </a:lnTo>
                    <a:lnTo>
                      <a:pt x="46" y="34"/>
                    </a:lnTo>
                    <a:lnTo>
                      <a:pt x="42" y="34"/>
                    </a:lnTo>
                    <a:lnTo>
                      <a:pt x="42" y="36"/>
                    </a:lnTo>
                    <a:lnTo>
                      <a:pt x="44" y="36"/>
                    </a:lnTo>
                    <a:lnTo>
                      <a:pt x="46" y="40"/>
                    </a:lnTo>
                    <a:lnTo>
                      <a:pt x="48" y="42"/>
                    </a:lnTo>
                    <a:lnTo>
                      <a:pt x="50" y="42"/>
                    </a:lnTo>
                    <a:lnTo>
                      <a:pt x="50" y="44"/>
                    </a:lnTo>
                    <a:lnTo>
                      <a:pt x="52" y="46"/>
                    </a:lnTo>
                    <a:lnTo>
                      <a:pt x="54" y="48"/>
                    </a:lnTo>
                    <a:lnTo>
                      <a:pt x="54" y="50"/>
                    </a:lnTo>
                    <a:lnTo>
                      <a:pt x="52" y="52"/>
                    </a:lnTo>
                    <a:lnTo>
                      <a:pt x="52" y="52"/>
                    </a:lnTo>
                    <a:lnTo>
                      <a:pt x="50" y="54"/>
                    </a:lnTo>
                    <a:lnTo>
                      <a:pt x="48" y="56"/>
                    </a:lnTo>
                    <a:lnTo>
                      <a:pt x="48" y="56"/>
                    </a:lnTo>
                    <a:lnTo>
                      <a:pt x="48" y="58"/>
                    </a:lnTo>
                    <a:lnTo>
                      <a:pt x="48" y="58"/>
                    </a:lnTo>
                    <a:lnTo>
                      <a:pt x="50" y="60"/>
                    </a:lnTo>
                    <a:lnTo>
                      <a:pt x="50" y="62"/>
                    </a:lnTo>
                    <a:lnTo>
                      <a:pt x="50" y="64"/>
                    </a:lnTo>
                    <a:lnTo>
                      <a:pt x="48" y="66"/>
                    </a:lnTo>
                    <a:lnTo>
                      <a:pt x="48" y="68"/>
                    </a:lnTo>
                    <a:lnTo>
                      <a:pt x="50" y="70"/>
                    </a:lnTo>
                    <a:lnTo>
                      <a:pt x="48" y="70"/>
                    </a:lnTo>
                    <a:lnTo>
                      <a:pt x="48" y="72"/>
                    </a:lnTo>
                    <a:lnTo>
                      <a:pt x="50" y="74"/>
                    </a:lnTo>
                    <a:lnTo>
                      <a:pt x="50" y="76"/>
                    </a:lnTo>
                    <a:lnTo>
                      <a:pt x="50" y="78"/>
                    </a:lnTo>
                    <a:lnTo>
                      <a:pt x="48" y="80"/>
                    </a:lnTo>
                    <a:lnTo>
                      <a:pt x="48" y="80"/>
                    </a:lnTo>
                    <a:lnTo>
                      <a:pt x="46" y="76"/>
                    </a:lnTo>
                    <a:lnTo>
                      <a:pt x="44" y="76"/>
                    </a:lnTo>
                    <a:lnTo>
                      <a:pt x="44" y="76"/>
                    </a:lnTo>
                    <a:lnTo>
                      <a:pt x="46" y="80"/>
                    </a:lnTo>
                    <a:lnTo>
                      <a:pt x="44" y="80"/>
                    </a:lnTo>
                    <a:lnTo>
                      <a:pt x="42" y="80"/>
                    </a:lnTo>
                    <a:lnTo>
                      <a:pt x="40" y="82"/>
                    </a:lnTo>
                    <a:lnTo>
                      <a:pt x="38" y="82"/>
                    </a:lnTo>
                    <a:lnTo>
                      <a:pt x="38" y="82"/>
                    </a:lnTo>
                    <a:lnTo>
                      <a:pt x="34" y="82"/>
                    </a:lnTo>
                    <a:lnTo>
                      <a:pt x="32" y="82"/>
                    </a:lnTo>
                    <a:lnTo>
                      <a:pt x="32" y="84"/>
                    </a:lnTo>
                    <a:lnTo>
                      <a:pt x="30" y="84"/>
                    </a:lnTo>
                    <a:lnTo>
                      <a:pt x="28" y="84"/>
                    </a:lnTo>
                    <a:lnTo>
                      <a:pt x="26" y="8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0" name="Google Shape;510;p8"/>
              <p:cNvSpPr/>
              <p:nvPr/>
            </p:nvSpPr>
            <p:spPr>
              <a:xfrm>
                <a:off x="1246" y="2242"/>
                <a:ext cx="224" cy="110"/>
              </a:xfrm>
              <a:custGeom>
                <a:avLst/>
                <a:gdLst/>
                <a:ahLst/>
                <a:cxnLst/>
                <a:rect l="l" t="t" r="r" b="b"/>
                <a:pathLst>
                  <a:path w="224" h="110" extrusionOk="0">
                    <a:moveTo>
                      <a:pt x="188" y="30"/>
                    </a:moveTo>
                    <a:lnTo>
                      <a:pt x="192" y="32"/>
                    </a:lnTo>
                    <a:lnTo>
                      <a:pt x="194" y="34"/>
                    </a:lnTo>
                    <a:lnTo>
                      <a:pt x="198" y="36"/>
                    </a:lnTo>
                    <a:lnTo>
                      <a:pt x="202" y="38"/>
                    </a:lnTo>
                    <a:lnTo>
                      <a:pt x="204" y="40"/>
                    </a:lnTo>
                    <a:lnTo>
                      <a:pt x="204" y="40"/>
                    </a:lnTo>
                    <a:lnTo>
                      <a:pt x="210" y="46"/>
                    </a:lnTo>
                    <a:lnTo>
                      <a:pt x="216" y="58"/>
                    </a:lnTo>
                    <a:lnTo>
                      <a:pt x="220" y="70"/>
                    </a:lnTo>
                    <a:lnTo>
                      <a:pt x="224" y="78"/>
                    </a:lnTo>
                    <a:lnTo>
                      <a:pt x="224" y="80"/>
                    </a:lnTo>
                    <a:lnTo>
                      <a:pt x="222" y="82"/>
                    </a:lnTo>
                    <a:lnTo>
                      <a:pt x="222" y="82"/>
                    </a:lnTo>
                    <a:lnTo>
                      <a:pt x="220" y="82"/>
                    </a:lnTo>
                    <a:lnTo>
                      <a:pt x="220" y="82"/>
                    </a:lnTo>
                    <a:lnTo>
                      <a:pt x="218" y="78"/>
                    </a:lnTo>
                    <a:lnTo>
                      <a:pt x="208" y="80"/>
                    </a:lnTo>
                    <a:lnTo>
                      <a:pt x="204" y="80"/>
                    </a:lnTo>
                    <a:lnTo>
                      <a:pt x="200" y="80"/>
                    </a:lnTo>
                    <a:lnTo>
                      <a:pt x="194" y="82"/>
                    </a:lnTo>
                    <a:lnTo>
                      <a:pt x="190" y="84"/>
                    </a:lnTo>
                    <a:lnTo>
                      <a:pt x="184" y="86"/>
                    </a:lnTo>
                    <a:lnTo>
                      <a:pt x="182" y="88"/>
                    </a:lnTo>
                    <a:lnTo>
                      <a:pt x="180" y="88"/>
                    </a:lnTo>
                    <a:lnTo>
                      <a:pt x="178" y="90"/>
                    </a:lnTo>
                    <a:lnTo>
                      <a:pt x="174" y="92"/>
                    </a:lnTo>
                    <a:lnTo>
                      <a:pt x="172" y="92"/>
                    </a:lnTo>
                    <a:lnTo>
                      <a:pt x="170" y="92"/>
                    </a:lnTo>
                    <a:lnTo>
                      <a:pt x="168" y="92"/>
                    </a:lnTo>
                    <a:lnTo>
                      <a:pt x="166" y="94"/>
                    </a:lnTo>
                    <a:lnTo>
                      <a:pt x="164" y="96"/>
                    </a:lnTo>
                    <a:lnTo>
                      <a:pt x="162" y="98"/>
                    </a:lnTo>
                    <a:lnTo>
                      <a:pt x="162" y="98"/>
                    </a:lnTo>
                    <a:lnTo>
                      <a:pt x="158" y="100"/>
                    </a:lnTo>
                    <a:lnTo>
                      <a:pt x="152" y="102"/>
                    </a:lnTo>
                    <a:lnTo>
                      <a:pt x="146" y="102"/>
                    </a:lnTo>
                    <a:lnTo>
                      <a:pt x="140" y="102"/>
                    </a:lnTo>
                    <a:lnTo>
                      <a:pt x="136" y="102"/>
                    </a:lnTo>
                    <a:lnTo>
                      <a:pt x="132" y="100"/>
                    </a:lnTo>
                    <a:lnTo>
                      <a:pt x="132" y="100"/>
                    </a:lnTo>
                    <a:lnTo>
                      <a:pt x="128" y="98"/>
                    </a:lnTo>
                    <a:lnTo>
                      <a:pt x="126" y="98"/>
                    </a:lnTo>
                    <a:lnTo>
                      <a:pt x="124" y="100"/>
                    </a:lnTo>
                    <a:lnTo>
                      <a:pt x="124" y="102"/>
                    </a:lnTo>
                    <a:lnTo>
                      <a:pt x="124" y="102"/>
                    </a:lnTo>
                    <a:lnTo>
                      <a:pt x="120" y="108"/>
                    </a:lnTo>
                    <a:lnTo>
                      <a:pt x="118" y="110"/>
                    </a:lnTo>
                    <a:lnTo>
                      <a:pt x="116" y="110"/>
                    </a:lnTo>
                    <a:lnTo>
                      <a:pt x="114" y="110"/>
                    </a:lnTo>
                    <a:lnTo>
                      <a:pt x="114" y="110"/>
                    </a:lnTo>
                    <a:lnTo>
                      <a:pt x="112" y="108"/>
                    </a:lnTo>
                    <a:lnTo>
                      <a:pt x="112" y="108"/>
                    </a:lnTo>
                    <a:lnTo>
                      <a:pt x="114" y="106"/>
                    </a:lnTo>
                    <a:lnTo>
                      <a:pt x="114" y="106"/>
                    </a:lnTo>
                    <a:lnTo>
                      <a:pt x="116" y="104"/>
                    </a:lnTo>
                    <a:lnTo>
                      <a:pt x="116" y="104"/>
                    </a:lnTo>
                    <a:lnTo>
                      <a:pt x="116" y="102"/>
                    </a:lnTo>
                    <a:lnTo>
                      <a:pt x="116" y="100"/>
                    </a:lnTo>
                    <a:lnTo>
                      <a:pt x="116" y="100"/>
                    </a:lnTo>
                    <a:lnTo>
                      <a:pt x="108" y="102"/>
                    </a:lnTo>
                    <a:lnTo>
                      <a:pt x="102" y="106"/>
                    </a:lnTo>
                    <a:lnTo>
                      <a:pt x="98" y="104"/>
                    </a:lnTo>
                    <a:lnTo>
                      <a:pt x="96" y="104"/>
                    </a:lnTo>
                    <a:lnTo>
                      <a:pt x="94" y="104"/>
                    </a:lnTo>
                    <a:lnTo>
                      <a:pt x="92" y="106"/>
                    </a:lnTo>
                    <a:lnTo>
                      <a:pt x="88" y="108"/>
                    </a:lnTo>
                    <a:lnTo>
                      <a:pt x="84" y="108"/>
                    </a:lnTo>
                    <a:lnTo>
                      <a:pt x="82" y="108"/>
                    </a:lnTo>
                    <a:lnTo>
                      <a:pt x="80" y="106"/>
                    </a:lnTo>
                    <a:lnTo>
                      <a:pt x="76" y="104"/>
                    </a:lnTo>
                    <a:lnTo>
                      <a:pt x="70" y="104"/>
                    </a:lnTo>
                    <a:lnTo>
                      <a:pt x="64" y="102"/>
                    </a:lnTo>
                    <a:lnTo>
                      <a:pt x="60" y="102"/>
                    </a:lnTo>
                    <a:lnTo>
                      <a:pt x="58" y="104"/>
                    </a:lnTo>
                    <a:lnTo>
                      <a:pt x="58" y="106"/>
                    </a:lnTo>
                    <a:lnTo>
                      <a:pt x="54" y="108"/>
                    </a:lnTo>
                    <a:lnTo>
                      <a:pt x="52" y="110"/>
                    </a:lnTo>
                    <a:lnTo>
                      <a:pt x="48" y="110"/>
                    </a:lnTo>
                    <a:lnTo>
                      <a:pt x="48" y="110"/>
                    </a:lnTo>
                    <a:lnTo>
                      <a:pt x="46" y="110"/>
                    </a:lnTo>
                    <a:lnTo>
                      <a:pt x="42" y="108"/>
                    </a:lnTo>
                    <a:lnTo>
                      <a:pt x="38" y="106"/>
                    </a:lnTo>
                    <a:lnTo>
                      <a:pt x="34" y="106"/>
                    </a:lnTo>
                    <a:lnTo>
                      <a:pt x="32" y="106"/>
                    </a:lnTo>
                    <a:lnTo>
                      <a:pt x="30" y="104"/>
                    </a:lnTo>
                    <a:lnTo>
                      <a:pt x="26" y="102"/>
                    </a:lnTo>
                    <a:lnTo>
                      <a:pt x="22" y="100"/>
                    </a:lnTo>
                    <a:lnTo>
                      <a:pt x="18" y="96"/>
                    </a:lnTo>
                    <a:lnTo>
                      <a:pt x="14" y="94"/>
                    </a:lnTo>
                    <a:lnTo>
                      <a:pt x="12" y="90"/>
                    </a:lnTo>
                    <a:lnTo>
                      <a:pt x="12" y="90"/>
                    </a:lnTo>
                    <a:lnTo>
                      <a:pt x="12" y="86"/>
                    </a:lnTo>
                    <a:lnTo>
                      <a:pt x="10" y="82"/>
                    </a:lnTo>
                    <a:lnTo>
                      <a:pt x="10" y="78"/>
                    </a:lnTo>
                    <a:lnTo>
                      <a:pt x="8" y="76"/>
                    </a:lnTo>
                    <a:lnTo>
                      <a:pt x="2" y="70"/>
                    </a:lnTo>
                    <a:lnTo>
                      <a:pt x="2" y="68"/>
                    </a:lnTo>
                    <a:lnTo>
                      <a:pt x="2" y="66"/>
                    </a:lnTo>
                    <a:lnTo>
                      <a:pt x="0" y="62"/>
                    </a:lnTo>
                    <a:lnTo>
                      <a:pt x="0" y="58"/>
                    </a:lnTo>
                    <a:lnTo>
                      <a:pt x="0" y="54"/>
                    </a:lnTo>
                    <a:lnTo>
                      <a:pt x="2" y="54"/>
                    </a:lnTo>
                    <a:lnTo>
                      <a:pt x="2" y="52"/>
                    </a:lnTo>
                    <a:lnTo>
                      <a:pt x="4" y="50"/>
                    </a:lnTo>
                    <a:lnTo>
                      <a:pt x="6" y="48"/>
                    </a:lnTo>
                    <a:lnTo>
                      <a:pt x="8" y="44"/>
                    </a:lnTo>
                    <a:lnTo>
                      <a:pt x="14" y="44"/>
                    </a:lnTo>
                    <a:lnTo>
                      <a:pt x="14" y="44"/>
                    </a:lnTo>
                    <a:lnTo>
                      <a:pt x="18" y="44"/>
                    </a:lnTo>
                    <a:lnTo>
                      <a:pt x="20" y="46"/>
                    </a:lnTo>
                    <a:lnTo>
                      <a:pt x="26" y="46"/>
                    </a:lnTo>
                    <a:lnTo>
                      <a:pt x="30" y="44"/>
                    </a:lnTo>
                    <a:lnTo>
                      <a:pt x="30" y="44"/>
                    </a:lnTo>
                    <a:lnTo>
                      <a:pt x="32" y="42"/>
                    </a:lnTo>
                    <a:lnTo>
                      <a:pt x="36" y="40"/>
                    </a:lnTo>
                    <a:lnTo>
                      <a:pt x="38" y="40"/>
                    </a:lnTo>
                    <a:lnTo>
                      <a:pt x="42" y="40"/>
                    </a:lnTo>
                    <a:lnTo>
                      <a:pt x="50" y="40"/>
                    </a:lnTo>
                    <a:lnTo>
                      <a:pt x="50" y="40"/>
                    </a:lnTo>
                    <a:lnTo>
                      <a:pt x="46" y="38"/>
                    </a:lnTo>
                    <a:lnTo>
                      <a:pt x="42" y="38"/>
                    </a:lnTo>
                    <a:lnTo>
                      <a:pt x="40" y="36"/>
                    </a:lnTo>
                    <a:lnTo>
                      <a:pt x="40" y="36"/>
                    </a:lnTo>
                    <a:lnTo>
                      <a:pt x="38" y="34"/>
                    </a:lnTo>
                    <a:lnTo>
                      <a:pt x="38" y="32"/>
                    </a:lnTo>
                    <a:lnTo>
                      <a:pt x="38" y="28"/>
                    </a:lnTo>
                    <a:lnTo>
                      <a:pt x="40" y="24"/>
                    </a:lnTo>
                    <a:lnTo>
                      <a:pt x="42" y="20"/>
                    </a:lnTo>
                    <a:lnTo>
                      <a:pt x="48" y="16"/>
                    </a:lnTo>
                    <a:lnTo>
                      <a:pt x="50" y="16"/>
                    </a:lnTo>
                    <a:lnTo>
                      <a:pt x="52" y="16"/>
                    </a:lnTo>
                    <a:lnTo>
                      <a:pt x="56" y="16"/>
                    </a:lnTo>
                    <a:lnTo>
                      <a:pt x="60" y="16"/>
                    </a:lnTo>
                    <a:lnTo>
                      <a:pt x="62" y="16"/>
                    </a:lnTo>
                    <a:lnTo>
                      <a:pt x="64" y="16"/>
                    </a:lnTo>
                    <a:lnTo>
                      <a:pt x="66" y="16"/>
                    </a:lnTo>
                    <a:lnTo>
                      <a:pt x="72" y="14"/>
                    </a:lnTo>
                    <a:lnTo>
                      <a:pt x="76" y="10"/>
                    </a:lnTo>
                    <a:lnTo>
                      <a:pt x="82" y="8"/>
                    </a:lnTo>
                    <a:lnTo>
                      <a:pt x="86" y="4"/>
                    </a:lnTo>
                    <a:lnTo>
                      <a:pt x="86" y="4"/>
                    </a:lnTo>
                    <a:lnTo>
                      <a:pt x="88" y="4"/>
                    </a:lnTo>
                    <a:lnTo>
                      <a:pt x="88" y="2"/>
                    </a:lnTo>
                    <a:lnTo>
                      <a:pt x="90" y="0"/>
                    </a:lnTo>
                    <a:lnTo>
                      <a:pt x="94" y="0"/>
                    </a:lnTo>
                    <a:lnTo>
                      <a:pt x="98" y="0"/>
                    </a:lnTo>
                    <a:lnTo>
                      <a:pt x="104" y="2"/>
                    </a:lnTo>
                    <a:lnTo>
                      <a:pt x="112" y="4"/>
                    </a:lnTo>
                    <a:lnTo>
                      <a:pt x="112" y="4"/>
                    </a:lnTo>
                    <a:lnTo>
                      <a:pt x="114" y="6"/>
                    </a:lnTo>
                    <a:lnTo>
                      <a:pt x="118" y="8"/>
                    </a:lnTo>
                    <a:lnTo>
                      <a:pt x="122" y="12"/>
                    </a:lnTo>
                    <a:lnTo>
                      <a:pt x="128" y="16"/>
                    </a:lnTo>
                    <a:lnTo>
                      <a:pt x="128" y="14"/>
                    </a:lnTo>
                    <a:lnTo>
                      <a:pt x="132" y="14"/>
                    </a:lnTo>
                    <a:lnTo>
                      <a:pt x="136" y="14"/>
                    </a:lnTo>
                    <a:lnTo>
                      <a:pt x="138" y="12"/>
                    </a:lnTo>
                    <a:lnTo>
                      <a:pt x="140" y="12"/>
                    </a:lnTo>
                    <a:lnTo>
                      <a:pt x="142" y="12"/>
                    </a:lnTo>
                    <a:lnTo>
                      <a:pt x="146" y="12"/>
                    </a:lnTo>
                    <a:lnTo>
                      <a:pt x="152" y="12"/>
                    </a:lnTo>
                    <a:lnTo>
                      <a:pt x="156" y="14"/>
                    </a:lnTo>
                    <a:lnTo>
                      <a:pt x="158" y="16"/>
                    </a:lnTo>
                    <a:lnTo>
                      <a:pt x="158" y="16"/>
                    </a:lnTo>
                    <a:lnTo>
                      <a:pt x="162" y="18"/>
                    </a:lnTo>
                    <a:lnTo>
                      <a:pt x="166" y="22"/>
                    </a:lnTo>
                    <a:lnTo>
                      <a:pt x="170" y="24"/>
                    </a:lnTo>
                    <a:lnTo>
                      <a:pt x="180" y="26"/>
                    </a:lnTo>
                    <a:lnTo>
                      <a:pt x="180" y="26"/>
                    </a:lnTo>
                    <a:lnTo>
                      <a:pt x="182" y="28"/>
                    </a:lnTo>
                    <a:lnTo>
                      <a:pt x="186" y="28"/>
                    </a:lnTo>
                    <a:lnTo>
                      <a:pt x="188" y="3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1" name="Google Shape;511;p8"/>
              <p:cNvSpPr/>
              <p:nvPr/>
            </p:nvSpPr>
            <p:spPr>
              <a:xfrm>
                <a:off x="1174" y="2172"/>
                <a:ext cx="110" cy="90"/>
              </a:xfrm>
              <a:custGeom>
                <a:avLst/>
                <a:gdLst/>
                <a:ahLst/>
                <a:cxnLst/>
                <a:rect l="l" t="t" r="r" b="b"/>
                <a:pathLst>
                  <a:path w="110" h="90" extrusionOk="0">
                    <a:moveTo>
                      <a:pt x="36" y="90"/>
                    </a:moveTo>
                    <a:lnTo>
                      <a:pt x="28" y="74"/>
                    </a:lnTo>
                    <a:lnTo>
                      <a:pt x="24" y="66"/>
                    </a:lnTo>
                    <a:lnTo>
                      <a:pt x="30" y="60"/>
                    </a:lnTo>
                    <a:lnTo>
                      <a:pt x="30" y="60"/>
                    </a:lnTo>
                    <a:lnTo>
                      <a:pt x="32" y="58"/>
                    </a:lnTo>
                    <a:lnTo>
                      <a:pt x="32" y="56"/>
                    </a:lnTo>
                    <a:lnTo>
                      <a:pt x="32" y="54"/>
                    </a:lnTo>
                    <a:lnTo>
                      <a:pt x="30" y="50"/>
                    </a:lnTo>
                    <a:lnTo>
                      <a:pt x="30" y="50"/>
                    </a:lnTo>
                    <a:lnTo>
                      <a:pt x="28" y="48"/>
                    </a:lnTo>
                    <a:lnTo>
                      <a:pt x="26" y="44"/>
                    </a:lnTo>
                    <a:lnTo>
                      <a:pt x="24" y="40"/>
                    </a:lnTo>
                    <a:lnTo>
                      <a:pt x="22" y="36"/>
                    </a:lnTo>
                    <a:lnTo>
                      <a:pt x="22" y="30"/>
                    </a:lnTo>
                    <a:lnTo>
                      <a:pt x="18" y="24"/>
                    </a:lnTo>
                    <a:lnTo>
                      <a:pt x="18" y="20"/>
                    </a:lnTo>
                    <a:lnTo>
                      <a:pt x="14" y="22"/>
                    </a:lnTo>
                    <a:lnTo>
                      <a:pt x="4" y="14"/>
                    </a:lnTo>
                    <a:lnTo>
                      <a:pt x="4" y="12"/>
                    </a:lnTo>
                    <a:lnTo>
                      <a:pt x="4" y="10"/>
                    </a:lnTo>
                    <a:lnTo>
                      <a:pt x="4" y="6"/>
                    </a:lnTo>
                    <a:lnTo>
                      <a:pt x="2" y="2"/>
                    </a:lnTo>
                    <a:lnTo>
                      <a:pt x="0" y="0"/>
                    </a:lnTo>
                    <a:lnTo>
                      <a:pt x="0" y="0"/>
                    </a:lnTo>
                    <a:lnTo>
                      <a:pt x="2" y="0"/>
                    </a:lnTo>
                    <a:lnTo>
                      <a:pt x="4" y="0"/>
                    </a:lnTo>
                    <a:lnTo>
                      <a:pt x="10" y="0"/>
                    </a:lnTo>
                    <a:lnTo>
                      <a:pt x="18" y="2"/>
                    </a:lnTo>
                    <a:lnTo>
                      <a:pt x="18" y="4"/>
                    </a:lnTo>
                    <a:lnTo>
                      <a:pt x="20" y="6"/>
                    </a:lnTo>
                    <a:lnTo>
                      <a:pt x="24" y="10"/>
                    </a:lnTo>
                    <a:lnTo>
                      <a:pt x="28" y="12"/>
                    </a:lnTo>
                    <a:lnTo>
                      <a:pt x="32" y="16"/>
                    </a:lnTo>
                    <a:lnTo>
                      <a:pt x="38" y="18"/>
                    </a:lnTo>
                    <a:lnTo>
                      <a:pt x="44" y="18"/>
                    </a:lnTo>
                    <a:lnTo>
                      <a:pt x="48" y="16"/>
                    </a:lnTo>
                    <a:lnTo>
                      <a:pt x="58" y="12"/>
                    </a:lnTo>
                    <a:lnTo>
                      <a:pt x="70" y="12"/>
                    </a:lnTo>
                    <a:lnTo>
                      <a:pt x="84" y="18"/>
                    </a:lnTo>
                    <a:lnTo>
                      <a:pt x="98" y="22"/>
                    </a:lnTo>
                    <a:lnTo>
                      <a:pt x="100" y="24"/>
                    </a:lnTo>
                    <a:lnTo>
                      <a:pt x="102" y="24"/>
                    </a:lnTo>
                    <a:lnTo>
                      <a:pt x="104" y="26"/>
                    </a:lnTo>
                    <a:lnTo>
                      <a:pt x="108" y="28"/>
                    </a:lnTo>
                    <a:lnTo>
                      <a:pt x="110" y="30"/>
                    </a:lnTo>
                    <a:lnTo>
                      <a:pt x="110" y="32"/>
                    </a:lnTo>
                    <a:lnTo>
                      <a:pt x="110" y="34"/>
                    </a:lnTo>
                    <a:lnTo>
                      <a:pt x="108" y="36"/>
                    </a:lnTo>
                    <a:lnTo>
                      <a:pt x="108" y="42"/>
                    </a:lnTo>
                    <a:lnTo>
                      <a:pt x="106" y="46"/>
                    </a:lnTo>
                    <a:lnTo>
                      <a:pt x="106" y="46"/>
                    </a:lnTo>
                    <a:lnTo>
                      <a:pt x="104" y="48"/>
                    </a:lnTo>
                    <a:lnTo>
                      <a:pt x="104" y="52"/>
                    </a:lnTo>
                    <a:lnTo>
                      <a:pt x="102" y="54"/>
                    </a:lnTo>
                    <a:lnTo>
                      <a:pt x="100" y="56"/>
                    </a:lnTo>
                    <a:lnTo>
                      <a:pt x="98" y="56"/>
                    </a:lnTo>
                    <a:lnTo>
                      <a:pt x="98" y="58"/>
                    </a:lnTo>
                    <a:lnTo>
                      <a:pt x="96" y="62"/>
                    </a:lnTo>
                    <a:lnTo>
                      <a:pt x="94" y="66"/>
                    </a:lnTo>
                    <a:lnTo>
                      <a:pt x="96" y="68"/>
                    </a:lnTo>
                    <a:lnTo>
                      <a:pt x="94" y="68"/>
                    </a:lnTo>
                    <a:lnTo>
                      <a:pt x="92" y="68"/>
                    </a:lnTo>
                    <a:lnTo>
                      <a:pt x="90" y="70"/>
                    </a:lnTo>
                    <a:lnTo>
                      <a:pt x="86" y="70"/>
                    </a:lnTo>
                    <a:lnTo>
                      <a:pt x="82" y="72"/>
                    </a:lnTo>
                    <a:lnTo>
                      <a:pt x="78" y="76"/>
                    </a:lnTo>
                    <a:lnTo>
                      <a:pt x="74" y="82"/>
                    </a:lnTo>
                    <a:lnTo>
                      <a:pt x="72" y="88"/>
                    </a:lnTo>
                    <a:lnTo>
                      <a:pt x="70" y="88"/>
                    </a:lnTo>
                    <a:lnTo>
                      <a:pt x="68" y="88"/>
                    </a:lnTo>
                    <a:lnTo>
                      <a:pt x="62" y="88"/>
                    </a:lnTo>
                    <a:lnTo>
                      <a:pt x="58" y="88"/>
                    </a:lnTo>
                    <a:lnTo>
                      <a:pt x="56" y="88"/>
                    </a:lnTo>
                    <a:lnTo>
                      <a:pt x="54" y="86"/>
                    </a:lnTo>
                    <a:lnTo>
                      <a:pt x="36" y="9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2" name="Google Shape;512;p8"/>
              <p:cNvSpPr/>
              <p:nvPr/>
            </p:nvSpPr>
            <p:spPr>
              <a:xfrm>
                <a:off x="1162" y="2258"/>
                <a:ext cx="84" cy="84"/>
              </a:xfrm>
              <a:custGeom>
                <a:avLst/>
                <a:gdLst/>
                <a:ahLst/>
                <a:cxnLst/>
                <a:rect l="l" t="t" r="r" b="b"/>
                <a:pathLst>
                  <a:path w="84" h="84" extrusionOk="0">
                    <a:moveTo>
                      <a:pt x="84" y="2"/>
                    </a:moveTo>
                    <a:lnTo>
                      <a:pt x="72" y="4"/>
                    </a:lnTo>
                    <a:lnTo>
                      <a:pt x="72" y="4"/>
                    </a:lnTo>
                    <a:lnTo>
                      <a:pt x="70" y="4"/>
                    </a:lnTo>
                    <a:lnTo>
                      <a:pt x="68" y="2"/>
                    </a:lnTo>
                    <a:lnTo>
                      <a:pt x="66" y="0"/>
                    </a:lnTo>
                    <a:lnTo>
                      <a:pt x="48" y="4"/>
                    </a:lnTo>
                    <a:lnTo>
                      <a:pt x="34" y="6"/>
                    </a:lnTo>
                    <a:lnTo>
                      <a:pt x="20" y="8"/>
                    </a:lnTo>
                    <a:lnTo>
                      <a:pt x="20" y="10"/>
                    </a:lnTo>
                    <a:lnTo>
                      <a:pt x="18" y="12"/>
                    </a:lnTo>
                    <a:lnTo>
                      <a:pt x="18" y="16"/>
                    </a:lnTo>
                    <a:lnTo>
                      <a:pt x="18" y="16"/>
                    </a:lnTo>
                    <a:lnTo>
                      <a:pt x="16" y="18"/>
                    </a:lnTo>
                    <a:lnTo>
                      <a:pt x="12" y="20"/>
                    </a:lnTo>
                    <a:lnTo>
                      <a:pt x="8" y="22"/>
                    </a:lnTo>
                    <a:lnTo>
                      <a:pt x="6" y="26"/>
                    </a:lnTo>
                    <a:lnTo>
                      <a:pt x="2" y="30"/>
                    </a:lnTo>
                    <a:lnTo>
                      <a:pt x="0" y="36"/>
                    </a:lnTo>
                    <a:lnTo>
                      <a:pt x="0" y="36"/>
                    </a:lnTo>
                    <a:lnTo>
                      <a:pt x="0" y="38"/>
                    </a:lnTo>
                    <a:lnTo>
                      <a:pt x="0" y="40"/>
                    </a:lnTo>
                    <a:lnTo>
                      <a:pt x="2" y="44"/>
                    </a:lnTo>
                    <a:lnTo>
                      <a:pt x="4" y="48"/>
                    </a:lnTo>
                    <a:lnTo>
                      <a:pt x="10" y="56"/>
                    </a:lnTo>
                    <a:lnTo>
                      <a:pt x="18" y="66"/>
                    </a:lnTo>
                    <a:lnTo>
                      <a:pt x="26" y="76"/>
                    </a:lnTo>
                    <a:lnTo>
                      <a:pt x="30" y="84"/>
                    </a:lnTo>
                    <a:lnTo>
                      <a:pt x="42" y="84"/>
                    </a:lnTo>
                    <a:lnTo>
                      <a:pt x="44" y="66"/>
                    </a:lnTo>
                    <a:lnTo>
                      <a:pt x="46" y="66"/>
                    </a:lnTo>
                    <a:lnTo>
                      <a:pt x="48" y="64"/>
                    </a:lnTo>
                    <a:lnTo>
                      <a:pt x="50" y="62"/>
                    </a:lnTo>
                    <a:lnTo>
                      <a:pt x="54" y="56"/>
                    </a:lnTo>
                    <a:lnTo>
                      <a:pt x="60" y="48"/>
                    </a:lnTo>
                    <a:lnTo>
                      <a:pt x="58" y="48"/>
                    </a:lnTo>
                    <a:lnTo>
                      <a:pt x="58" y="46"/>
                    </a:lnTo>
                    <a:lnTo>
                      <a:pt x="58" y="42"/>
                    </a:lnTo>
                    <a:lnTo>
                      <a:pt x="58" y="38"/>
                    </a:lnTo>
                    <a:lnTo>
                      <a:pt x="60" y="32"/>
                    </a:lnTo>
                    <a:lnTo>
                      <a:pt x="64" y="26"/>
                    </a:lnTo>
                    <a:lnTo>
                      <a:pt x="64" y="24"/>
                    </a:lnTo>
                    <a:lnTo>
                      <a:pt x="64" y="22"/>
                    </a:lnTo>
                    <a:lnTo>
                      <a:pt x="68" y="20"/>
                    </a:lnTo>
                    <a:lnTo>
                      <a:pt x="70" y="18"/>
                    </a:lnTo>
                    <a:lnTo>
                      <a:pt x="74" y="16"/>
                    </a:lnTo>
                    <a:lnTo>
                      <a:pt x="78" y="16"/>
                    </a:lnTo>
                    <a:lnTo>
                      <a:pt x="84" y="18"/>
                    </a:lnTo>
                    <a:lnTo>
                      <a:pt x="84"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3" name="Google Shape;513;p8"/>
              <p:cNvSpPr/>
              <p:nvPr/>
            </p:nvSpPr>
            <p:spPr>
              <a:xfrm>
                <a:off x="1154" y="2230"/>
                <a:ext cx="28" cy="64"/>
              </a:xfrm>
              <a:custGeom>
                <a:avLst/>
                <a:gdLst/>
                <a:ahLst/>
                <a:cxnLst/>
                <a:rect l="l" t="t" r="r" b="b"/>
                <a:pathLst>
                  <a:path w="28" h="64" extrusionOk="0">
                    <a:moveTo>
                      <a:pt x="0" y="20"/>
                    </a:moveTo>
                    <a:lnTo>
                      <a:pt x="8" y="28"/>
                    </a:lnTo>
                    <a:lnTo>
                      <a:pt x="10" y="28"/>
                    </a:lnTo>
                    <a:lnTo>
                      <a:pt x="10" y="32"/>
                    </a:lnTo>
                    <a:lnTo>
                      <a:pt x="12" y="36"/>
                    </a:lnTo>
                    <a:lnTo>
                      <a:pt x="12" y="40"/>
                    </a:lnTo>
                    <a:lnTo>
                      <a:pt x="10" y="40"/>
                    </a:lnTo>
                    <a:lnTo>
                      <a:pt x="10" y="40"/>
                    </a:lnTo>
                    <a:lnTo>
                      <a:pt x="10" y="44"/>
                    </a:lnTo>
                    <a:lnTo>
                      <a:pt x="8" y="48"/>
                    </a:lnTo>
                    <a:lnTo>
                      <a:pt x="8" y="54"/>
                    </a:lnTo>
                    <a:lnTo>
                      <a:pt x="8" y="54"/>
                    </a:lnTo>
                    <a:lnTo>
                      <a:pt x="8" y="58"/>
                    </a:lnTo>
                    <a:lnTo>
                      <a:pt x="8" y="60"/>
                    </a:lnTo>
                    <a:lnTo>
                      <a:pt x="8" y="64"/>
                    </a:lnTo>
                    <a:lnTo>
                      <a:pt x="8" y="62"/>
                    </a:lnTo>
                    <a:lnTo>
                      <a:pt x="8" y="60"/>
                    </a:lnTo>
                    <a:lnTo>
                      <a:pt x="10" y="58"/>
                    </a:lnTo>
                    <a:lnTo>
                      <a:pt x="14" y="54"/>
                    </a:lnTo>
                    <a:lnTo>
                      <a:pt x="18" y="50"/>
                    </a:lnTo>
                    <a:lnTo>
                      <a:pt x="26" y="44"/>
                    </a:lnTo>
                    <a:lnTo>
                      <a:pt x="26" y="42"/>
                    </a:lnTo>
                    <a:lnTo>
                      <a:pt x="26" y="40"/>
                    </a:lnTo>
                    <a:lnTo>
                      <a:pt x="28" y="38"/>
                    </a:lnTo>
                    <a:lnTo>
                      <a:pt x="28" y="36"/>
                    </a:lnTo>
                    <a:lnTo>
                      <a:pt x="28" y="36"/>
                    </a:lnTo>
                    <a:lnTo>
                      <a:pt x="26" y="34"/>
                    </a:lnTo>
                    <a:lnTo>
                      <a:pt x="26" y="32"/>
                    </a:lnTo>
                    <a:lnTo>
                      <a:pt x="26" y="28"/>
                    </a:lnTo>
                    <a:lnTo>
                      <a:pt x="26" y="24"/>
                    </a:lnTo>
                    <a:lnTo>
                      <a:pt x="26" y="22"/>
                    </a:lnTo>
                    <a:lnTo>
                      <a:pt x="26" y="18"/>
                    </a:lnTo>
                    <a:lnTo>
                      <a:pt x="24" y="14"/>
                    </a:lnTo>
                    <a:lnTo>
                      <a:pt x="22" y="8"/>
                    </a:lnTo>
                    <a:lnTo>
                      <a:pt x="20" y="4"/>
                    </a:lnTo>
                    <a:lnTo>
                      <a:pt x="20" y="4"/>
                    </a:lnTo>
                    <a:lnTo>
                      <a:pt x="18" y="2"/>
                    </a:lnTo>
                    <a:lnTo>
                      <a:pt x="16" y="0"/>
                    </a:lnTo>
                    <a:lnTo>
                      <a:pt x="12" y="0"/>
                    </a:lnTo>
                    <a:lnTo>
                      <a:pt x="8" y="0"/>
                    </a:lnTo>
                    <a:lnTo>
                      <a:pt x="8" y="0"/>
                    </a:lnTo>
                    <a:lnTo>
                      <a:pt x="6" y="2"/>
                    </a:lnTo>
                    <a:lnTo>
                      <a:pt x="6" y="2"/>
                    </a:lnTo>
                    <a:lnTo>
                      <a:pt x="0"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4" name="Google Shape;514;p8"/>
              <p:cNvSpPr/>
              <p:nvPr/>
            </p:nvSpPr>
            <p:spPr>
              <a:xfrm>
                <a:off x="1068" y="2152"/>
                <a:ext cx="142" cy="114"/>
              </a:xfrm>
              <a:custGeom>
                <a:avLst/>
                <a:gdLst/>
                <a:ahLst/>
                <a:cxnLst/>
                <a:rect l="l" t="t" r="r" b="b"/>
                <a:pathLst>
                  <a:path w="142" h="114" extrusionOk="0">
                    <a:moveTo>
                      <a:pt x="26" y="52"/>
                    </a:moveTo>
                    <a:lnTo>
                      <a:pt x="20" y="42"/>
                    </a:lnTo>
                    <a:lnTo>
                      <a:pt x="20" y="40"/>
                    </a:lnTo>
                    <a:lnTo>
                      <a:pt x="20" y="40"/>
                    </a:lnTo>
                    <a:lnTo>
                      <a:pt x="18" y="38"/>
                    </a:lnTo>
                    <a:lnTo>
                      <a:pt x="18" y="38"/>
                    </a:lnTo>
                    <a:lnTo>
                      <a:pt x="18" y="38"/>
                    </a:lnTo>
                    <a:lnTo>
                      <a:pt x="20" y="36"/>
                    </a:lnTo>
                    <a:lnTo>
                      <a:pt x="18" y="34"/>
                    </a:lnTo>
                    <a:lnTo>
                      <a:pt x="14" y="34"/>
                    </a:lnTo>
                    <a:lnTo>
                      <a:pt x="10" y="32"/>
                    </a:lnTo>
                    <a:lnTo>
                      <a:pt x="6" y="30"/>
                    </a:lnTo>
                    <a:lnTo>
                      <a:pt x="2" y="28"/>
                    </a:lnTo>
                    <a:lnTo>
                      <a:pt x="0" y="26"/>
                    </a:lnTo>
                    <a:lnTo>
                      <a:pt x="0" y="26"/>
                    </a:lnTo>
                    <a:lnTo>
                      <a:pt x="2" y="24"/>
                    </a:lnTo>
                    <a:lnTo>
                      <a:pt x="10" y="20"/>
                    </a:lnTo>
                    <a:lnTo>
                      <a:pt x="20" y="16"/>
                    </a:lnTo>
                    <a:lnTo>
                      <a:pt x="28" y="14"/>
                    </a:lnTo>
                    <a:lnTo>
                      <a:pt x="32" y="12"/>
                    </a:lnTo>
                    <a:lnTo>
                      <a:pt x="56" y="10"/>
                    </a:lnTo>
                    <a:lnTo>
                      <a:pt x="54" y="6"/>
                    </a:lnTo>
                    <a:lnTo>
                      <a:pt x="56" y="4"/>
                    </a:lnTo>
                    <a:lnTo>
                      <a:pt x="58" y="2"/>
                    </a:lnTo>
                    <a:lnTo>
                      <a:pt x="58" y="0"/>
                    </a:lnTo>
                    <a:lnTo>
                      <a:pt x="60" y="0"/>
                    </a:lnTo>
                    <a:lnTo>
                      <a:pt x="62" y="10"/>
                    </a:lnTo>
                    <a:lnTo>
                      <a:pt x="68" y="24"/>
                    </a:lnTo>
                    <a:lnTo>
                      <a:pt x="84" y="24"/>
                    </a:lnTo>
                    <a:lnTo>
                      <a:pt x="86" y="24"/>
                    </a:lnTo>
                    <a:lnTo>
                      <a:pt x="88" y="22"/>
                    </a:lnTo>
                    <a:lnTo>
                      <a:pt x="92" y="22"/>
                    </a:lnTo>
                    <a:lnTo>
                      <a:pt x="96" y="20"/>
                    </a:lnTo>
                    <a:lnTo>
                      <a:pt x="102" y="18"/>
                    </a:lnTo>
                    <a:lnTo>
                      <a:pt x="106" y="18"/>
                    </a:lnTo>
                    <a:lnTo>
                      <a:pt x="108" y="20"/>
                    </a:lnTo>
                    <a:lnTo>
                      <a:pt x="110" y="24"/>
                    </a:lnTo>
                    <a:lnTo>
                      <a:pt x="110" y="26"/>
                    </a:lnTo>
                    <a:lnTo>
                      <a:pt x="110" y="30"/>
                    </a:lnTo>
                    <a:lnTo>
                      <a:pt x="110" y="32"/>
                    </a:lnTo>
                    <a:lnTo>
                      <a:pt x="110" y="34"/>
                    </a:lnTo>
                    <a:lnTo>
                      <a:pt x="120" y="42"/>
                    </a:lnTo>
                    <a:lnTo>
                      <a:pt x="124" y="40"/>
                    </a:lnTo>
                    <a:lnTo>
                      <a:pt x="124" y="44"/>
                    </a:lnTo>
                    <a:lnTo>
                      <a:pt x="128" y="50"/>
                    </a:lnTo>
                    <a:lnTo>
                      <a:pt x="128" y="56"/>
                    </a:lnTo>
                    <a:lnTo>
                      <a:pt x="130" y="60"/>
                    </a:lnTo>
                    <a:lnTo>
                      <a:pt x="132" y="64"/>
                    </a:lnTo>
                    <a:lnTo>
                      <a:pt x="134" y="68"/>
                    </a:lnTo>
                    <a:lnTo>
                      <a:pt x="136" y="70"/>
                    </a:lnTo>
                    <a:lnTo>
                      <a:pt x="136" y="70"/>
                    </a:lnTo>
                    <a:lnTo>
                      <a:pt x="138" y="74"/>
                    </a:lnTo>
                    <a:lnTo>
                      <a:pt x="138" y="76"/>
                    </a:lnTo>
                    <a:lnTo>
                      <a:pt x="138" y="78"/>
                    </a:lnTo>
                    <a:lnTo>
                      <a:pt x="136" y="80"/>
                    </a:lnTo>
                    <a:lnTo>
                      <a:pt x="136" y="80"/>
                    </a:lnTo>
                    <a:lnTo>
                      <a:pt x="130" y="86"/>
                    </a:lnTo>
                    <a:lnTo>
                      <a:pt x="134" y="94"/>
                    </a:lnTo>
                    <a:lnTo>
                      <a:pt x="142" y="110"/>
                    </a:lnTo>
                    <a:lnTo>
                      <a:pt x="128" y="112"/>
                    </a:lnTo>
                    <a:lnTo>
                      <a:pt x="114" y="114"/>
                    </a:lnTo>
                    <a:lnTo>
                      <a:pt x="112" y="110"/>
                    </a:lnTo>
                    <a:lnTo>
                      <a:pt x="112" y="108"/>
                    </a:lnTo>
                    <a:lnTo>
                      <a:pt x="112" y="104"/>
                    </a:lnTo>
                    <a:lnTo>
                      <a:pt x="112" y="102"/>
                    </a:lnTo>
                    <a:lnTo>
                      <a:pt x="112" y="102"/>
                    </a:lnTo>
                    <a:lnTo>
                      <a:pt x="112" y="98"/>
                    </a:lnTo>
                    <a:lnTo>
                      <a:pt x="110" y="92"/>
                    </a:lnTo>
                    <a:lnTo>
                      <a:pt x="110" y="88"/>
                    </a:lnTo>
                    <a:lnTo>
                      <a:pt x="108" y="86"/>
                    </a:lnTo>
                    <a:lnTo>
                      <a:pt x="106" y="82"/>
                    </a:lnTo>
                    <a:lnTo>
                      <a:pt x="106" y="82"/>
                    </a:lnTo>
                    <a:lnTo>
                      <a:pt x="102" y="78"/>
                    </a:lnTo>
                    <a:lnTo>
                      <a:pt x="98" y="78"/>
                    </a:lnTo>
                    <a:lnTo>
                      <a:pt x="96" y="78"/>
                    </a:lnTo>
                    <a:lnTo>
                      <a:pt x="94" y="80"/>
                    </a:lnTo>
                    <a:lnTo>
                      <a:pt x="92" y="80"/>
                    </a:lnTo>
                    <a:lnTo>
                      <a:pt x="92" y="80"/>
                    </a:lnTo>
                    <a:lnTo>
                      <a:pt x="86" y="98"/>
                    </a:lnTo>
                    <a:lnTo>
                      <a:pt x="64" y="76"/>
                    </a:lnTo>
                    <a:lnTo>
                      <a:pt x="58" y="76"/>
                    </a:lnTo>
                    <a:lnTo>
                      <a:pt x="58" y="74"/>
                    </a:lnTo>
                    <a:lnTo>
                      <a:pt x="54" y="72"/>
                    </a:lnTo>
                    <a:lnTo>
                      <a:pt x="52" y="70"/>
                    </a:lnTo>
                    <a:lnTo>
                      <a:pt x="48" y="66"/>
                    </a:lnTo>
                    <a:lnTo>
                      <a:pt x="46" y="60"/>
                    </a:lnTo>
                    <a:lnTo>
                      <a:pt x="44" y="56"/>
                    </a:lnTo>
                    <a:lnTo>
                      <a:pt x="38" y="60"/>
                    </a:lnTo>
                    <a:lnTo>
                      <a:pt x="26" y="52"/>
                    </a:lnTo>
                  </a:path>
                </a:pathLst>
              </a:custGeom>
              <a:solidFill>
                <a:schemeClr val="accent6"/>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5" name="Google Shape;515;p8"/>
              <p:cNvSpPr/>
              <p:nvPr/>
            </p:nvSpPr>
            <p:spPr>
              <a:xfrm>
                <a:off x="1128" y="2118"/>
                <a:ext cx="76" cy="58"/>
              </a:xfrm>
              <a:custGeom>
                <a:avLst/>
                <a:gdLst/>
                <a:ahLst/>
                <a:cxnLst/>
                <a:rect l="l" t="t" r="r" b="b"/>
                <a:pathLst>
                  <a:path w="76" h="58" extrusionOk="0">
                    <a:moveTo>
                      <a:pt x="42" y="18"/>
                    </a:moveTo>
                    <a:lnTo>
                      <a:pt x="40" y="18"/>
                    </a:lnTo>
                    <a:lnTo>
                      <a:pt x="36" y="18"/>
                    </a:lnTo>
                    <a:lnTo>
                      <a:pt x="34" y="20"/>
                    </a:lnTo>
                    <a:lnTo>
                      <a:pt x="30" y="22"/>
                    </a:lnTo>
                    <a:lnTo>
                      <a:pt x="28" y="22"/>
                    </a:lnTo>
                    <a:lnTo>
                      <a:pt x="28" y="22"/>
                    </a:lnTo>
                    <a:lnTo>
                      <a:pt x="26" y="22"/>
                    </a:lnTo>
                    <a:lnTo>
                      <a:pt x="20" y="24"/>
                    </a:lnTo>
                    <a:lnTo>
                      <a:pt x="12" y="22"/>
                    </a:lnTo>
                    <a:lnTo>
                      <a:pt x="12" y="22"/>
                    </a:lnTo>
                    <a:lnTo>
                      <a:pt x="10" y="20"/>
                    </a:lnTo>
                    <a:lnTo>
                      <a:pt x="8" y="18"/>
                    </a:lnTo>
                    <a:lnTo>
                      <a:pt x="6" y="16"/>
                    </a:lnTo>
                    <a:lnTo>
                      <a:pt x="6" y="18"/>
                    </a:lnTo>
                    <a:lnTo>
                      <a:pt x="4" y="18"/>
                    </a:lnTo>
                    <a:lnTo>
                      <a:pt x="2" y="20"/>
                    </a:lnTo>
                    <a:lnTo>
                      <a:pt x="0" y="24"/>
                    </a:lnTo>
                    <a:lnTo>
                      <a:pt x="0" y="28"/>
                    </a:lnTo>
                    <a:lnTo>
                      <a:pt x="0" y="32"/>
                    </a:lnTo>
                    <a:lnTo>
                      <a:pt x="0" y="34"/>
                    </a:lnTo>
                    <a:lnTo>
                      <a:pt x="0" y="34"/>
                    </a:lnTo>
                    <a:lnTo>
                      <a:pt x="0" y="38"/>
                    </a:lnTo>
                    <a:lnTo>
                      <a:pt x="2" y="42"/>
                    </a:lnTo>
                    <a:lnTo>
                      <a:pt x="4" y="48"/>
                    </a:lnTo>
                    <a:lnTo>
                      <a:pt x="4" y="52"/>
                    </a:lnTo>
                    <a:lnTo>
                      <a:pt x="6" y="56"/>
                    </a:lnTo>
                    <a:lnTo>
                      <a:pt x="8" y="58"/>
                    </a:lnTo>
                    <a:lnTo>
                      <a:pt x="24" y="58"/>
                    </a:lnTo>
                    <a:lnTo>
                      <a:pt x="26" y="58"/>
                    </a:lnTo>
                    <a:lnTo>
                      <a:pt x="28" y="58"/>
                    </a:lnTo>
                    <a:lnTo>
                      <a:pt x="32" y="56"/>
                    </a:lnTo>
                    <a:lnTo>
                      <a:pt x="36" y="54"/>
                    </a:lnTo>
                    <a:lnTo>
                      <a:pt x="38" y="54"/>
                    </a:lnTo>
                    <a:lnTo>
                      <a:pt x="46" y="52"/>
                    </a:lnTo>
                    <a:lnTo>
                      <a:pt x="46" y="52"/>
                    </a:lnTo>
                    <a:lnTo>
                      <a:pt x="48" y="54"/>
                    </a:lnTo>
                    <a:lnTo>
                      <a:pt x="52" y="54"/>
                    </a:lnTo>
                    <a:lnTo>
                      <a:pt x="54" y="54"/>
                    </a:lnTo>
                    <a:lnTo>
                      <a:pt x="56" y="54"/>
                    </a:lnTo>
                    <a:lnTo>
                      <a:pt x="56" y="52"/>
                    </a:lnTo>
                    <a:lnTo>
                      <a:pt x="58" y="52"/>
                    </a:lnTo>
                    <a:lnTo>
                      <a:pt x="60" y="52"/>
                    </a:lnTo>
                    <a:lnTo>
                      <a:pt x="62" y="48"/>
                    </a:lnTo>
                    <a:lnTo>
                      <a:pt x="66" y="46"/>
                    </a:lnTo>
                    <a:lnTo>
                      <a:pt x="68" y="42"/>
                    </a:lnTo>
                    <a:lnTo>
                      <a:pt x="70" y="36"/>
                    </a:lnTo>
                    <a:lnTo>
                      <a:pt x="72" y="30"/>
                    </a:lnTo>
                    <a:lnTo>
                      <a:pt x="72" y="28"/>
                    </a:lnTo>
                    <a:lnTo>
                      <a:pt x="72" y="24"/>
                    </a:lnTo>
                    <a:lnTo>
                      <a:pt x="72" y="20"/>
                    </a:lnTo>
                    <a:lnTo>
                      <a:pt x="74" y="16"/>
                    </a:lnTo>
                    <a:lnTo>
                      <a:pt x="74" y="12"/>
                    </a:lnTo>
                    <a:lnTo>
                      <a:pt x="76" y="10"/>
                    </a:lnTo>
                    <a:lnTo>
                      <a:pt x="70" y="0"/>
                    </a:lnTo>
                    <a:lnTo>
                      <a:pt x="70" y="0"/>
                    </a:lnTo>
                    <a:lnTo>
                      <a:pt x="68" y="2"/>
                    </a:lnTo>
                    <a:lnTo>
                      <a:pt x="66" y="2"/>
                    </a:lnTo>
                    <a:lnTo>
                      <a:pt x="62" y="2"/>
                    </a:lnTo>
                    <a:lnTo>
                      <a:pt x="56" y="2"/>
                    </a:lnTo>
                    <a:lnTo>
                      <a:pt x="56" y="2"/>
                    </a:lnTo>
                    <a:lnTo>
                      <a:pt x="54" y="4"/>
                    </a:lnTo>
                    <a:lnTo>
                      <a:pt x="52" y="4"/>
                    </a:lnTo>
                    <a:lnTo>
                      <a:pt x="46" y="8"/>
                    </a:lnTo>
                    <a:lnTo>
                      <a:pt x="46" y="10"/>
                    </a:lnTo>
                    <a:lnTo>
                      <a:pt x="46" y="12"/>
                    </a:lnTo>
                    <a:lnTo>
                      <a:pt x="46" y="14"/>
                    </a:lnTo>
                    <a:lnTo>
                      <a:pt x="44" y="16"/>
                    </a:lnTo>
                    <a:lnTo>
                      <a:pt x="44" y="18"/>
                    </a:lnTo>
                    <a:lnTo>
                      <a:pt x="42"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6" name="Google Shape;516;p8"/>
              <p:cNvSpPr/>
              <p:nvPr/>
            </p:nvSpPr>
            <p:spPr>
              <a:xfrm>
                <a:off x="1070" y="2076"/>
                <a:ext cx="138" cy="66"/>
              </a:xfrm>
              <a:custGeom>
                <a:avLst/>
                <a:gdLst/>
                <a:ahLst/>
                <a:cxnLst/>
                <a:rect l="l" t="t" r="r" b="b"/>
                <a:pathLst>
                  <a:path w="138" h="66" extrusionOk="0">
                    <a:moveTo>
                      <a:pt x="138" y="24"/>
                    </a:moveTo>
                    <a:lnTo>
                      <a:pt x="134" y="22"/>
                    </a:lnTo>
                    <a:lnTo>
                      <a:pt x="132" y="20"/>
                    </a:lnTo>
                    <a:lnTo>
                      <a:pt x="130" y="18"/>
                    </a:lnTo>
                    <a:lnTo>
                      <a:pt x="128" y="16"/>
                    </a:lnTo>
                    <a:lnTo>
                      <a:pt x="126" y="16"/>
                    </a:lnTo>
                    <a:lnTo>
                      <a:pt x="122" y="12"/>
                    </a:lnTo>
                    <a:lnTo>
                      <a:pt x="118" y="12"/>
                    </a:lnTo>
                    <a:lnTo>
                      <a:pt x="114" y="14"/>
                    </a:lnTo>
                    <a:lnTo>
                      <a:pt x="110" y="14"/>
                    </a:lnTo>
                    <a:lnTo>
                      <a:pt x="108" y="16"/>
                    </a:lnTo>
                    <a:lnTo>
                      <a:pt x="106" y="18"/>
                    </a:lnTo>
                    <a:lnTo>
                      <a:pt x="104" y="18"/>
                    </a:lnTo>
                    <a:lnTo>
                      <a:pt x="104" y="20"/>
                    </a:lnTo>
                    <a:lnTo>
                      <a:pt x="104" y="22"/>
                    </a:lnTo>
                    <a:lnTo>
                      <a:pt x="104" y="24"/>
                    </a:lnTo>
                    <a:lnTo>
                      <a:pt x="102" y="24"/>
                    </a:lnTo>
                    <a:lnTo>
                      <a:pt x="100" y="22"/>
                    </a:lnTo>
                    <a:lnTo>
                      <a:pt x="96" y="22"/>
                    </a:lnTo>
                    <a:lnTo>
                      <a:pt x="94" y="24"/>
                    </a:lnTo>
                    <a:lnTo>
                      <a:pt x="92" y="24"/>
                    </a:lnTo>
                    <a:lnTo>
                      <a:pt x="90" y="24"/>
                    </a:lnTo>
                    <a:lnTo>
                      <a:pt x="84" y="26"/>
                    </a:lnTo>
                    <a:lnTo>
                      <a:pt x="84" y="22"/>
                    </a:lnTo>
                    <a:lnTo>
                      <a:pt x="80" y="22"/>
                    </a:lnTo>
                    <a:lnTo>
                      <a:pt x="76" y="20"/>
                    </a:lnTo>
                    <a:lnTo>
                      <a:pt x="68" y="14"/>
                    </a:lnTo>
                    <a:lnTo>
                      <a:pt x="60" y="14"/>
                    </a:lnTo>
                    <a:lnTo>
                      <a:pt x="58" y="8"/>
                    </a:lnTo>
                    <a:lnTo>
                      <a:pt x="46" y="8"/>
                    </a:lnTo>
                    <a:lnTo>
                      <a:pt x="42" y="4"/>
                    </a:lnTo>
                    <a:lnTo>
                      <a:pt x="36" y="4"/>
                    </a:lnTo>
                    <a:lnTo>
                      <a:pt x="34" y="0"/>
                    </a:lnTo>
                    <a:lnTo>
                      <a:pt x="30" y="0"/>
                    </a:lnTo>
                    <a:lnTo>
                      <a:pt x="30" y="2"/>
                    </a:lnTo>
                    <a:lnTo>
                      <a:pt x="28" y="2"/>
                    </a:lnTo>
                    <a:lnTo>
                      <a:pt x="28" y="4"/>
                    </a:lnTo>
                    <a:lnTo>
                      <a:pt x="28" y="4"/>
                    </a:lnTo>
                    <a:lnTo>
                      <a:pt x="28" y="6"/>
                    </a:lnTo>
                    <a:lnTo>
                      <a:pt x="26" y="6"/>
                    </a:lnTo>
                    <a:lnTo>
                      <a:pt x="24" y="6"/>
                    </a:lnTo>
                    <a:lnTo>
                      <a:pt x="24" y="4"/>
                    </a:lnTo>
                    <a:lnTo>
                      <a:pt x="22" y="4"/>
                    </a:lnTo>
                    <a:lnTo>
                      <a:pt x="22" y="4"/>
                    </a:lnTo>
                    <a:lnTo>
                      <a:pt x="22" y="2"/>
                    </a:lnTo>
                    <a:lnTo>
                      <a:pt x="20" y="0"/>
                    </a:lnTo>
                    <a:lnTo>
                      <a:pt x="18" y="0"/>
                    </a:lnTo>
                    <a:lnTo>
                      <a:pt x="18" y="0"/>
                    </a:lnTo>
                    <a:lnTo>
                      <a:pt x="20" y="4"/>
                    </a:lnTo>
                    <a:lnTo>
                      <a:pt x="18" y="4"/>
                    </a:lnTo>
                    <a:lnTo>
                      <a:pt x="16" y="4"/>
                    </a:lnTo>
                    <a:lnTo>
                      <a:pt x="14" y="6"/>
                    </a:lnTo>
                    <a:lnTo>
                      <a:pt x="12" y="6"/>
                    </a:lnTo>
                    <a:lnTo>
                      <a:pt x="12" y="6"/>
                    </a:lnTo>
                    <a:lnTo>
                      <a:pt x="8" y="6"/>
                    </a:lnTo>
                    <a:lnTo>
                      <a:pt x="6" y="6"/>
                    </a:lnTo>
                    <a:lnTo>
                      <a:pt x="6" y="8"/>
                    </a:lnTo>
                    <a:lnTo>
                      <a:pt x="4" y="8"/>
                    </a:lnTo>
                    <a:lnTo>
                      <a:pt x="2" y="8"/>
                    </a:lnTo>
                    <a:lnTo>
                      <a:pt x="0" y="8"/>
                    </a:lnTo>
                    <a:lnTo>
                      <a:pt x="0" y="18"/>
                    </a:lnTo>
                    <a:lnTo>
                      <a:pt x="8" y="20"/>
                    </a:lnTo>
                    <a:lnTo>
                      <a:pt x="12" y="26"/>
                    </a:lnTo>
                    <a:lnTo>
                      <a:pt x="16" y="42"/>
                    </a:lnTo>
                    <a:lnTo>
                      <a:pt x="16" y="42"/>
                    </a:lnTo>
                    <a:lnTo>
                      <a:pt x="18" y="42"/>
                    </a:lnTo>
                    <a:lnTo>
                      <a:pt x="18" y="44"/>
                    </a:lnTo>
                    <a:lnTo>
                      <a:pt x="18" y="44"/>
                    </a:lnTo>
                    <a:lnTo>
                      <a:pt x="18" y="46"/>
                    </a:lnTo>
                    <a:lnTo>
                      <a:pt x="20" y="46"/>
                    </a:lnTo>
                    <a:lnTo>
                      <a:pt x="22" y="46"/>
                    </a:lnTo>
                    <a:lnTo>
                      <a:pt x="24" y="46"/>
                    </a:lnTo>
                    <a:lnTo>
                      <a:pt x="26" y="48"/>
                    </a:lnTo>
                    <a:lnTo>
                      <a:pt x="30" y="46"/>
                    </a:lnTo>
                    <a:lnTo>
                      <a:pt x="32" y="46"/>
                    </a:lnTo>
                    <a:lnTo>
                      <a:pt x="34" y="42"/>
                    </a:lnTo>
                    <a:lnTo>
                      <a:pt x="42" y="42"/>
                    </a:lnTo>
                    <a:lnTo>
                      <a:pt x="42" y="44"/>
                    </a:lnTo>
                    <a:lnTo>
                      <a:pt x="42" y="44"/>
                    </a:lnTo>
                    <a:lnTo>
                      <a:pt x="42" y="46"/>
                    </a:lnTo>
                    <a:lnTo>
                      <a:pt x="42" y="48"/>
                    </a:lnTo>
                    <a:lnTo>
                      <a:pt x="44" y="48"/>
                    </a:lnTo>
                    <a:lnTo>
                      <a:pt x="46" y="50"/>
                    </a:lnTo>
                    <a:lnTo>
                      <a:pt x="52" y="50"/>
                    </a:lnTo>
                    <a:lnTo>
                      <a:pt x="58" y="50"/>
                    </a:lnTo>
                    <a:lnTo>
                      <a:pt x="60" y="52"/>
                    </a:lnTo>
                    <a:lnTo>
                      <a:pt x="60" y="54"/>
                    </a:lnTo>
                    <a:lnTo>
                      <a:pt x="62" y="58"/>
                    </a:lnTo>
                    <a:lnTo>
                      <a:pt x="66" y="60"/>
                    </a:lnTo>
                    <a:lnTo>
                      <a:pt x="68" y="64"/>
                    </a:lnTo>
                    <a:lnTo>
                      <a:pt x="70" y="64"/>
                    </a:lnTo>
                    <a:lnTo>
                      <a:pt x="72" y="64"/>
                    </a:lnTo>
                    <a:lnTo>
                      <a:pt x="74" y="66"/>
                    </a:lnTo>
                    <a:lnTo>
                      <a:pt x="78" y="66"/>
                    </a:lnTo>
                    <a:lnTo>
                      <a:pt x="82" y="66"/>
                    </a:lnTo>
                    <a:lnTo>
                      <a:pt x="86" y="64"/>
                    </a:lnTo>
                    <a:lnTo>
                      <a:pt x="86" y="64"/>
                    </a:lnTo>
                    <a:lnTo>
                      <a:pt x="90" y="62"/>
                    </a:lnTo>
                    <a:lnTo>
                      <a:pt x="94" y="60"/>
                    </a:lnTo>
                    <a:lnTo>
                      <a:pt x="98" y="60"/>
                    </a:lnTo>
                    <a:lnTo>
                      <a:pt x="102" y="60"/>
                    </a:lnTo>
                    <a:lnTo>
                      <a:pt x="102" y="58"/>
                    </a:lnTo>
                    <a:lnTo>
                      <a:pt x="104" y="56"/>
                    </a:lnTo>
                    <a:lnTo>
                      <a:pt x="104" y="54"/>
                    </a:lnTo>
                    <a:lnTo>
                      <a:pt x="104" y="52"/>
                    </a:lnTo>
                    <a:lnTo>
                      <a:pt x="104" y="50"/>
                    </a:lnTo>
                    <a:lnTo>
                      <a:pt x="106" y="50"/>
                    </a:lnTo>
                    <a:lnTo>
                      <a:pt x="108" y="48"/>
                    </a:lnTo>
                    <a:lnTo>
                      <a:pt x="110" y="46"/>
                    </a:lnTo>
                    <a:lnTo>
                      <a:pt x="112" y="44"/>
                    </a:lnTo>
                    <a:lnTo>
                      <a:pt x="114" y="44"/>
                    </a:lnTo>
                    <a:lnTo>
                      <a:pt x="118" y="46"/>
                    </a:lnTo>
                    <a:lnTo>
                      <a:pt x="122" y="44"/>
                    </a:lnTo>
                    <a:lnTo>
                      <a:pt x="126" y="44"/>
                    </a:lnTo>
                    <a:lnTo>
                      <a:pt x="128" y="42"/>
                    </a:lnTo>
                    <a:lnTo>
                      <a:pt x="130" y="40"/>
                    </a:lnTo>
                    <a:lnTo>
                      <a:pt x="132" y="38"/>
                    </a:lnTo>
                    <a:lnTo>
                      <a:pt x="136" y="38"/>
                    </a:lnTo>
                    <a:lnTo>
                      <a:pt x="138" y="38"/>
                    </a:lnTo>
                    <a:lnTo>
                      <a:pt x="138" y="38"/>
                    </a:lnTo>
                    <a:lnTo>
                      <a:pt x="138" y="38"/>
                    </a:lnTo>
                    <a:lnTo>
                      <a:pt x="136" y="36"/>
                    </a:lnTo>
                    <a:lnTo>
                      <a:pt x="136" y="34"/>
                    </a:lnTo>
                    <a:lnTo>
                      <a:pt x="136" y="30"/>
                    </a:lnTo>
                    <a:lnTo>
                      <a:pt x="138" y="26"/>
                    </a:lnTo>
                    <a:lnTo>
                      <a:pt x="138" y="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7" name="Google Shape;517;p8"/>
              <p:cNvSpPr/>
              <p:nvPr/>
            </p:nvSpPr>
            <p:spPr>
              <a:xfrm>
                <a:off x="1086" y="1980"/>
                <a:ext cx="152" cy="122"/>
              </a:xfrm>
              <a:custGeom>
                <a:avLst/>
                <a:gdLst/>
                <a:ahLst/>
                <a:cxnLst/>
                <a:rect l="l" t="t" r="r" b="b"/>
                <a:pathLst>
                  <a:path w="152" h="122" extrusionOk="0">
                    <a:moveTo>
                      <a:pt x="90" y="4"/>
                    </a:moveTo>
                    <a:lnTo>
                      <a:pt x="84" y="0"/>
                    </a:lnTo>
                    <a:lnTo>
                      <a:pt x="84" y="2"/>
                    </a:lnTo>
                    <a:lnTo>
                      <a:pt x="82" y="4"/>
                    </a:lnTo>
                    <a:lnTo>
                      <a:pt x="82" y="8"/>
                    </a:lnTo>
                    <a:lnTo>
                      <a:pt x="80" y="10"/>
                    </a:lnTo>
                    <a:lnTo>
                      <a:pt x="78" y="12"/>
                    </a:lnTo>
                    <a:lnTo>
                      <a:pt x="78" y="12"/>
                    </a:lnTo>
                    <a:lnTo>
                      <a:pt x="60" y="18"/>
                    </a:lnTo>
                    <a:lnTo>
                      <a:pt x="56" y="18"/>
                    </a:lnTo>
                    <a:lnTo>
                      <a:pt x="52" y="18"/>
                    </a:lnTo>
                    <a:lnTo>
                      <a:pt x="52" y="18"/>
                    </a:lnTo>
                    <a:lnTo>
                      <a:pt x="52" y="16"/>
                    </a:lnTo>
                    <a:lnTo>
                      <a:pt x="48" y="16"/>
                    </a:lnTo>
                    <a:lnTo>
                      <a:pt x="46" y="16"/>
                    </a:lnTo>
                    <a:lnTo>
                      <a:pt x="42" y="16"/>
                    </a:lnTo>
                    <a:lnTo>
                      <a:pt x="38" y="20"/>
                    </a:lnTo>
                    <a:lnTo>
                      <a:pt x="36" y="22"/>
                    </a:lnTo>
                    <a:lnTo>
                      <a:pt x="32" y="24"/>
                    </a:lnTo>
                    <a:lnTo>
                      <a:pt x="30" y="26"/>
                    </a:lnTo>
                    <a:lnTo>
                      <a:pt x="30" y="28"/>
                    </a:lnTo>
                    <a:lnTo>
                      <a:pt x="4" y="32"/>
                    </a:lnTo>
                    <a:lnTo>
                      <a:pt x="4" y="32"/>
                    </a:lnTo>
                    <a:lnTo>
                      <a:pt x="4" y="36"/>
                    </a:lnTo>
                    <a:lnTo>
                      <a:pt x="4" y="40"/>
                    </a:lnTo>
                    <a:lnTo>
                      <a:pt x="4" y="44"/>
                    </a:lnTo>
                    <a:lnTo>
                      <a:pt x="4" y="48"/>
                    </a:lnTo>
                    <a:lnTo>
                      <a:pt x="4" y="48"/>
                    </a:lnTo>
                    <a:lnTo>
                      <a:pt x="4" y="50"/>
                    </a:lnTo>
                    <a:lnTo>
                      <a:pt x="4" y="52"/>
                    </a:lnTo>
                    <a:lnTo>
                      <a:pt x="4" y="54"/>
                    </a:lnTo>
                    <a:lnTo>
                      <a:pt x="0" y="54"/>
                    </a:lnTo>
                    <a:lnTo>
                      <a:pt x="0" y="56"/>
                    </a:lnTo>
                    <a:lnTo>
                      <a:pt x="2" y="56"/>
                    </a:lnTo>
                    <a:lnTo>
                      <a:pt x="4" y="60"/>
                    </a:lnTo>
                    <a:lnTo>
                      <a:pt x="6" y="62"/>
                    </a:lnTo>
                    <a:lnTo>
                      <a:pt x="8" y="62"/>
                    </a:lnTo>
                    <a:lnTo>
                      <a:pt x="8" y="64"/>
                    </a:lnTo>
                    <a:lnTo>
                      <a:pt x="10" y="66"/>
                    </a:lnTo>
                    <a:lnTo>
                      <a:pt x="12" y="68"/>
                    </a:lnTo>
                    <a:lnTo>
                      <a:pt x="12" y="70"/>
                    </a:lnTo>
                    <a:lnTo>
                      <a:pt x="10" y="72"/>
                    </a:lnTo>
                    <a:lnTo>
                      <a:pt x="10" y="72"/>
                    </a:lnTo>
                    <a:lnTo>
                      <a:pt x="8" y="74"/>
                    </a:lnTo>
                    <a:lnTo>
                      <a:pt x="6" y="76"/>
                    </a:lnTo>
                    <a:lnTo>
                      <a:pt x="6" y="76"/>
                    </a:lnTo>
                    <a:lnTo>
                      <a:pt x="6" y="78"/>
                    </a:lnTo>
                    <a:lnTo>
                      <a:pt x="6" y="78"/>
                    </a:lnTo>
                    <a:lnTo>
                      <a:pt x="8" y="80"/>
                    </a:lnTo>
                    <a:lnTo>
                      <a:pt x="8" y="82"/>
                    </a:lnTo>
                    <a:lnTo>
                      <a:pt x="8" y="84"/>
                    </a:lnTo>
                    <a:lnTo>
                      <a:pt x="6" y="86"/>
                    </a:lnTo>
                    <a:lnTo>
                      <a:pt x="6" y="88"/>
                    </a:lnTo>
                    <a:lnTo>
                      <a:pt x="8" y="90"/>
                    </a:lnTo>
                    <a:lnTo>
                      <a:pt x="6" y="90"/>
                    </a:lnTo>
                    <a:lnTo>
                      <a:pt x="6" y="92"/>
                    </a:lnTo>
                    <a:lnTo>
                      <a:pt x="8" y="94"/>
                    </a:lnTo>
                    <a:lnTo>
                      <a:pt x="8" y="96"/>
                    </a:lnTo>
                    <a:lnTo>
                      <a:pt x="8" y="98"/>
                    </a:lnTo>
                    <a:lnTo>
                      <a:pt x="6" y="100"/>
                    </a:lnTo>
                    <a:lnTo>
                      <a:pt x="6" y="100"/>
                    </a:lnTo>
                    <a:lnTo>
                      <a:pt x="6" y="100"/>
                    </a:lnTo>
                    <a:lnTo>
                      <a:pt x="8" y="100"/>
                    </a:lnTo>
                    <a:lnTo>
                      <a:pt x="8" y="102"/>
                    </a:lnTo>
                    <a:lnTo>
                      <a:pt x="10" y="102"/>
                    </a:lnTo>
                    <a:lnTo>
                      <a:pt x="12" y="102"/>
                    </a:lnTo>
                    <a:lnTo>
                      <a:pt x="12" y="100"/>
                    </a:lnTo>
                    <a:lnTo>
                      <a:pt x="12" y="100"/>
                    </a:lnTo>
                    <a:lnTo>
                      <a:pt x="12" y="98"/>
                    </a:lnTo>
                    <a:lnTo>
                      <a:pt x="14" y="98"/>
                    </a:lnTo>
                    <a:lnTo>
                      <a:pt x="14" y="96"/>
                    </a:lnTo>
                    <a:lnTo>
                      <a:pt x="18" y="96"/>
                    </a:lnTo>
                    <a:lnTo>
                      <a:pt x="20" y="100"/>
                    </a:lnTo>
                    <a:lnTo>
                      <a:pt x="26" y="100"/>
                    </a:lnTo>
                    <a:lnTo>
                      <a:pt x="30" y="104"/>
                    </a:lnTo>
                    <a:lnTo>
                      <a:pt x="42" y="104"/>
                    </a:lnTo>
                    <a:lnTo>
                      <a:pt x="44" y="110"/>
                    </a:lnTo>
                    <a:lnTo>
                      <a:pt x="52" y="110"/>
                    </a:lnTo>
                    <a:lnTo>
                      <a:pt x="60" y="116"/>
                    </a:lnTo>
                    <a:lnTo>
                      <a:pt x="64" y="118"/>
                    </a:lnTo>
                    <a:lnTo>
                      <a:pt x="68" y="118"/>
                    </a:lnTo>
                    <a:lnTo>
                      <a:pt x="68" y="122"/>
                    </a:lnTo>
                    <a:lnTo>
                      <a:pt x="74" y="120"/>
                    </a:lnTo>
                    <a:lnTo>
                      <a:pt x="76" y="120"/>
                    </a:lnTo>
                    <a:lnTo>
                      <a:pt x="78" y="120"/>
                    </a:lnTo>
                    <a:lnTo>
                      <a:pt x="80" y="118"/>
                    </a:lnTo>
                    <a:lnTo>
                      <a:pt x="84" y="118"/>
                    </a:lnTo>
                    <a:lnTo>
                      <a:pt x="86" y="120"/>
                    </a:lnTo>
                    <a:lnTo>
                      <a:pt x="88" y="120"/>
                    </a:lnTo>
                    <a:lnTo>
                      <a:pt x="88" y="118"/>
                    </a:lnTo>
                    <a:lnTo>
                      <a:pt x="88" y="116"/>
                    </a:lnTo>
                    <a:lnTo>
                      <a:pt x="88" y="114"/>
                    </a:lnTo>
                    <a:lnTo>
                      <a:pt x="90" y="114"/>
                    </a:lnTo>
                    <a:lnTo>
                      <a:pt x="92" y="112"/>
                    </a:lnTo>
                    <a:lnTo>
                      <a:pt x="94" y="110"/>
                    </a:lnTo>
                    <a:lnTo>
                      <a:pt x="98" y="110"/>
                    </a:lnTo>
                    <a:lnTo>
                      <a:pt x="102" y="108"/>
                    </a:lnTo>
                    <a:lnTo>
                      <a:pt x="106" y="108"/>
                    </a:lnTo>
                    <a:lnTo>
                      <a:pt x="110" y="112"/>
                    </a:lnTo>
                    <a:lnTo>
                      <a:pt x="112" y="112"/>
                    </a:lnTo>
                    <a:lnTo>
                      <a:pt x="114" y="114"/>
                    </a:lnTo>
                    <a:lnTo>
                      <a:pt x="116" y="116"/>
                    </a:lnTo>
                    <a:lnTo>
                      <a:pt x="118" y="118"/>
                    </a:lnTo>
                    <a:lnTo>
                      <a:pt x="122" y="120"/>
                    </a:lnTo>
                    <a:lnTo>
                      <a:pt x="124" y="120"/>
                    </a:lnTo>
                    <a:lnTo>
                      <a:pt x="126" y="120"/>
                    </a:lnTo>
                    <a:lnTo>
                      <a:pt x="128" y="120"/>
                    </a:lnTo>
                    <a:lnTo>
                      <a:pt x="128" y="118"/>
                    </a:lnTo>
                    <a:lnTo>
                      <a:pt x="150" y="104"/>
                    </a:lnTo>
                    <a:lnTo>
                      <a:pt x="150" y="104"/>
                    </a:lnTo>
                    <a:lnTo>
                      <a:pt x="150" y="104"/>
                    </a:lnTo>
                    <a:lnTo>
                      <a:pt x="150" y="104"/>
                    </a:lnTo>
                    <a:lnTo>
                      <a:pt x="152" y="102"/>
                    </a:lnTo>
                    <a:lnTo>
                      <a:pt x="152" y="100"/>
                    </a:lnTo>
                    <a:lnTo>
                      <a:pt x="150" y="98"/>
                    </a:lnTo>
                    <a:lnTo>
                      <a:pt x="148" y="92"/>
                    </a:lnTo>
                    <a:lnTo>
                      <a:pt x="146" y="86"/>
                    </a:lnTo>
                    <a:lnTo>
                      <a:pt x="146" y="84"/>
                    </a:lnTo>
                    <a:lnTo>
                      <a:pt x="144" y="82"/>
                    </a:lnTo>
                    <a:lnTo>
                      <a:pt x="142" y="78"/>
                    </a:lnTo>
                    <a:lnTo>
                      <a:pt x="140" y="72"/>
                    </a:lnTo>
                    <a:lnTo>
                      <a:pt x="136" y="68"/>
                    </a:lnTo>
                    <a:lnTo>
                      <a:pt x="132" y="64"/>
                    </a:lnTo>
                    <a:lnTo>
                      <a:pt x="130" y="60"/>
                    </a:lnTo>
                    <a:lnTo>
                      <a:pt x="126" y="58"/>
                    </a:lnTo>
                    <a:lnTo>
                      <a:pt x="126" y="58"/>
                    </a:lnTo>
                    <a:lnTo>
                      <a:pt x="128" y="58"/>
                    </a:lnTo>
                    <a:lnTo>
                      <a:pt x="130" y="56"/>
                    </a:lnTo>
                    <a:lnTo>
                      <a:pt x="132" y="54"/>
                    </a:lnTo>
                    <a:lnTo>
                      <a:pt x="134" y="50"/>
                    </a:lnTo>
                    <a:lnTo>
                      <a:pt x="136" y="46"/>
                    </a:lnTo>
                    <a:lnTo>
                      <a:pt x="134" y="40"/>
                    </a:lnTo>
                    <a:lnTo>
                      <a:pt x="134" y="40"/>
                    </a:lnTo>
                    <a:lnTo>
                      <a:pt x="132" y="36"/>
                    </a:lnTo>
                    <a:lnTo>
                      <a:pt x="130" y="32"/>
                    </a:lnTo>
                    <a:lnTo>
                      <a:pt x="128" y="28"/>
                    </a:lnTo>
                    <a:lnTo>
                      <a:pt x="126" y="22"/>
                    </a:lnTo>
                    <a:lnTo>
                      <a:pt x="124" y="18"/>
                    </a:lnTo>
                    <a:lnTo>
                      <a:pt x="122" y="16"/>
                    </a:lnTo>
                    <a:lnTo>
                      <a:pt x="120" y="14"/>
                    </a:lnTo>
                    <a:lnTo>
                      <a:pt x="116" y="12"/>
                    </a:lnTo>
                    <a:lnTo>
                      <a:pt x="114" y="10"/>
                    </a:lnTo>
                    <a:lnTo>
                      <a:pt x="112" y="8"/>
                    </a:lnTo>
                    <a:lnTo>
                      <a:pt x="112" y="6"/>
                    </a:lnTo>
                    <a:lnTo>
                      <a:pt x="110" y="6"/>
                    </a:lnTo>
                    <a:lnTo>
                      <a:pt x="108" y="8"/>
                    </a:lnTo>
                    <a:lnTo>
                      <a:pt x="104" y="8"/>
                    </a:lnTo>
                    <a:lnTo>
                      <a:pt x="98" y="8"/>
                    </a:lnTo>
                    <a:lnTo>
                      <a:pt x="98" y="8"/>
                    </a:lnTo>
                    <a:lnTo>
                      <a:pt x="94" y="8"/>
                    </a:lnTo>
                    <a:lnTo>
                      <a:pt x="92" y="6"/>
                    </a:lnTo>
                    <a:lnTo>
                      <a:pt x="90"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8" name="Google Shape;518;p8"/>
              <p:cNvSpPr/>
              <p:nvPr/>
            </p:nvSpPr>
            <p:spPr>
              <a:xfrm>
                <a:off x="1184" y="2118"/>
                <a:ext cx="102" cy="84"/>
              </a:xfrm>
              <a:custGeom>
                <a:avLst/>
                <a:gdLst/>
                <a:ahLst/>
                <a:cxnLst/>
                <a:rect l="l" t="t" r="r" b="b"/>
                <a:pathLst>
                  <a:path w="102" h="84" extrusionOk="0">
                    <a:moveTo>
                      <a:pt x="20" y="6"/>
                    </a:moveTo>
                    <a:lnTo>
                      <a:pt x="20" y="6"/>
                    </a:lnTo>
                    <a:lnTo>
                      <a:pt x="22" y="4"/>
                    </a:lnTo>
                    <a:lnTo>
                      <a:pt x="26" y="2"/>
                    </a:lnTo>
                    <a:lnTo>
                      <a:pt x="32" y="2"/>
                    </a:lnTo>
                    <a:lnTo>
                      <a:pt x="38" y="2"/>
                    </a:lnTo>
                    <a:lnTo>
                      <a:pt x="42" y="2"/>
                    </a:lnTo>
                    <a:lnTo>
                      <a:pt x="48" y="4"/>
                    </a:lnTo>
                    <a:lnTo>
                      <a:pt x="50" y="4"/>
                    </a:lnTo>
                    <a:lnTo>
                      <a:pt x="52" y="6"/>
                    </a:lnTo>
                    <a:lnTo>
                      <a:pt x="56" y="6"/>
                    </a:lnTo>
                    <a:lnTo>
                      <a:pt x="60" y="6"/>
                    </a:lnTo>
                    <a:lnTo>
                      <a:pt x="66" y="6"/>
                    </a:lnTo>
                    <a:lnTo>
                      <a:pt x="68" y="4"/>
                    </a:lnTo>
                    <a:lnTo>
                      <a:pt x="70" y="4"/>
                    </a:lnTo>
                    <a:lnTo>
                      <a:pt x="72" y="0"/>
                    </a:lnTo>
                    <a:lnTo>
                      <a:pt x="72" y="0"/>
                    </a:lnTo>
                    <a:lnTo>
                      <a:pt x="76" y="2"/>
                    </a:lnTo>
                    <a:lnTo>
                      <a:pt x="80" y="4"/>
                    </a:lnTo>
                    <a:lnTo>
                      <a:pt x="84" y="6"/>
                    </a:lnTo>
                    <a:lnTo>
                      <a:pt x="88" y="10"/>
                    </a:lnTo>
                    <a:lnTo>
                      <a:pt x="92" y="14"/>
                    </a:lnTo>
                    <a:lnTo>
                      <a:pt x="92" y="16"/>
                    </a:lnTo>
                    <a:lnTo>
                      <a:pt x="94" y="20"/>
                    </a:lnTo>
                    <a:lnTo>
                      <a:pt x="96" y="24"/>
                    </a:lnTo>
                    <a:lnTo>
                      <a:pt x="96" y="30"/>
                    </a:lnTo>
                    <a:lnTo>
                      <a:pt x="98" y="34"/>
                    </a:lnTo>
                    <a:lnTo>
                      <a:pt x="98" y="40"/>
                    </a:lnTo>
                    <a:lnTo>
                      <a:pt x="96" y="48"/>
                    </a:lnTo>
                    <a:lnTo>
                      <a:pt x="96" y="54"/>
                    </a:lnTo>
                    <a:lnTo>
                      <a:pt x="96" y="58"/>
                    </a:lnTo>
                    <a:lnTo>
                      <a:pt x="98" y="60"/>
                    </a:lnTo>
                    <a:lnTo>
                      <a:pt x="100" y="62"/>
                    </a:lnTo>
                    <a:lnTo>
                      <a:pt x="102" y="64"/>
                    </a:lnTo>
                    <a:lnTo>
                      <a:pt x="102" y="64"/>
                    </a:lnTo>
                    <a:lnTo>
                      <a:pt x="100" y="66"/>
                    </a:lnTo>
                    <a:lnTo>
                      <a:pt x="100" y="68"/>
                    </a:lnTo>
                    <a:lnTo>
                      <a:pt x="100" y="70"/>
                    </a:lnTo>
                    <a:lnTo>
                      <a:pt x="100" y="72"/>
                    </a:lnTo>
                    <a:lnTo>
                      <a:pt x="100" y="74"/>
                    </a:lnTo>
                    <a:lnTo>
                      <a:pt x="100" y="78"/>
                    </a:lnTo>
                    <a:lnTo>
                      <a:pt x="100" y="82"/>
                    </a:lnTo>
                    <a:lnTo>
                      <a:pt x="100" y="84"/>
                    </a:lnTo>
                    <a:lnTo>
                      <a:pt x="100" y="84"/>
                    </a:lnTo>
                    <a:lnTo>
                      <a:pt x="98" y="82"/>
                    </a:lnTo>
                    <a:lnTo>
                      <a:pt x="94" y="80"/>
                    </a:lnTo>
                    <a:lnTo>
                      <a:pt x="92" y="78"/>
                    </a:lnTo>
                    <a:lnTo>
                      <a:pt x="88" y="76"/>
                    </a:lnTo>
                    <a:lnTo>
                      <a:pt x="84" y="76"/>
                    </a:lnTo>
                    <a:lnTo>
                      <a:pt x="74" y="72"/>
                    </a:lnTo>
                    <a:lnTo>
                      <a:pt x="74" y="70"/>
                    </a:lnTo>
                    <a:lnTo>
                      <a:pt x="72" y="70"/>
                    </a:lnTo>
                    <a:lnTo>
                      <a:pt x="68" y="68"/>
                    </a:lnTo>
                    <a:lnTo>
                      <a:pt x="64" y="66"/>
                    </a:lnTo>
                    <a:lnTo>
                      <a:pt x="60" y="66"/>
                    </a:lnTo>
                    <a:lnTo>
                      <a:pt x="60" y="66"/>
                    </a:lnTo>
                    <a:lnTo>
                      <a:pt x="54" y="66"/>
                    </a:lnTo>
                    <a:lnTo>
                      <a:pt x="48" y="66"/>
                    </a:lnTo>
                    <a:lnTo>
                      <a:pt x="42" y="68"/>
                    </a:lnTo>
                    <a:lnTo>
                      <a:pt x="34" y="72"/>
                    </a:lnTo>
                    <a:lnTo>
                      <a:pt x="34" y="72"/>
                    </a:lnTo>
                    <a:lnTo>
                      <a:pt x="32" y="72"/>
                    </a:lnTo>
                    <a:lnTo>
                      <a:pt x="30" y="72"/>
                    </a:lnTo>
                    <a:lnTo>
                      <a:pt x="26" y="72"/>
                    </a:lnTo>
                    <a:lnTo>
                      <a:pt x="22" y="68"/>
                    </a:lnTo>
                    <a:lnTo>
                      <a:pt x="16" y="64"/>
                    </a:lnTo>
                    <a:lnTo>
                      <a:pt x="8" y="58"/>
                    </a:lnTo>
                    <a:lnTo>
                      <a:pt x="8" y="58"/>
                    </a:lnTo>
                    <a:lnTo>
                      <a:pt x="4" y="56"/>
                    </a:lnTo>
                    <a:lnTo>
                      <a:pt x="0" y="54"/>
                    </a:lnTo>
                    <a:lnTo>
                      <a:pt x="2" y="54"/>
                    </a:lnTo>
                    <a:lnTo>
                      <a:pt x="4" y="52"/>
                    </a:lnTo>
                    <a:lnTo>
                      <a:pt x="8" y="48"/>
                    </a:lnTo>
                    <a:lnTo>
                      <a:pt x="10" y="44"/>
                    </a:lnTo>
                    <a:lnTo>
                      <a:pt x="14" y="40"/>
                    </a:lnTo>
                    <a:lnTo>
                      <a:pt x="16" y="36"/>
                    </a:lnTo>
                    <a:lnTo>
                      <a:pt x="16" y="34"/>
                    </a:lnTo>
                    <a:lnTo>
                      <a:pt x="16" y="32"/>
                    </a:lnTo>
                    <a:lnTo>
                      <a:pt x="16" y="26"/>
                    </a:lnTo>
                    <a:lnTo>
                      <a:pt x="18" y="20"/>
                    </a:lnTo>
                    <a:lnTo>
                      <a:pt x="18" y="14"/>
                    </a:lnTo>
                    <a:lnTo>
                      <a:pt x="18" y="12"/>
                    </a:lnTo>
                    <a:lnTo>
                      <a:pt x="20" y="10"/>
                    </a:lnTo>
                    <a:lnTo>
                      <a:pt x="20"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9" name="Google Shape;519;p8"/>
              <p:cNvSpPr/>
              <p:nvPr/>
            </p:nvSpPr>
            <p:spPr>
              <a:xfrm>
                <a:off x="1244" y="2240"/>
                <a:ext cx="42" cy="44"/>
              </a:xfrm>
              <a:custGeom>
                <a:avLst/>
                <a:gdLst/>
                <a:ahLst/>
                <a:cxnLst/>
                <a:rect l="l" t="t" r="r" b="b"/>
                <a:pathLst>
                  <a:path w="42" h="44" extrusionOk="0">
                    <a:moveTo>
                      <a:pt x="26" y="0"/>
                    </a:moveTo>
                    <a:lnTo>
                      <a:pt x="26" y="2"/>
                    </a:lnTo>
                    <a:lnTo>
                      <a:pt x="26" y="2"/>
                    </a:lnTo>
                    <a:lnTo>
                      <a:pt x="26" y="4"/>
                    </a:lnTo>
                    <a:lnTo>
                      <a:pt x="28" y="6"/>
                    </a:lnTo>
                    <a:lnTo>
                      <a:pt x="32" y="10"/>
                    </a:lnTo>
                    <a:lnTo>
                      <a:pt x="36" y="14"/>
                    </a:lnTo>
                    <a:lnTo>
                      <a:pt x="42" y="22"/>
                    </a:lnTo>
                    <a:lnTo>
                      <a:pt x="40" y="22"/>
                    </a:lnTo>
                    <a:lnTo>
                      <a:pt x="40" y="24"/>
                    </a:lnTo>
                    <a:lnTo>
                      <a:pt x="38" y="28"/>
                    </a:lnTo>
                    <a:lnTo>
                      <a:pt x="36" y="30"/>
                    </a:lnTo>
                    <a:lnTo>
                      <a:pt x="34" y="30"/>
                    </a:lnTo>
                    <a:lnTo>
                      <a:pt x="34" y="30"/>
                    </a:lnTo>
                    <a:lnTo>
                      <a:pt x="30" y="30"/>
                    </a:lnTo>
                    <a:lnTo>
                      <a:pt x="28" y="32"/>
                    </a:lnTo>
                    <a:lnTo>
                      <a:pt x="24" y="32"/>
                    </a:lnTo>
                    <a:lnTo>
                      <a:pt x="22" y="32"/>
                    </a:lnTo>
                    <a:lnTo>
                      <a:pt x="22" y="32"/>
                    </a:lnTo>
                    <a:lnTo>
                      <a:pt x="20" y="34"/>
                    </a:lnTo>
                    <a:lnTo>
                      <a:pt x="18" y="36"/>
                    </a:lnTo>
                    <a:lnTo>
                      <a:pt x="16" y="38"/>
                    </a:lnTo>
                    <a:lnTo>
                      <a:pt x="16" y="38"/>
                    </a:lnTo>
                    <a:lnTo>
                      <a:pt x="14" y="40"/>
                    </a:lnTo>
                    <a:lnTo>
                      <a:pt x="12" y="42"/>
                    </a:lnTo>
                    <a:lnTo>
                      <a:pt x="10" y="42"/>
                    </a:lnTo>
                    <a:lnTo>
                      <a:pt x="10" y="42"/>
                    </a:lnTo>
                    <a:lnTo>
                      <a:pt x="8" y="44"/>
                    </a:lnTo>
                    <a:lnTo>
                      <a:pt x="4" y="44"/>
                    </a:lnTo>
                    <a:lnTo>
                      <a:pt x="2" y="44"/>
                    </a:lnTo>
                    <a:lnTo>
                      <a:pt x="0" y="44"/>
                    </a:lnTo>
                    <a:lnTo>
                      <a:pt x="2" y="36"/>
                    </a:lnTo>
                    <a:lnTo>
                      <a:pt x="2" y="20"/>
                    </a:lnTo>
                    <a:lnTo>
                      <a:pt x="2" y="20"/>
                    </a:lnTo>
                    <a:lnTo>
                      <a:pt x="4" y="16"/>
                    </a:lnTo>
                    <a:lnTo>
                      <a:pt x="4" y="12"/>
                    </a:lnTo>
                    <a:lnTo>
                      <a:pt x="8" y="8"/>
                    </a:lnTo>
                    <a:lnTo>
                      <a:pt x="12" y="4"/>
                    </a:lnTo>
                    <a:lnTo>
                      <a:pt x="14" y="4"/>
                    </a:lnTo>
                    <a:lnTo>
                      <a:pt x="16" y="2"/>
                    </a:lnTo>
                    <a:lnTo>
                      <a:pt x="20" y="0"/>
                    </a:lnTo>
                    <a:lnTo>
                      <a:pt x="2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0" name="Google Shape;520;p8"/>
              <p:cNvSpPr/>
              <p:nvPr/>
            </p:nvSpPr>
            <p:spPr>
              <a:xfrm>
                <a:off x="1350" y="2418"/>
                <a:ext cx="270" cy="232"/>
              </a:xfrm>
              <a:custGeom>
                <a:avLst/>
                <a:gdLst/>
                <a:ahLst/>
                <a:cxnLst/>
                <a:rect l="l" t="t" r="r" b="b"/>
                <a:pathLst>
                  <a:path w="270" h="232" extrusionOk="0">
                    <a:moveTo>
                      <a:pt x="54" y="4"/>
                    </a:moveTo>
                    <a:lnTo>
                      <a:pt x="34" y="8"/>
                    </a:lnTo>
                    <a:lnTo>
                      <a:pt x="42" y="22"/>
                    </a:lnTo>
                    <a:lnTo>
                      <a:pt x="42" y="24"/>
                    </a:lnTo>
                    <a:lnTo>
                      <a:pt x="40" y="26"/>
                    </a:lnTo>
                    <a:lnTo>
                      <a:pt x="36" y="30"/>
                    </a:lnTo>
                    <a:lnTo>
                      <a:pt x="34" y="34"/>
                    </a:lnTo>
                    <a:lnTo>
                      <a:pt x="30" y="36"/>
                    </a:lnTo>
                    <a:lnTo>
                      <a:pt x="28" y="38"/>
                    </a:lnTo>
                    <a:lnTo>
                      <a:pt x="26" y="40"/>
                    </a:lnTo>
                    <a:lnTo>
                      <a:pt x="24" y="42"/>
                    </a:lnTo>
                    <a:lnTo>
                      <a:pt x="0" y="40"/>
                    </a:lnTo>
                    <a:lnTo>
                      <a:pt x="2" y="46"/>
                    </a:lnTo>
                    <a:lnTo>
                      <a:pt x="6" y="56"/>
                    </a:lnTo>
                    <a:lnTo>
                      <a:pt x="6" y="58"/>
                    </a:lnTo>
                    <a:lnTo>
                      <a:pt x="8" y="60"/>
                    </a:lnTo>
                    <a:lnTo>
                      <a:pt x="10" y="64"/>
                    </a:lnTo>
                    <a:lnTo>
                      <a:pt x="12" y="68"/>
                    </a:lnTo>
                    <a:lnTo>
                      <a:pt x="16" y="74"/>
                    </a:lnTo>
                    <a:lnTo>
                      <a:pt x="18" y="78"/>
                    </a:lnTo>
                    <a:lnTo>
                      <a:pt x="22" y="82"/>
                    </a:lnTo>
                    <a:lnTo>
                      <a:pt x="26" y="90"/>
                    </a:lnTo>
                    <a:lnTo>
                      <a:pt x="34" y="100"/>
                    </a:lnTo>
                    <a:lnTo>
                      <a:pt x="38" y="110"/>
                    </a:lnTo>
                    <a:lnTo>
                      <a:pt x="42" y="114"/>
                    </a:lnTo>
                    <a:lnTo>
                      <a:pt x="42" y="118"/>
                    </a:lnTo>
                    <a:lnTo>
                      <a:pt x="46" y="128"/>
                    </a:lnTo>
                    <a:lnTo>
                      <a:pt x="52" y="140"/>
                    </a:lnTo>
                    <a:lnTo>
                      <a:pt x="58" y="152"/>
                    </a:lnTo>
                    <a:lnTo>
                      <a:pt x="68" y="170"/>
                    </a:lnTo>
                    <a:lnTo>
                      <a:pt x="72" y="176"/>
                    </a:lnTo>
                    <a:lnTo>
                      <a:pt x="80" y="188"/>
                    </a:lnTo>
                    <a:lnTo>
                      <a:pt x="86" y="202"/>
                    </a:lnTo>
                    <a:lnTo>
                      <a:pt x="92" y="212"/>
                    </a:lnTo>
                    <a:lnTo>
                      <a:pt x="94" y="216"/>
                    </a:lnTo>
                    <a:lnTo>
                      <a:pt x="96" y="212"/>
                    </a:lnTo>
                    <a:lnTo>
                      <a:pt x="98" y="212"/>
                    </a:lnTo>
                    <a:lnTo>
                      <a:pt x="100" y="210"/>
                    </a:lnTo>
                    <a:lnTo>
                      <a:pt x="102" y="210"/>
                    </a:lnTo>
                    <a:lnTo>
                      <a:pt x="104" y="206"/>
                    </a:lnTo>
                    <a:lnTo>
                      <a:pt x="104" y="202"/>
                    </a:lnTo>
                    <a:lnTo>
                      <a:pt x="104" y="202"/>
                    </a:lnTo>
                    <a:lnTo>
                      <a:pt x="104" y="202"/>
                    </a:lnTo>
                    <a:lnTo>
                      <a:pt x="106" y="204"/>
                    </a:lnTo>
                    <a:lnTo>
                      <a:pt x="108" y="204"/>
                    </a:lnTo>
                    <a:lnTo>
                      <a:pt x="110" y="204"/>
                    </a:lnTo>
                    <a:lnTo>
                      <a:pt x="114" y="204"/>
                    </a:lnTo>
                    <a:lnTo>
                      <a:pt x="136" y="232"/>
                    </a:lnTo>
                    <a:lnTo>
                      <a:pt x="140" y="228"/>
                    </a:lnTo>
                    <a:lnTo>
                      <a:pt x="140" y="228"/>
                    </a:lnTo>
                    <a:lnTo>
                      <a:pt x="142" y="224"/>
                    </a:lnTo>
                    <a:lnTo>
                      <a:pt x="146" y="220"/>
                    </a:lnTo>
                    <a:lnTo>
                      <a:pt x="148" y="216"/>
                    </a:lnTo>
                    <a:lnTo>
                      <a:pt x="152" y="212"/>
                    </a:lnTo>
                    <a:lnTo>
                      <a:pt x="156" y="206"/>
                    </a:lnTo>
                    <a:lnTo>
                      <a:pt x="158" y="204"/>
                    </a:lnTo>
                    <a:lnTo>
                      <a:pt x="160" y="202"/>
                    </a:lnTo>
                    <a:lnTo>
                      <a:pt x="166" y="200"/>
                    </a:lnTo>
                    <a:lnTo>
                      <a:pt x="178" y="194"/>
                    </a:lnTo>
                    <a:lnTo>
                      <a:pt x="194" y="188"/>
                    </a:lnTo>
                    <a:lnTo>
                      <a:pt x="208" y="184"/>
                    </a:lnTo>
                    <a:lnTo>
                      <a:pt x="220" y="184"/>
                    </a:lnTo>
                    <a:lnTo>
                      <a:pt x="220" y="182"/>
                    </a:lnTo>
                    <a:lnTo>
                      <a:pt x="224" y="182"/>
                    </a:lnTo>
                    <a:lnTo>
                      <a:pt x="236" y="178"/>
                    </a:lnTo>
                    <a:lnTo>
                      <a:pt x="248" y="170"/>
                    </a:lnTo>
                    <a:lnTo>
                      <a:pt x="260" y="160"/>
                    </a:lnTo>
                    <a:lnTo>
                      <a:pt x="268" y="148"/>
                    </a:lnTo>
                    <a:lnTo>
                      <a:pt x="270" y="132"/>
                    </a:lnTo>
                    <a:lnTo>
                      <a:pt x="268" y="132"/>
                    </a:lnTo>
                    <a:lnTo>
                      <a:pt x="268" y="130"/>
                    </a:lnTo>
                    <a:lnTo>
                      <a:pt x="268" y="126"/>
                    </a:lnTo>
                    <a:lnTo>
                      <a:pt x="268" y="124"/>
                    </a:lnTo>
                    <a:lnTo>
                      <a:pt x="270" y="122"/>
                    </a:lnTo>
                    <a:lnTo>
                      <a:pt x="254" y="124"/>
                    </a:lnTo>
                    <a:lnTo>
                      <a:pt x="234" y="124"/>
                    </a:lnTo>
                    <a:lnTo>
                      <a:pt x="234" y="124"/>
                    </a:lnTo>
                    <a:lnTo>
                      <a:pt x="232" y="122"/>
                    </a:lnTo>
                    <a:lnTo>
                      <a:pt x="230" y="122"/>
                    </a:lnTo>
                    <a:lnTo>
                      <a:pt x="228" y="120"/>
                    </a:lnTo>
                    <a:lnTo>
                      <a:pt x="228" y="118"/>
                    </a:lnTo>
                    <a:lnTo>
                      <a:pt x="228" y="116"/>
                    </a:lnTo>
                    <a:lnTo>
                      <a:pt x="230" y="110"/>
                    </a:lnTo>
                    <a:lnTo>
                      <a:pt x="220" y="108"/>
                    </a:lnTo>
                    <a:lnTo>
                      <a:pt x="218" y="108"/>
                    </a:lnTo>
                    <a:lnTo>
                      <a:pt x="216" y="110"/>
                    </a:lnTo>
                    <a:lnTo>
                      <a:pt x="214" y="110"/>
                    </a:lnTo>
                    <a:lnTo>
                      <a:pt x="210" y="110"/>
                    </a:lnTo>
                    <a:lnTo>
                      <a:pt x="206" y="108"/>
                    </a:lnTo>
                    <a:lnTo>
                      <a:pt x="206" y="106"/>
                    </a:lnTo>
                    <a:lnTo>
                      <a:pt x="204" y="102"/>
                    </a:lnTo>
                    <a:lnTo>
                      <a:pt x="202" y="98"/>
                    </a:lnTo>
                    <a:lnTo>
                      <a:pt x="200" y="92"/>
                    </a:lnTo>
                    <a:lnTo>
                      <a:pt x="196" y="88"/>
                    </a:lnTo>
                    <a:lnTo>
                      <a:pt x="194" y="84"/>
                    </a:lnTo>
                    <a:lnTo>
                      <a:pt x="192" y="80"/>
                    </a:lnTo>
                    <a:lnTo>
                      <a:pt x="192" y="80"/>
                    </a:lnTo>
                    <a:lnTo>
                      <a:pt x="172" y="54"/>
                    </a:lnTo>
                    <a:lnTo>
                      <a:pt x="154" y="54"/>
                    </a:lnTo>
                    <a:lnTo>
                      <a:pt x="154" y="52"/>
                    </a:lnTo>
                    <a:lnTo>
                      <a:pt x="152" y="50"/>
                    </a:lnTo>
                    <a:lnTo>
                      <a:pt x="150" y="48"/>
                    </a:lnTo>
                    <a:lnTo>
                      <a:pt x="144" y="46"/>
                    </a:lnTo>
                    <a:lnTo>
                      <a:pt x="144" y="46"/>
                    </a:lnTo>
                    <a:lnTo>
                      <a:pt x="142" y="44"/>
                    </a:lnTo>
                    <a:lnTo>
                      <a:pt x="138" y="40"/>
                    </a:lnTo>
                    <a:lnTo>
                      <a:pt x="134" y="38"/>
                    </a:lnTo>
                    <a:lnTo>
                      <a:pt x="130" y="34"/>
                    </a:lnTo>
                    <a:lnTo>
                      <a:pt x="124" y="30"/>
                    </a:lnTo>
                    <a:lnTo>
                      <a:pt x="120" y="28"/>
                    </a:lnTo>
                    <a:lnTo>
                      <a:pt x="114" y="26"/>
                    </a:lnTo>
                    <a:lnTo>
                      <a:pt x="102" y="16"/>
                    </a:lnTo>
                    <a:lnTo>
                      <a:pt x="94" y="16"/>
                    </a:lnTo>
                    <a:lnTo>
                      <a:pt x="68" y="4"/>
                    </a:lnTo>
                    <a:lnTo>
                      <a:pt x="62" y="0"/>
                    </a:lnTo>
                    <a:lnTo>
                      <a:pt x="62" y="0"/>
                    </a:lnTo>
                    <a:lnTo>
                      <a:pt x="60" y="2"/>
                    </a:lnTo>
                    <a:lnTo>
                      <a:pt x="58" y="2"/>
                    </a:lnTo>
                    <a:lnTo>
                      <a:pt x="54"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1" name="Google Shape;521;p8"/>
              <p:cNvSpPr/>
              <p:nvPr/>
            </p:nvSpPr>
            <p:spPr>
              <a:xfrm>
                <a:off x="1444" y="2620"/>
                <a:ext cx="42" cy="66"/>
              </a:xfrm>
              <a:custGeom>
                <a:avLst/>
                <a:gdLst/>
                <a:ahLst/>
                <a:cxnLst/>
                <a:rect l="l" t="t" r="r" b="b"/>
                <a:pathLst>
                  <a:path w="42" h="66" extrusionOk="0">
                    <a:moveTo>
                      <a:pt x="20" y="66"/>
                    </a:moveTo>
                    <a:lnTo>
                      <a:pt x="16" y="64"/>
                    </a:lnTo>
                    <a:lnTo>
                      <a:pt x="12" y="62"/>
                    </a:lnTo>
                    <a:lnTo>
                      <a:pt x="10" y="62"/>
                    </a:lnTo>
                    <a:lnTo>
                      <a:pt x="10" y="60"/>
                    </a:lnTo>
                    <a:lnTo>
                      <a:pt x="8" y="46"/>
                    </a:lnTo>
                    <a:lnTo>
                      <a:pt x="2" y="38"/>
                    </a:lnTo>
                    <a:lnTo>
                      <a:pt x="2" y="36"/>
                    </a:lnTo>
                    <a:lnTo>
                      <a:pt x="2" y="32"/>
                    </a:lnTo>
                    <a:lnTo>
                      <a:pt x="2" y="26"/>
                    </a:lnTo>
                    <a:lnTo>
                      <a:pt x="2" y="20"/>
                    </a:lnTo>
                    <a:lnTo>
                      <a:pt x="0" y="14"/>
                    </a:lnTo>
                    <a:lnTo>
                      <a:pt x="0" y="14"/>
                    </a:lnTo>
                    <a:lnTo>
                      <a:pt x="2" y="12"/>
                    </a:lnTo>
                    <a:lnTo>
                      <a:pt x="4" y="10"/>
                    </a:lnTo>
                    <a:lnTo>
                      <a:pt x="6" y="8"/>
                    </a:lnTo>
                    <a:lnTo>
                      <a:pt x="8" y="8"/>
                    </a:lnTo>
                    <a:lnTo>
                      <a:pt x="8" y="8"/>
                    </a:lnTo>
                    <a:lnTo>
                      <a:pt x="8" y="6"/>
                    </a:lnTo>
                    <a:lnTo>
                      <a:pt x="10" y="4"/>
                    </a:lnTo>
                    <a:lnTo>
                      <a:pt x="10" y="2"/>
                    </a:lnTo>
                    <a:lnTo>
                      <a:pt x="10" y="2"/>
                    </a:lnTo>
                    <a:lnTo>
                      <a:pt x="10" y="0"/>
                    </a:lnTo>
                    <a:lnTo>
                      <a:pt x="10" y="0"/>
                    </a:lnTo>
                    <a:lnTo>
                      <a:pt x="14" y="2"/>
                    </a:lnTo>
                    <a:lnTo>
                      <a:pt x="14" y="2"/>
                    </a:lnTo>
                    <a:lnTo>
                      <a:pt x="18" y="2"/>
                    </a:lnTo>
                    <a:lnTo>
                      <a:pt x="20" y="2"/>
                    </a:lnTo>
                    <a:lnTo>
                      <a:pt x="42" y="30"/>
                    </a:lnTo>
                    <a:lnTo>
                      <a:pt x="42" y="30"/>
                    </a:lnTo>
                    <a:lnTo>
                      <a:pt x="40" y="32"/>
                    </a:lnTo>
                    <a:lnTo>
                      <a:pt x="38" y="34"/>
                    </a:lnTo>
                    <a:lnTo>
                      <a:pt x="38" y="36"/>
                    </a:lnTo>
                    <a:lnTo>
                      <a:pt x="38" y="40"/>
                    </a:lnTo>
                    <a:lnTo>
                      <a:pt x="40" y="40"/>
                    </a:lnTo>
                    <a:lnTo>
                      <a:pt x="40" y="42"/>
                    </a:lnTo>
                    <a:lnTo>
                      <a:pt x="40" y="44"/>
                    </a:lnTo>
                    <a:lnTo>
                      <a:pt x="40" y="46"/>
                    </a:lnTo>
                    <a:lnTo>
                      <a:pt x="40" y="48"/>
                    </a:lnTo>
                    <a:lnTo>
                      <a:pt x="38" y="48"/>
                    </a:lnTo>
                    <a:lnTo>
                      <a:pt x="36" y="48"/>
                    </a:lnTo>
                    <a:lnTo>
                      <a:pt x="36" y="48"/>
                    </a:lnTo>
                    <a:lnTo>
                      <a:pt x="34" y="48"/>
                    </a:lnTo>
                    <a:lnTo>
                      <a:pt x="34" y="50"/>
                    </a:lnTo>
                    <a:lnTo>
                      <a:pt x="32" y="52"/>
                    </a:lnTo>
                    <a:lnTo>
                      <a:pt x="30" y="54"/>
                    </a:lnTo>
                    <a:lnTo>
                      <a:pt x="28" y="56"/>
                    </a:lnTo>
                    <a:lnTo>
                      <a:pt x="28" y="56"/>
                    </a:lnTo>
                    <a:lnTo>
                      <a:pt x="30" y="60"/>
                    </a:lnTo>
                    <a:lnTo>
                      <a:pt x="28" y="62"/>
                    </a:lnTo>
                    <a:lnTo>
                      <a:pt x="28" y="62"/>
                    </a:lnTo>
                    <a:lnTo>
                      <a:pt x="26" y="60"/>
                    </a:lnTo>
                    <a:lnTo>
                      <a:pt x="24" y="60"/>
                    </a:lnTo>
                    <a:lnTo>
                      <a:pt x="24" y="62"/>
                    </a:lnTo>
                    <a:lnTo>
                      <a:pt x="22" y="64"/>
                    </a:lnTo>
                    <a:lnTo>
                      <a:pt x="20" y="66"/>
                    </a:lnTo>
                    <a:lnTo>
                      <a:pt x="20" y="6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2" name="Google Shape;522;p8"/>
              <p:cNvSpPr/>
              <p:nvPr/>
            </p:nvSpPr>
            <p:spPr>
              <a:xfrm>
                <a:off x="1464" y="2602"/>
                <a:ext cx="118" cy="86"/>
              </a:xfrm>
              <a:custGeom>
                <a:avLst/>
                <a:gdLst/>
                <a:ahLst/>
                <a:cxnLst/>
                <a:rect l="l" t="t" r="r" b="b"/>
                <a:pathLst>
                  <a:path w="118" h="86" extrusionOk="0">
                    <a:moveTo>
                      <a:pt x="118" y="28"/>
                    </a:moveTo>
                    <a:lnTo>
                      <a:pt x="102" y="32"/>
                    </a:lnTo>
                    <a:lnTo>
                      <a:pt x="94" y="38"/>
                    </a:lnTo>
                    <a:lnTo>
                      <a:pt x="86" y="46"/>
                    </a:lnTo>
                    <a:lnTo>
                      <a:pt x="80" y="54"/>
                    </a:lnTo>
                    <a:lnTo>
                      <a:pt x="74" y="58"/>
                    </a:lnTo>
                    <a:lnTo>
                      <a:pt x="68" y="60"/>
                    </a:lnTo>
                    <a:lnTo>
                      <a:pt x="62" y="62"/>
                    </a:lnTo>
                    <a:lnTo>
                      <a:pt x="58" y="64"/>
                    </a:lnTo>
                    <a:lnTo>
                      <a:pt x="54" y="64"/>
                    </a:lnTo>
                    <a:lnTo>
                      <a:pt x="52" y="64"/>
                    </a:lnTo>
                    <a:lnTo>
                      <a:pt x="36" y="78"/>
                    </a:lnTo>
                    <a:lnTo>
                      <a:pt x="6" y="86"/>
                    </a:lnTo>
                    <a:lnTo>
                      <a:pt x="2" y="84"/>
                    </a:lnTo>
                    <a:lnTo>
                      <a:pt x="0" y="84"/>
                    </a:lnTo>
                    <a:lnTo>
                      <a:pt x="0" y="84"/>
                    </a:lnTo>
                    <a:lnTo>
                      <a:pt x="2" y="84"/>
                    </a:lnTo>
                    <a:lnTo>
                      <a:pt x="4" y="80"/>
                    </a:lnTo>
                    <a:lnTo>
                      <a:pt x="4" y="80"/>
                    </a:lnTo>
                    <a:lnTo>
                      <a:pt x="6" y="80"/>
                    </a:lnTo>
                    <a:lnTo>
                      <a:pt x="8" y="80"/>
                    </a:lnTo>
                    <a:lnTo>
                      <a:pt x="10" y="78"/>
                    </a:lnTo>
                    <a:lnTo>
                      <a:pt x="8" y="74"/>
                    </a:lnTo>
                    <a:lnTo>
                      <a:pt x="12" y="68"/>
                    </a:lnTo>
                    <a:lnTo>
                      <a:pt x="14" y="68"/>
                    </a:lnTo>
                    <a:lnTo>
                      <a:pt x="14" y="66"/>
                    </a:lnTo>
                    <a:lnTo>
                      <a:pt x="16" y="66"/>
                    </a:lnTo>
                    <a:lnTo>
                      <a:pt x="18" y="66"/>
                    </a:lnTo>
                    <a:lnTo>
                      <a:pt x="20" y="66"/>
                    </a:lnTo>
                    <a:lnTo>
                      <a:pt x="20" y="66"/>
                    </a:lnTo>
                    <a:lnTo>
                      <a:pt x="22" y="64"/>
                    </a:lnTo>
                    <a:lnTo>
                      <a:pt x="20" y="62"/>
                    </a:lnTo>
                    <a:lnTo>
                      <a:pt x="20" y="60"/>
                    </a:lnTo>
                    <a:lnTo>
                      <a:pt x="20" y="58"/>
                    </a:lnTo>
                    <a:lnTo>
                      <a:pt x="18" y="56"/>
                    </a:lnTo>
                    <a:lnTo>
                      <a:pt x="18" y="54"/>
                    </a:lnTo>
                    <a:lnTo>
                      <a:pt x="18" y="50"/>
                    </a:lnTo>
                    <a:lnTo>
                      <a:pt x="22" y="48"/>
                    </a:lnTo>
                    <a:lnTo>
                      <a:pt x="22" y="48"/>
                    </a:lnTo>
                    <a:lnTo>
                      <a:pt x="24" y="46"/>
                    </a:lnTo>
                    <a:lnTo>
                      <a:pt x="26" y="44"/>
                    </a:lnTo>
                    <a:lnTo>
                      <a:pt x="26" y="44"/>
                    </a:lnTo>
                    <a:lnTo>
                      <a:pt x="28" y="42"/>
                    </a:lnTo>
                    <a:lnTo>
                      <a:pt x="30" y="38"/>
                    </a:lnTo>
                    <a:lnTo>
                      <a:pt x="34" y="34"/>
                    </a:lnTo>
                    <a:lnTo>
                      <a:pt x="38" y="30"/>
                    </a:lnTo>
                    <a:lnTo>
                      <a:pt x="40" y="24"/>
                    </a:lnTo>
                    <a:lnTo>
                      <a:pt x="44" y="20"/>
                    </a:lnTo>
                    <a:lnTo>
                      <a:pt x="48" y="18"/>
                    </a:lnTo>
                    <a:lnTo>
                      <a:pt x="50" y="16"/>
                    </a:lnTo>
                    <a:lnTo>
                      <a:pt x="54" y="14"/>
                    </a:lnTo>
                    <a:lnTo>
                      <a:pt x="66" y="10"/>
                    </a:lnTo>
                    <a:lnTo>
                      <a:pt x="80" y="6"/>
                    </a:lnTo>
                    <a:lnTo>
                      <a:pt x="94" y="0"/>
                    </a:lnTo>
                    <a:lnTo>
                      <a:pt x="104" y="0"/>
                    </a:lnTo>
                    <a:lnTo>
                      <a:pt x="104" y="0"/>
                    </a:lnTo>
                    <a:lnTo>
                      <a:pt x="106" y="0"/>
                    </a:lnTo>
                    <a:lnTo>
                      <a:pt x="108" y="2"/>
                    </a:lnTo>
                    <a:lnTo>
                      <a:pt x="118"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3" name="Google Shape;523;p8"/>
              <p:cNvSpPr/>
              <p:nvPr/>
            </p:nvSpPr>
            <p:spPr>
              <a:xfrm>
                <a:off x="1570" y="2528"/>
                <a:ext cx="92" cy="102"/>
              </a:xfrm>
              <a:custGeom>
                <a:avLst/>
                <a:gdLst/>
                <a:ahLst/>
                <a:cxnLst/>
                <a:rect l="l" t="t" r="r" b="b"/>
                <a:pathLst>
                  <a:path w="92" h="102" extrusionOk="0">
                    <a:moveTo>
                      <a:pt x="72" y="0"/>
                    </a:moveTo>
                    <a:lnTo>
                      <a:pt x="72" y="4"/>
                    </a:lnTo>
                    <a:lnTo>
                      <a:pt x="72" y="8"/>
                    </a:lnTo>
                    <a:lnTo>
                      <a:pt x="72" y="8"/>
                    </a:lnTo>
                    <a:lnTo>
                      <a:pt x="76" y="14"/>
                    </a:lnTo>
                    <a:lnTo>
                      <a:pt x="80" y="18"/>
                    </a:lnTo>
                    <a:lnTo>
                      <a:pt x="84" y="22"/>
                    </a:lnTo>
                    <a:lnTo>
                      <a:pt x="88" y="22"/>
                    </a:lnTo>
                    <a:lnTo>
                      <a:pt x="90" y="24"/>
                    </a:lnTo>
                    <a:lnTo>
                      <a:pt x="90" y="24"/>
                    </a:lnTo>
                    <a:lnTo>
                      <a:pt x="92" y="30"/>
                    </a:lnTo>
                    <a:lnTo>
                      <a:pt x="92" y="34"/>
                    </a:lnTo>
                    <a:lnTo>
                      <a:pt x="90" y="40"/>
                    </a:lnTo>
                    <a:lnTo>
                      <a:pt x="86" y="44"/>
                    </a:lnTo>
                    <a:lnTo>
                      <a:pt x="82" y="46"/>
                    </a:lnTo>
                    <a:lnTo>
                      <a:pt x="78" y="50"/>
                    </a:lnTo>
                    <a:lnTo>
                      <a:pt x="76" y="50"/>
                    </a:lnTo>
                    <a:lnTo>
                      <a:pt x="74" y="50"/>
                    </a:lnTo>
                    <a:lnTo>
                      <a:pt x="74" y="56"/>
                    </a:lnTo>
                    <a:lnTo>
                      <a:pt x="72" y="58"/>
                    </a:lnTo>
                    <a:lnTo>
                      <a:pt x="70" y="62"/>
                    </a:lnTo>
                    <a:lnTo>
                      <a:pt x="66" y="64"/>
                    </a:lnTo>
                    <a:lnTo>
                      <a:pt x="64" y="64"/>
                    </a:lnTo>
                    <a:lnTo>
                      <a:pt x="64" y="66"/>
                    </a:lnTo>
                    <a:lnTo>
                      <a:pt x="58" y="66"/>
                    </a:lnTo>
                    <a:lnTo>
                      <a:pt x="54" y="68"/>
                    </a:lnTo>
                    <a:lnTo>
                      <a:pt x="52" y="72"/>
                    </a:lnTo>
                    <a:lnTo>
                      <a:pt x="50" y="74"/>
                    </a:lnTo>
                    <a:lnTo>
                      <a:pt x="50" y="76"/>
                    </a:lnTo>
                    <a:lnTo>
                      <a:pt x="50" y="78"/>
                    </a:lnTo>
                    <a:lnTo>
                      <a:pt x="50" y="80"/>
                    </a:lnTo>
                    <a:lnTo>
                      <a:pt x="48" y="82"/>
                    </a:lnTo>
                    <a:lnTo>
                      <a:pt x="42" y="90"/>
                    </a:lnTo>
                    <a:lnTo>
                      <a:pt x="30" y="98"/>
                    </a:lnTo>
                    <a:lnTo>
                      <a:pt x="12" y="102"/>
                    </a:lnTo>
                    <a:lnTo>
                      <a:pt x="2" y="76"/>
                    </a:lnTo>
                    <a:lnTo>
                      <a:pt x="0" y="74"/>
                    </a:lnTo>
                    <a:lnTo>
                      <a:pt x="0" y="74"/>
                    </a:lnTo>
                    <a:lnTo>
                      <a:pt x="0" y="74"/>
                    </a:lnTo>
                    <a:lnTo>
                      <a:pt x="2" y="72"/>
                    </a:lnTo>
                    <a:lnTo>
                      <a:pt x="12" y="68"/>
                    </a:lnTo>
                    <a:lnTo>
                      <a:pt x="26" y="62"/>
                    </a:lnTo>
                    <a:lnTo>
                      <a:pt x="38" y="54"/>
                    </a:lnTo>
                    <a:lnTo>
                      <a:pt x="46" y="42"/>
                    </a:lnTo>
                    <a:lnTo>
                      <a:pt x="50" y="28"/>
                    </a:lnTo>
                    <a:lnTo>
                      <a:pt x="50" y="26"/>
                    </a:lnTo>
                    <a:lnTo>
                      <a:pt x="50" y="24"/>
                    </a:lnTo>
                    <a:lnTo>
                      <a:pt x="48" y="20"/>
                    </a:lnTo>
                    <a:lnTo>
                      <a:pt x="48" y="18"/>
                    </a:lnTo>
                    <a:lnTo>
                      <a:pt x="48" y="16"/>
                    </a:lnTo>
                    <a:lnTo>
                      <a:pt x="48" y="14"/>
                    </a:lnTo>
                    <a:lnTo>
                      <a:pt x="48" y="12"/>
                    </a:lnTo>
                    <a:lnTo>
                      <a:pt x="50" y="12"/>
                    </a:lnTo>
                    <a:lnTo>
                      <a:pt x="52" y="12"/>
                    </a:lnTo>
                    <a:lnTo>
                      <a:pt x="54" y="12"/>
                    </a:lnTo>
                    <a:lnTo>
                      <a:pt x="58" y="10"/>
                    </a:lnTo>
                    <a:lnTo>
                      <a:pt x="60" y="8"/>
                    </a:lnTo>
                    <a:lnTo>
                      <a:pt x="60" y="8"/>
                    </a:lnTo>
                    <a:lnTo>
                      <a:pt x="60" y="6"/>
                    </a:lnTo>
                    <a:lnTo>
                      <a:pt x="62" y="4"/>
                    </a:lnTo>
                    <a:lnTo>
                      <a:pt x="64" y="4"/>
                    </a:lnTo>
                    <a:lnTo>
                      <a:pt x="64" y="4"/>
                    </a:lnTo>
                    <a:lnTo>
                      <a:pt x="7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4" name="Google Shape;524;p8"/>
              <p:cNvSpPr/>
              <p:nvPr/>
            </p:nvSpPr>
            <p:spPr>
              <a:xfrm>
                <a:off x="1394" y="2320"/>
                <a:ext cx="116" cy="134"/>
              </a:xfrm>
              <a:custGeom>
                <a:avLst/>
                <a:gdLst/>
                <a:ahLst/>
                <a:cxnLst/>
                <a:rect l="l" t="t" r="r" b="b"/>
                <a:pathLst>
                  <a:path w="116" h="134" extrusionOk="0">
                    <a:moveTo>
                      <a:pt x="88" y="134"/>
                    </a:moveTo>
                    <a:lnTo>
                      <a:pt x="86" y="132"/>
                    </a:lnTo>
                    <a:lnTo>
                      <a:pt x="84" y="132"/>
                    </a:lnTo>
                    <a:lnTo>
                      <a:pt x="80" y="130"/>
                    </a:lnTo>
                    <a:lnTo>
                      <a:pt x="76" y="126"/>
                    </a:lnTo>
                    <a:lnTo>
                      <a:pt x="70" y="124"/>
                    </a:lnTo>
                    <a:lnTo>
                      <a:pt x="58" y="114"/>
                    </a:lnTo>
                    <a:lnTo>
                      <a:pt x="50" y="114"/>
                    </a:lnTo>
                    <a:lnTo>
                      <a:pt x="24" y="102"/>
                    </a:lnTo>
                    <a:lnTo>
                      <a:pt x="18" y="98"/>
                    </a:lnTo>
                    <a:lnTo>
                      <a:pt x="18" y="96"/>
                    </a:lnTo>
                    <a:lnTo>
                      <a:pt x="16" y="92"/>
                    </a:lnTo>
                    <a:lnTo>
                      <a:pt x="4" y="76"/>
                    </a:lnTo>
                    <a:lnTo>
                      <a:pt x="0" y="68"/>
                    </a:lnTo>
                    <a:lnTo>
                      <a:pt x="26" y="46"/>
                    </a:lnTo>
                    <a:lnTo>
                      <a:pt x="26" y="44"/>
                    </a:lnTo>
                    <a:lnTo>
                      <a:pt x="26" y="42"/>
                    </a:lnTo>
                    <a:lnTo>
                      <a:pt x="26" y="40"/>
                    </a:lnTo>
                    <a:lnTo>
                      <a:pt x="26" y="38"/>
                    </a:lnTo>
                    <a:lnTo>
                      <a:pt x="26" y="36"/>
                    </a:lnTo>
                    <a:lnTo>
                      <a:pt x="26" y="34"/>
                    </a:lnTo>
                    <a:lnTo>
                      <a:pt x="26" y="32"/>
                    </a:lnTo>
                    <a:lnTo>
                      <a:pt x="28" y="30"/>
                    </a:lnTo>
                    <a:lnTo>
                      <a:pt x="28" y="30"/>
                    </a:lnTo>
                    <a:lnTo>
                      <a:pt x="28" y="28"/>
                    </a:lnTo>
                    <a:lnTo>
                      <a:pt x="30" y="26"/>
                    </a:lnTo>
                    <a:lnTo>
                      <a:pt x="32" y="22"/>
                    </a:lnTo>
                    <a:lnTo>
                      <a:pt x="34" y="22"/>
                    </a:lnTo>
                    <a:lnTo>
                      <a:pt x="34" y="20"/>
                    </a:lnTo>
                    <a:lnTo>
                      <a:pt x="36" y="16"/>
                    </a:lnTo>
                    <a:lnTo>
                      <a:pt x="38" y="12"/>
                    </a:lnTo>
                    <a:lnTo>
                      <a:pt x="38" y="10"/>
                    </a:lnTo>
                    <a:lnTo>
                      <a:pt x="40" y="8"/>
                    </a:lnTo>
                    <a:lnTo>
                      <a:pt x="40" y="6"/>
                    </a:lnTo>
                    <a:lnTo>
                      <a:pt x="42" y="6"/>
                    </a:lnTo>
                    <a:lnTo>
                      <a:pt x="46" y="4"/>
                    </a:lnTo>
                    <a:lnTo>
                      <a:pt x="50" y="2"/>
                    </a:lnTo>
                    <a:lnTo>
                      <a:pt x="54" y="2"/>
                    </a:lnTo>
                    <a:lnTo>
                      <a:pt x="60" y="2"/>
                    </a:lnTo>
                    <a:lnTo>
                      <a:pt x="70" y="0"/>
                    </a:lnTo>
                    <a:lnTo>
                      <a:pt x="70" y="0"/>
                    </a:lnTo>
                    <a:lnTo>
                      <a:pt x="70" y="2"/>
                    </a:lnTo>
                    <a:lnTo>
                      <a:pt x="72" y="4"/>
                    </a:lnTo>
                    <a:lnTo>
                      <a:pt x="74" y="4"/>
                    </a:lnTo>
                    <a:lnTo>
                      <a:pt x="76" y="4"/>
                    </a:lnTo>
                    <a:lnTo>
                      <a:pt x="78" y="2"/>
                    </a:lnTo>
                    <a:lnTo>
                      <a:pt x="82" y="4"/>
                    </a:lnTo>
                    <a:lnTo>
                      <a:pt x="82" y="4"/>
                    </a:lnTo>
                    <a:lnTo>
                      <a:pt x="82" y="8"/>
                    </a:lnTo>
                    <a:lnTo>
                      <a:pt x="84" y="10"/>
                    </a:lnTo>
                    <a:lnTo>
                      <a:pt x="82" y="10"/>
                    </a:lnTo>
                    <a:lnTo>
                      <a:pt x="82" y="12"/>
                    </a:lnTo>
                    <a:lnTo>
                      <a:pt x="80" y="14"/>
                    </a:lnTo>
                    <a:lnTo>
                      <a:pt x="80" y="16"/>
                    </a:lnTo>
                    <a:lnTo>
                      <a:pt x="82" y="16"/>
                    </a:lnTo>
                    <a:lnTo>
                      <a:pt x="84" y="18"/>
                    </a:lnTo>
                    <a:lnTo>
                      <a:pt x="86" y="20"/>
                    </a:lnTo>
                    <a:lnTo>
                      <a:pt x="88" y="22"/>
                    </a:lnTo>
                    <a:lnTo>
                      <a:pt x="88" y="24"/>
                    </a:lnTo>
                    <a:lnTo>
                      <a:pt x="90" y="26"/>
                    </a:lnTo>
                    <a:lnTo>
                      <a:pt x="94" y="28"/>
                    </a:lnTo>
                    <a:lnTo>
                      <a:pt x="96" y="32"/>
                    </a:lnTo>
                    <a:lnTo>
                      <a:pt x="98" y="34"/>
                    </a:lnTo>
                    <a:lnTo>
                      <a:pt x="98" y="38"/>
                    </a:lnTo>
                    <a:lnTo>
                      <a:pt x="98" y="38"/>
                    </a:lnTo>
                    <a:lnTo>
                      <a:pt x="96" y="42"/>
                    </a:lnTo>
                    <a:lnTo>
                      <a:pt x="94" y="46"/>
                    </a:lnTo>
                    <a:lnTo>
                      <a:pt x="92" y="52"/>
                    </a:lnTo>
                    <a:lnTo>
                      <a:pt x="92" y="56"/>
                    </a:lnTo>
                    <a:lnTo>
                      <a:pt x="90" y="60"/>
                    </a:lnTo>
                    <a:lnTo>
                      <a:pt x="92" y="64"/>
                    </a:lnTo>
                    <a:lnTo>
                      <a:pt x="92" y="64"/>
                    </a:lnTo>
                    <a:lnTo>
                      <a:pt x="94" y="68"/>
                    </a:lnTo>
                    <a:lnTo>
                      <a:pt x="96" y="72"/>
                    </a:lnTo>
                    <a:lnTo>
                      <a:pt x="98" y="76"/>
                    </a:lnTo>
                    <a:lnTo>
                      <a:pt x="100" y="82"/>
                    </a:lnTo>
                    <a:lnTo>
                      <a:pt x="104" y="84"/>
                    </a:lnTo>
                    <a:lnTo>
                      <a:pt x="106" y="86"/>
                    </a:lnTo>
                    <a:lnTo>
                      <a:pt x="106" y="88"/>
                    </a:lnTo>
                    <a:lnTo>
                      <a:pt x="106" y="90"/>
                    </a:lnTo>
                    <a:lnTo>
                      <a:pt x="106" y="92"/>
                    </a:lnTo>
                    <a:lnTo>
                      <a:pt x="108" y="96"/>
                    </a:lnTo>
                    <a:lnTo>
                      <a:pt x="108" y="96"/>
                    </a:lnTo>
                    <a:lnTo>
                      <a:pt x="108" y="98"/>
                    </a:lnTo>
                    <a:lnTo>
                      <a:pt x="110" y="100"/>
                    </a:lnTo>
                    <a:lnTo>
                      <a:pt x="112" y="102"/>
                    </a:lnTo>
                    <a:lnTo>
                      <a:pt x="114" y="104"/>
                    </a:lnTo>
                    <a:lnTo>
                      <a:pt x="114" y="106"/>
                    </a:lnTo>
                    <a:lnTo>
                      <a:pt x="114" y="108"/>
                    </a:lnTo>
                    <a:lnTo>
                      <a:pt x="116" y="112"/>
                    </a:lnTo>
                    <a:lnTo>
                      <a:pt x="116" y="114"/>
                    </a:lnTo>
                    <a:lnTo>
                      <a:pt x="114" y="124"/>
                    </a:lnTo>
                    <a:lnTo>
                      <a:pt x="114" y="124"/>
                    </a:lnTo>
                    <a:lnTo>
                      <a:pt x="112" y="124"/>
                    </a:lnTo>
                    <a:lnTo>
                      <a:pt x="110" y="126"/>
                    </a:lnTo>
                    <a:lnTo>
                      <a:pt x="108" y="128"/>
                    </a:lnTo>
                    <a:lnTo>
                      <a:pt x="88" y="13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5" name="Google Shape;525;p8"/>
              <p:cNvSpPr/>
              <p:nvPr/>
            </p:nvSpPr>
            <p:spPr>
              <a:xfrm>
                <a:off x="1350" y="2388"/>
                <a:ext cx="62" cy="72"/>
              </a:xfrm>
              <a:custGeom>
                <a:avLst/>
                <a:gdLst/>
                <a:ahLst/>
                <a:cxnLst/>
                <a:rect l="l" t="t" r="r" b="b"/>
                <a:pathLst>
                  <a:path w="62" h="72" extrusionOk="0">
                    <a:moveTo>
                      <a:pt x="4" y="40"/>
                    </a:moveTo>
                    <a:lnTo>
                      <a:pt x="4" y="8"/>
                    </a:lnTo>
                    <a:lnTo>
                      <a:pt x="4" y="8"/>
                    </a:lnTo>
                    <a:lnTo>
                      <a:pt x="6" y="10"/>
                    </a:lnTo>
                    <a:lnTo>
                      <a:pt x="8" y="10"/>
                    </a:lnTo>
                    <a:lnTo>
                      <a:pt x="8" y="10"/>
                    </a:lnTo>
                    <a:lnTo>
                      <a:pt x="8" y="12"/>
                    </a:lnTo>
                    <a:lnTo>
                      <a:pt x="10" y="14"/>
                    </a:lnTo>
                    <a:lnTo>
                      <a:pt x="12" y="16"/>
                    </a:lnTo>
                    <a:lnTo>
                      <a:pt x="16" y="16"/>
                    </a:lnTo>
                    <a:lnTo>
                      <a:pt x="20" y="16"/>
                    </a:lnTo>
                    <a:lnTo>
                      <a:pt x="26" y="14"/>
                    </a:lnTo>
                    <a:lnTo>
                      <a:pt x="44" y="0"/>
                    </a:lnTo>
                    <a:lnTo>
                      <a:pt x="44" y="0"/>
                    </a:lnTo>
                    <a:lnTo>
                      <a:pt x="44" y="0"/>
                    </a:lnTo>
                    <a:lnTo>
                      <a:pt x="46" y="4"/>
                    </a:lnTo>
                    <a:lnTo>
                      <a:pt x="48" y="8"/>
                    </a:lnTo>
                    <a:lnTo>
                      <a:pt x="48" y="8"/>
                    </a:lnTo>
                    <a:lnTo>
                      <a:pt x="50" y="10"/>
                    </a:lnTo>
                    <a:lnTo>
                      <a:pt x="54" y="14"/>
                    </a:lnTo>
                    <a:lnTo>
                      <a:pt x="56" y="18"/>
                    </a:lnTo>
                    <a:lnTo>
                      <a:pt x="58" y="22"/>
                    </a:lnTo>
                    <a:lnTo>
                      <a:pt x="60" y="26"/>
                    </a:lnTo>
                    <a:lnTo>
                      <a:pt x="62" y="28"/>
                    </a:lnTo>
                    <a:lnTo>
                      <a:pt x="62" y="28"/>
                    </a:lnTo>
                    <a:lnTo>
                      <a:pt x="62" y="30"/>
                    </a:lnTo>
                    <a:lnTo>
                      <a:pt x="62" y="30"/>
                    </a:lnTo>
                    <a:lnTo>
                      <a:pt x="60" y="32"/>
                    </a:lnTo>
                    <a:lnTo>
                      <a:pt x="56" y="34"/>
                    </a:lnTo>
                    <a:lnTo>
                      <a:pt x="48" y="34"/>
                    </a:lnTo>
                    <a:lnTo>
                      <a:pt x="40" y="36"/>
                    </a:lnTo>
                    <a:lnTo>
                      <a:pt x="34" y="38"/>
                    </a:lnTo>
                    <a:lnTo>
                      <a:pt x="34" y="38"/>
                    </a:lnTo>
                    <a:lnTo>
                      <a:pt x="36" y="42"/>
                    </a:lnTo>
                    <a:lnTo>
                      <a:pt x="38" y="46"/>
                    </a:lnTo>
                    <a:lnTo>
                      <a:pt x="40" y="50"/>
                    </a:lnTo>
                    <a:lnTo>
                      <a:pt x="42" y="52"/>
                    </a:lnTo>
                    <a:lnTo>
                      <a:pt x="42" y="56"/>
                    </a:lnTo>
                    <a:lnTo>
                      <a:pt x="40" y="56"/>
                    </a:lnTo>
                    <a:lnTo>
                      <a:pt x="38" y="58"/>
                    </a:lnTo>
                    <a:lnTo>
                      <a:pt x="36" y="62"/>
                    </a:lnTo>
                    <a:lnTo>
                      <a:pt x="32" y="66"/>
                    </a:lnTo>
                    <a:lnTo>
                      <a:pt x="30" y="68"/>
                    </a:lnTo>
                    <a:lnTo>
                      <a:pt x="28" y="68"/>
                    </a:lnTo>
                    <a:lnTo>
                      <a:pt x="26" y="68"/>
                    </a:lnTo>
                    <a:lnTo>
                      <a:pt x="26" y="70"/>
                    </a:lnTo>
                    <a:lnTo>
                      <a:pt x="26" y="72"/>
                    </a:lnTo>
                    <a:lnTo>
                      <a:pt x="24" y="72"/>
                    </a:lnTo>
                    <a:lnTo>
                      <a:pt x="20" y="70"/>
                    </a:lnTo>
                    <a:lnTo>
                      <a:pt x="14" y="70"/>
                    </a:lnTo>
                    <a:lnTo>
                      <a:pt x="8" y="70"/>
                    </a:lnTo>
                    <a:lnTo>
                      <a:pt x="2" y="70"/>
                    </a:lnTo>
                    <a:lnTo>
                      <a:pt x="0" y="7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6" name="Google Shape;526;p8"/>
              <p:cNvSpPr/>
              <p:nvPr/>
            </p:nvSpPr>
            <p:spPr>
              <a:xfrm>
                <a:off x="1332" y="2396"/>
                <a:ext cx="22" cy="62"/>
              </a:xfrm>
              <a:custGeom>
                <a:avLst/>
                <a:gdLst/>
                <a:ahLst/>
                <a:cxnLst/>
                <a:rect l="l" t="t" r="r" b="b"/>
                <a:pathLst>
                  <a:path w="22" h="62" extrusionOk="0">
                    <a:moveTo>
                      <a:pt x="22" y="0"/>
                    </a:moveTo>
                    <a:lnTo>
                      <a:pt x="16" y="2"/>
                    </a:lnTo>
                    <a:lnTo>
                      <a:pt x="16" y="2"/>
                    </a:lnTo>
                    <a:lnTo>
                      <a:pt x="16" y="6"/>
                    </a:lnTo>
                    <a:lnTo>
                      <a:pt x="16" y="8"/>
                    </a:lnTo>
                    <a:lnTo>
                      <a:pt x="14" y="12"/>
                    </a:lnTo>
                    <a:lnTo>
                      <a:pt x="14" y="14"/>
                    </a:lnTo>
                    <a:lnTo>
                      <a:pt x="14" y="14"/>
                    </a:lnTo>
                    <a:lnTo>
                      <a:pt x="14" y="16"/>
                    </a:lnTo>
                    <a:lnTo>
                      <a:pt x="12" y="20"/>
                    </a:lnTo>
                    <a:lnTo>
                      <a:pt x="8" y="24"/>
                    </a:lnTo>
                    <a:lnTo>
                      <a:pt x="0" y="30"/>
                    </a:lnTo>
                    <a:lnTo>
                      <a:pt x="0" y="30"/>
                    </a:lnTo>
                    <a:lnTo>
                      <a:pt x="2" y="32"/>
                    </a:lnTo>
                    <a:lnTo>
                      <a:pt x="4" y="38"/>
                    </a:lnTo>
                    <a:lnTo>
                      <a:pt x="8" y="48"/>
                    </a:lnTo>
                    <a:lnTo>
                      <a:pt x="18" y="62"/>
                    </a:lnTo>
                    <a:lnTo>
                      <a:pt x="18" y="60"/>
                    </a:lnTo>
                    <a:lnTo>
                      <a:pt x="18" y="56"/>
                    </a:lnTo>
                    <a:lnTo>
                      <a:pt x="18" y="52"/>
                    </a:lnTo>
                    <a:lnTo>
                      <a:pt x="18" y="44"/>
                    </a:lnTo>
                    <a:lnTo>
                      <a:pt x="20" y="40"/>
                    </a:lnTo>
                    <a:lnTo>
                      <a:pt x="20" y="34"/>
                    </a:lnTo>
                    <a:lnTo>
                      <a:pt x="22" y="32"/>
                    </a:lnTo>
                    <a:lnTo>
                      <a:pt x="22" y="26"/>
                    </a:lnTo>
                    <a:lnTo>
                      <a:pt x="22" y="14"/>
                    </a:lnTo>
                    <a:lnTo>
                      <a:pt x="2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7" name="Google Shape;527;p8"/>
              <p:cNvSpPr/>
              <p:nvPr/>
            </p:nvSpPr>
            <p:spPr>
              <a:xfrm>
                <a:off x="1354" y="2328"/>
                <a:ext cx="80" cy="76"/>
              </a:xfrm>
              <a:custGeom>
                <a:avLst/>
                <a:gdLst/>
                <a:ahLst/>
                <a:cxnLst/>
                <a:rect l="l" t="t" r="r" b="b"/>
                <a:pathLst>
                  <a:path w="80" h="76" extrusionOk="0">
                    <a:moveTo>
                      <a:pt x="72" y="2"/>
                    </a:moveTo>
                    <a:lnTo>
                      <a:pt x="70" y="4"/>
                    </a:lnTo>
                    <a:lnTo>
                      <a:pt x="66" y="6"/>
                    </a:lnTo>
                    <a:lnTo>
                      <a:pt x="64" y="6"/>
                    </a:lnTo>
                    <a:lnTo>
                      <a:pt x="62" y="6"/>
                    </a:lnTo>
                    <a:lnTo>
                      <a:pt x="60" y="6"/>
                    </a:lnTo>
                    <a:lnTo>
                      <a:pt x="58" y="8"/>
                    </a:lnTo>
                    <a:lnTo>
                      <a:pt x="56" y="10"/>
                    </a:lnTo>
                    <a:lnTo>
                      <a:pt x="54" y="12"/>
                    </a:lnTo>
                    <a:lnTo>
                      <a:pt x="54" y="12"/>
                    </a:lnTo>
                    <a:lnTo>
                      <a:pt x="50" y="14"/>
                    </a:lnTo>
                    <a:lnTo>
                      <a:pt x="44" y="16"/>
                    </a:lnTo>
                    <a:lnTo>
                      <a:pt x="38" y="16"/>
                    </a:lnTo>
                    <a:lnTo>
                      <a:pt x="32" y="16"/>
                    </a:lnTo>
                    <a:lnTo>
                      <a:pt x="28" y="16"/>
                    </a:lnTo>
                    <a:lnTo>
                      <a:pt x="24" y="14"/>
                    </a:lnTo>
                    <a:lnTo>
                      <a:pt x="24" y="14"/>
                    </a:lnTo>
                    <a:lnTo>
                      <a:pt x="20" y="12"/>
                    </a:lnTo>
                    <a:lnTo>
                      <a:pt x="18" y="12"/>
                    </a:lnTo>
                    <a:lnTo>
                      <a:pt x="16" y="14"/>
                    </a:lnTo>
                    <a:lnTo>
                      <a:pt x="16" y="16"/>
                    </a:lnTo>
                    <a:lnTo>
                      <a:pt x="16" y="16"/>
                    </a:lnTo>
                    <a:lnTo>
                      <a:pt x="12" y="20"/>
                    </a:lnTo>
                    <a:lnTo>
                      <a:pt x="10" y="24"/>
                    </a:lnTo>
                    <a:lnTo>
                      <a:pt x="8" y="24"/>
                    </a:lnTo>
                    <a:lnTo>
                      <a:pt x="8" y="24"/>
                    </a:lnTo>
                    <a:lnTo>
                      <a:pt x="6" y="24"/>
                    </a:lnTo>
                    <a:lnTo>
                      <a:pt x="6" y="24"/>
                    </a:lnTo>
                    <a:lnTo>
                      <a:pt x="4" y="22"/>
                    </a:lnTo>
                    <a:lnTo>
                      <a:pt x="4" y="24"/>
                    </a:lnTo>
                    <a:lnTo>
                      <a:pt x="6" y="26"/>
                    </a:lnTo>
                    <a:lnTo>
                      <a:pt x="6" y="26"/>
                    </a:lnTo>
                    <a:lnTo>
                      <a:pt x="6" y="28"/>
                    </a:lnTo>
                    <a:lnTo>
                      <a:pt x="6" y="30"/>
                    </a:lnTo>
                    <a:lnTo>
                      <a:pt x="6" y="32"/>
                    </a:lnTo>
                    <a:lnTo>
                      <a:pt x="4" y="34"/>
                    </a:lnTo>
                    <a:lnTo>
                      <a:pt x="4" y="36"/>
                    </a:lnTo>
                    <a:lnTo>
                      <a:pt x="4" y="36"/>
                    </a:lnTo>
                    <a:lnTo>
                      <a:pt x="4" y="38"/>
                    </a:lnTo>
                    <a:lnTo>
                      <a:pt x="2" y="42"/>
                    </a:lnTo>
                    <a:lnTo>
                      <a:pt x="4" y="42"/>
                    </a:lnTo>
                    <a:lnTo>
                      <a:pt x="4" y="42"/>
                    </a:lnTo>
                    <a:lnTo>
                      <a:pt x="6" y="42"/>
                    </a:lnTo>
                    <a:lnTo>
                      <a:pt x="8" y="42"/>
                    </a:lnTo>
                    <a:lnTo>
                      <a:pt x="10" y="42"/>
                    </a:lnTo>
                    <a:lnTo>
                      <a:pt x="12" y="44"/>
                    </a:lnTo>
                    <a:lnTo>
                      <a:pt x="12" y="46"/>
                    </a:lnTo>
                    <a:lnTo>
                      <a:pt x="8" y="50"/>
                    </a:lnTo>
                    <a:lnTo>
                      <a:pt x="8" y="52"/>
                    </a:lnTo>
                    <a:lnTo>
                      <a:pt x="8" y="54"/>
                    </a:lnTo>
                    <a:lnTo>
                      <a:pt x="8" y="56"/>
                    </a:lnTo>
                    <a:lnTo>
                      <a:pt x="6" y="58"/>
                    </a:lnTo>
                    <a:lnTo>
                      <a:pt x="6" y="60"/>
                    </a:lnTo>
                    <a:lnTo>
                      <a:pt x="4" y="62"/>
                    </a:lnTo>
                    <a:lnTo>
                      <a:pt x="4" y="62"/>
                    </a:lnTo>
                    <a:lnTo>
                      <a:pt x="4" y="62"/>
                    </a:lnTo>
                    <a:lnTo>
                      <a:pt x="4" y="64"/>
                    </a:lnTo>
                    <a:lnTo>
                      <a:pt x="2" y="66"/>
                    </a:lnTo>
                    <a:lnTo>
                      <a:pt x="0" y="68"/>
                    </a:lnTo>
                    <a:lnTo>
                      <a:pt x="0" y="68"/>
                    </a:lnTo>
                    <a:lnTo>
                      <a:pt x="2" y="70"/>
                    </a:lnTo>
                    <a:lnTo>
                      <a:pt x="4" y="70"/>
                    </a:lnTo>
                    <a:lnTo>
                      <a:pt x="4" y="70"/>
                    </a:lnTo>
                    <a:lnTo>
                      <a:pt x="4" y="72"/>
                    </a:lnTo>
                    <a:lnTo>
                      <a:pt x="6" y="74"/>
                    </a:lnTo>
                    <a:lnTo>
                      <a:pt x="8" y="76"/>
                    </a:lnTo>
                    <a:lnTo>
                      <a:pt x="12" y="76"/>
                    </a:lnTo>
                    <a:lnTo>
                      <a:pt x="16" y="76"/>
                    </a:lnTo>
                    <a:lnTo>
                      <a:pt x="22" y="74"/>
                    </a:lnTo>
                    <a:lnTo>
                      <a:pt x="66" y="38"/>
                    </a:lnTo>
                    <a:lnTo>
                      <a:pt x="66" y="36"/>
                    </a:lnTo>
                    <a:lnTo>
                      <a:pt x="66" y="34"/>
                    </a:lnTo>
                    <a:lnTo>
                      <a:pt x="66" y="32"/>
                    </a:lnTo>
                    <a:lnTo>
                      <a:pt x="66" y="30"/>
                    </a:lnTo>
                    <a:lnTo>
                      <a:pt x="66" y="28"/>
                    </a:lnTo>
                    <a:lnTo>
                      <a:pt x="66" y="26"/>
                    </a:lnTo>
                    <a:lnTo>
                      <a:pt x="66" y="24"/>
                    </a:lnTo>
                    <a:lnTo>
                      <a:pt x="66" y="22"/>
                    </a:lnTo>
                    <a:lnTo>
                      <a:pt x="68" y="22"/>
                    </a:lnTo>
                    <a:lnTo>
                      <a:pt x="70" y="20"/>
                    </a:lnTo>
                    <a:lnTo>
                      <a:pt x="72" y="18"/>
                    </a:lnTo>
                    <a:lnTo>
                      <a:pt x="72" y="14"/>
                    </a:lnTo>
                    <a:lnTo>
                      <a:pt x="74" y="14"/>
                    </a:lnTo>
                    <a:lnTo>
                      <a:pt x="74" y="12"/>
                    </a:lnTo>
                    <a:lnTo>
                      <a:pt x="76" y="8"/>
                    </a:lnTo>
                    <a:lnTo>
                      <a:pt x="78" y="4"/>
                    </a:lnTo>
                    <a:lnTo>
                      <a:pt x="78" y="2"/>
                    </a:lnTo>
                    <a:lnTo>
                      <a:pt x="80" y="0"/>
                    </a:lnTo>
                    <a:lnTo>
                      <a:pt x="7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8" name="Google Shape;528;p8"/>
              <p:cNvSpPr/>
              <p:nvPr/>
            </p:nvSpPr>
            <p:spPr>
              <a:xfrm>
                <a:off x="1458" y="2282"/>
                <a:ext cx="234" cy="248"/>
              </a:xfrm>
              <a:custGeom>
                <a:avLst/>
                <a:gdLst/>
                <a:ahLst/>
                <a:cxnLst/>
                <a:rect l="l" t="t" r="r" b="b"/>
                <a:pathLst>
                  <a:path w="234" h="248" extrusionOk="0">
                    <a:moveTo>
                      <a:pt x="14" y="42"/>
                    </a:moveTo>
                    <a:lnTo>
                      <a:pt x="16" y="42"/>
                    </a:lnTo>
                    <a:lnTo>
                      <a:pt x="18" y="42"/>
                    </a:lnTo>
                    <a:lnTo>
                      <a:pt x="18" y="42"/>
                    </a:lnTo>
                    <a:lnTo>
                      <a:pt x="18" y="46"/>
                    </a:lnTo>
                    <a:lnTo>
                      <a:pt x="20" y="48"/>
                    </a:lnTo>
                    <a:lnTo>
                      <a:pt x="18" y="48"/>
                    </a:lnTo>
                    <a:lnTo>
                      <a:pt x="18" y="50"/>
                    </a:lnTo>
                    <a:lnTo>
                      <a:pt x="16" y="52"/>
                    </a:lnTo>
                    <a:lnTo>
                      <a:pt x="16" y="54"/>
                    </a:lnTo>
                    <a:lnTo>
                      <a:pt x="18" y="54"/>
                    </a:lnTo>
                    <a:lnTo>
                      <a:pt x="20" y="56"/>
                    </a:lnTo>
                    <a:lnTo>
                      <a:pt x="22" y="58"/>
                    </a:lnTo>
                    <a:lnTo>
                      <a:pt x="24" y="60"/>
                    </a:lnTo>
                    <a:lnTo>
                      <a:pt x="24" y="62"/>
                    </a:lnTo>
                    <a:lnTo>
                      <a:pt x="26" y="64"/>
                    </a:lnTo>
                    <a:lnTo>
                      <a:pt x="30" y="66"/>
                    </a:lnTo>
                    <a:lnTo>
                      <a:pt x="32" y="70"/>
                    </a:lnTo>
                    <a:lnTo>
                      <a:pt x="34" y="72"/>
                    </a:lnTo>
                    <a:lnTo>
                      <a:pt x="34" y="76"/>
                    </a:lnTo>
                    <a:lnTo>
                      <a:pt x="34" y="76"/>
                    </a:lnTo>
                    <a:lnTo>
                      <a:pt x="32" y="80"/>
                    </a:lnTo>
                    <a:lnTo>
                      <a:pt x="30" y="84"/>
                    </a:lnTo>
                    <a:lnTo>
                      <a:pt x="28" y="90"/>
                    </a:lnTo>
                    <a:lnTo>
                      <a:pt x="28" y="94"/>
                    </a:lnTo>
                    <a:lnTo>
                      <a:pt x="26" y="98"/>
                    </a:lnTo>
                    <a:lnTo>
                      <a:pt x="28" y="102"/>
                    </a:lnTo>
                    <a:lnTo>
                      <a:pt x="28" y="102"/>
                    </a:lnTo>
                    <a:lnTo>
                      <a:pt x="30" y="106"/>
                    </a:lnTo>
                    <a:lnTo>
                      <a:pt x="32" y="110"/>
                    </a:lnTo>
                    <a:lnTo>
                      <a:pt x="34" y="114"/>
                    </a:lnTo>
                    <a:lnTo>
                      <a:pt x="36" y="120"/>
                    </a:lnTo>
                    <a:lnTo>
                      <a:pt x="40" y="122"/>
                    </a:lnTo>
                    <a:lnTo>
                      <a:pt x="42" y="124"/>
                    </a:lnTo>
                    <a:lnTo>
                      <a:pt x="42" y="126"/>
                    </a:lnTo>
                    <a:lnTo>
                      <a:pt x="42" y="128"/>
                    </a:lnTo>
                    <a:lnTo>
                      <a:pt x="42" y="130"/>
                    </a:lnTo>
                    <a:lnTo>
                      <a:pt x="44" y="134"/>
                    </a:lnTo>
                    <a:lnTo>
                      <a:pt x="44" y="134"/>
                    </a:lnTo>
                    <a:lnTo>
                      <a:pt x="44" y="136"/>
                    </a:lnTo>
                    <a:lnTo>
                      <a:pt x="46" y="138"/>
                    </a:lnTo>
                    <a:lnTo>
                      <a:pt x="48" y="140"/>
                    </a:lnTo>
                    <a:lnTo>
                      <a:pt x="50" y="142"/>
                    </a:lnTo>
                    <a:lnTo>
                      <a:pt x="50" y="144"/>
                    </a:lnTo>
                    <a:lnTo>
                      <a:pt x="50" y="146"/>
                    </a:lnTo>
                    <a:lnTo>
                      <a:pt x="52" y="150"/>
                    </a:lnTo>
                    <a:lnTo>
                      <a:pt x="52" y="152"/>
                    </a:lnTo>
                    <a:lnTo>
                      <a:pt x="50" y="162"/>
                    </a:lnTo>
                    <a:lnTo>
                      <a:pt x="64" y="164"/>
                    </a:lnTo>
                    <a:lnTo>
                      <a:pt x="78" y="162"/>
                    </a:lnTo>
                    <a:lnTo>
                      <a:pt x="78" y="162"/>
                    </a:lnTo>
                    <a:lnTo>
                      <a:pt x="80" y="164"/>
                    </a:lnTo>
                    <a:lnTo>
                      <a:pt x="84" y="168"/>
                    </a:lnTo>
                    <a:lnTo>
                      <a:pt x="88" y="174"/>
                    </a:lnTo>
                    <a:lnTo>
                      <a:pt x="94" y="182"/>
                    </a:lnTo>
                    <a:lnTo>
                      <a:pt x="114" y="202"/>
                    </a:lnTo>
                    <a:lnTo>
                      <a:pt x="114" y="204"/>
                    </a:lnTo>
                    <a:lnTo>
                      <a:pt x="118" y="204"/>
                    </a:lnTo>
                    <a:lnTo>
                      <a:pt x="122" y="206"/>
                    </a:lnTo>
                    <a:lnTo>
                      <a:pt x="128" y="208"/>
                    </a:lnTo>
                    <a:lnTo>
                      <a:pt x="132" y="208"/>
                    </a:lnTo>
                    <a:lnTo>
                      <a:pt x="136" y="210"/>
                    </a:lnTo>
                    <a:lnTo>
                      <a:pt x="142" y="210"/>
                    </a:lnTo>
                    <a:lnTo>
                      <a:pt x="148" y="210"/>
                    </a:lnTo>
                    <a:lnTo>
                      <a:pt x="150" y="210"/>
                    </a:lnTo>
                    <a:lnTo>
                      <a:pt x="152" y="210"/>
                    </a:lnTo>
                    <a:lnTo>
                      <a:pt x="160" y="206"/>
                    </a:lnTo>
                    <a:lnTo>
                      <a:pt x="166" y="214"/>
                    </a:lnTo>
                    <a:lnTo>
                      <a:pt x="168" y="226"/>
                    </a:lnTo>
                    <a:lnTo>
                      <a:pt x="176" y="234"/>
                    </a:lnTo>
                    <a:lnTo>
                      <a:pt x="176" y="232"/>
                    </a:lnTo>
                    <a:lnTo>
                      <a:pt x="178" y="232"/>
                    </a:lnTo>
                    <a:lnTo>
                      <a:pt x="180" y="230"/>
                    </a:lnTo>
                    <a:lnTo>
                      <a:pt x="184" y="230"/>
                    </a:lnTo>
                    <a:lnTo>
                      <a:pt x="188" y="228"/>
                    </a:lnTo>
                    <a:lnTo>
                      <a:pt x="190" y="228"/>
                    </a:lnTo>
                    <a:lnTo>
                      <a:pt x="194" y="230"/>
                    </a:lnTo>
                    <a:lnTo>
                      <a:pt x="198" y="232"/>
                    </a:lnTo>
                    <a:lnTo>
                      <a:pt x="200" y="234"/>
                    </a:lnTo>
                    <a:lnTo>
                      <a:pt x="200" y="240"/>
                    </a:lnTo>
                    <a:lnTo>
                      <a:pt x="208" y="248"/>
                    </a:lnTo>
                    <a:lnTo>
                      <a:pt x="224" y="240"/>
                    </a:lnTo>
                    <a:lnTo>
                      <a:pt x="224" y="238"/>
                    </a:lnTo>
                    <a:lnTo>
                      <a:pt x="222" y="236"/>
                    </a:lnTo>
                    <a:lnTo>
                      <a:pt x="222" y="230"/>
                    </a:lnTo>
                    <a:lnTo>
                      <a:pt x="222" y="226"/>
                    </a:lnTo>
                    <a:lnTo>
                      <a:pt x="222" y="224"/>
                    </a:lnTo>
                    <a:lnTo>
                      <a:pt x="222" y="222"/>
                    </a:lnTo>
                    <a:lnTo>
                      <a:pt x="222" y="218"/>
                    </a:lnTo>
                    <a:lnTo>
                      <a:pt x="224" y="214"/>
                    </a:lnTo>
                    <a:lnTo>
                      <a:pt x="228" y="210"/>
                    </a:lnTo>
                    <a:lnTo>
                      <a:pt x="232" y="208"/>
                    </a:lnTo>
                    <a:lnTo>
                      <a:pt x="232" y="206"/>
                    </a:lnTo>
                    <a:lnTo>
                      <a:pt x="232" y="204"/>
                    </a:lnTo>
                    <a:lnTo>
                      <a:pt x="234" y="202"/>
                    </a:lnTo>
                    <a:lnTo>
                      <a:pt x="232" y="198"/>
                    </a:lnTo>
                    <a:lnTo>
                      <a:pt x="232" y="196"/>
                    </a:lnTo>
                    <a:lnTo>
                      <a:pt x="230" y="194"/>
                    </a:lnTo>
                    <a:lnTo>
                      <a:pt x="218" y="172"/>
                    </a:lnTo>
                    <a:lnTo>
                      <a:pt x="206" y="152"/>
                    </a:lnTo>
                    <a:lnTo>
                      <a:pt x="206" y="120"/>
                    </a:lnTo>
                    <a:lnTo>
                      <a:pt x="216" y="104"/>
                    </a:lnTo>
                    <a:lnTo>
                      <a:pt x="218" y="80"/>
                    </a:lnTo>
                    <a:lnTo>
                      <a:pt x="216" y="76"/>
                    </a:lnTo>
                    <a:lnTo>
                      <a:pt x="212" y="70"/>
                    </a:lnTo>
                    <a:lnTo>
                      <a:pt x="206" y="62"/>
                    </a:lnTo>
                    <a:lnTo>
                      <a:pt x="196" y="54"/>
                    </a:lnTo>
                    <a:lnTo>
                      <a:pt x="184" y="52"/>
                    </a:lnTo>
                    <a:lnTo>
                      <a:pt x="182" y="50"/>
                    </a:lnTo>
                    <a:lnTo>
                      <a:pt x="180" y="50"/>
                    </a:lnTo>
                    <a:lnTo>
                      <a:pt x="176" y="48"/>
                    </a:lnTo>
                    <a:lnTo>
                      <a:pt x="172" y="48"/>
                    </a:lnTo>
                    <a:lnTo>
                      <a:pt x="170" y="46"/>
                    </a:lnTo>
                    <a:lnTo>
                      <a:pt x="160" y="44"/>
                    </a:lnTo>
                    <a:lnTo>
                      <a:pt x="144" y="44"/>
                    </a:lnTo>
                    <a:lnTo>
                      <a:pt x="126" y="54"/>
                    </a:lnTo>
                    <a:lnTo>
                      <a:pt x="126" y="54"/>
                    </a:lnTo>
                    <a:lnTo>
                      <a:pt x="126" y="54"/>
                    </a:lnTo>
                    <a:lnTo>
                      <a:pt x="124" y="56"/>
                    </a:lnTo>
                    <a:lnTo>
                      <a:pt x="122" y="56"/>
                    </a:lnTo>
                    <a:lnTo>
                      <a:pt x="118" y="58"/>
                    </a:lnTo>
                    <a:lnTo>
                      <a:pt x="112" y="58"/>
                    </a:lnTo>
                    <a:lnTo>
                      <a:pt x="102" y="58"/>
                    </a:lnTo>
                    <a:lnTo>
                      <a:pt x="102" y="58"/>
                    </a:lnTo>
                    <a:lnTo>
                      <a:pt x="100" y="60"/>
                    </a:lnTo>
                    <a:lnTo>
                      <a:pt x="98" y="60"/>
                    </a:lnTo>
                    <a:lnTo>
                      <a:pt x="96" y="58"/>
                    </a:lnTo>
                    <a:lnTo>
                      <a:pt x="90" y="56"/>
                    </a:lnTo>
                    <a:lnTo>
                      <a:pt x="82" y="50"/>
                    </a:lnTo>
                    <a:lnTo>
                      <a:pt x="76" y="40"/>
                    </a:lnTo>
                    <a:lnTo>
                      <a:pt x="72" y="26"/>
                    </a:lnTo>
                    <a:lnTo>
                      <a:pt x="62" y="12"/>
                    </a:lnTo>
                    <a:lnTo>
                      <a:pt x="62" y="12"/>
                    </a:lnTo>
                    <a:lnTo>
                      <a:pt x="60" y="10"/>
                    </a:lnTo>
                    <a:lnTo>
                      <a:pt x="56" y="6"/>
                    </a:lnTo>
                    <a:lnTo>
                      <a:pt x="54" y="4"/>
                    </a:lnTo>
                    <a:lnTo>
                      <a:pt x="52" y="0"/>
                    </a:lnTo>
                    <a:lnTo>
                      <a:pt x="38" y="16"/>
                    </a:lnTo>
                    <a:lnTo>
                      <a:pt x="36" y="16"/>
                    </a:lnTo>
                    <a:lnTo>
                      <a:pt x="34" y="18"/>
                    </a:lnTo>
                    <a:lnTo>
                      <a:pt x="30" y="18"/>
                    </a:lnTo>
                    <a:lnTo>
                      <a:pt x="26" y="18"/>
                    </a:lnTo>
                    <a:lnTo>
                      <a:pt x="22" y="14"/>
                    </a:lnTo>
                    <a:lnTo>
                      <a:pt x="0" y="10"/>
                    </a:lnTo>
                    <a:lnTo>
                      <a:pt x="0" y="12"/>
                    </a:lnTo>
                    <a:lnTo>
                      <a:pt x="2" y="14"/>
                    </a:lnTo>
                    <a:lnTo>
                      <a:pt x="4" y="16"/>
                    </a:lnTo>
                    <a:lnTo>
                      <a:pt x="4" y="20"/>
                    </a:lnTo>
                    <a:lnTo>
                      <a:pt x="6" y="24"/>
                    </a:lnTo>
                    <a:lnTo>
                      <a:pt x="8" y="26"/>
                    </a:lnTo>
                    <a:lnTo>
                      <a:pt x="12" y="38"/>
                    </a:lnTo>
                    <a:lnTo>
                      <a:pt x="12" y="38"/>
                    </a:lnTo>
                    <a:lnTo>
                      <a:pt x="12" y="40"/>
                    </a:lnTo>
                    <a:lnTo>
                      <a:pt x="10" y="42"/>
                    </a:lnTo>
                    <a:lnTo>
                      <a:pt x="14" y="4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9" name="Google Shape;529;p8"/>
              <p:cNvSpPr/>
              <p:nvPr/>
            </p:nvSpPr>
            <p:spPr>
              <a:xfrm>
                <a:off x="1042" y="2906"/>
                <a:ext cx="28" cy="22"/>
              </a:xfrm>
              <a:custGeom>
                <a:avLst/>
                <a:gdLst/>
                <a:ahLst/>
                <a:cxnLst/>
                <a:rect l="l" t="t" r="r" b="b"/>
                <a:pathLst>
                  <a:path w="28" h="22" extrusionOk="0">
                    <a:moveTo>
                      <a:pt x="2" y="10"/>
                    </a:moveTo>
                    <a:lnTo>
                      <a:pt x="4" y="22"/>
                    </a:lnTo>
                    <a:lnTo>
                      <a:pt x="28" y="4"/>
                    </a:lnTo>
                    <a:lnTo>
                      <a:pt x="26" y="2"/>
                    </a:lnTo>
                    <a:lnTo>
                      <a:pt x="26" y="2"/>
                    </a:lnTo>
                    <a:lnTo>
                      <a:pt x="24" y="0"/>
                    </a:lnTo>
                    <a:lnTo>
                      <a:pt x="22" y="0"/>
                    </a:lnTo>
                    <a:lnTo>
                      <a:pt x="20" y="0"/>
                    </a:lnTo>
                    <a:lnTo>
                      <a:pt x="14" y="2"/>
                    </a:lnTo>
                    <a:lnTo>
                      <a:pt x="0" y="8"/>
                    </a:lnTo>
                    <a:lnTo>
                      <a:pt x="2"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0" name="Google Shape;530;p8"/>
              <p:cNvSpPr/>
              <p:nvPr/>
            </p:nvSpPr>
            <p:spPr>
              <a:xfrm>
                <a:off x="786" y="2330"/>
                <a:ext cx="260" cy="246"/>
              </a:xfrm>
              <a:custGeom>
                <a:avLst/>
                <a:gdLst/>
                <a:ahLst/>
                <a:cxnLst/>
                <a:rect l="l" t="t" r="r" b="b"/>
                <a:pathLst>
                  <a:path w="260" h="246" extrusionOk="0">
                    <a:moveTo>
                      <a:pt x="4" y="144"/>
                    </a:moveTo>
                    <a:lnTo>
                      <a:pt x="0" y="128"/>
                    </a:lnTo>
                    <a:lnTo>
                      <a:pt x="12" y="122"/>
                    </a:lnTo>
                    <a:lnTo>
                      <a:pt x="20" y="114"/>
                    </a:lnTo>
                    <a:lnTo>
                      <a:pt x="34" y="110"/>
                    </a:lnTo>
                    <a:lnTo>
                      <a:pt x="86" y="92"/>
                    </a:lnTo>
                    <a:lnTo>
                      <a:pt x="88" y="80"/>
                    </a:lnTo>
                    <a:lnTo>
                      <a:pt x="88" y="76"/>
                    </a:lnTo>
                    <a:lnTo>
                      <a:pt x="92" y="74"/>
                    </a:lnTo>
                    <a:lnTo>
                      <a:pt x="94" y="72"/>
                    </a:lnTo>
                    <a:lnTo>
                      <a:pt x="98" y="72"/>
                    </a:lnTo>
                    <a:lnTo>
                      <a:pt x="102" y="72"/>
                    </a:lnTo>
                    <a:lnTo>
                      <a:pt x="106" y="72"/>
                    </a:lnTo>
                    <a:lnTo>
                      <a:pt x="108" y="72"/>
                    </a:lnTo>
                    <a:lnTo>
                      <a:pt x="110" y="72"/>
                    </a:lnTo>
                    <a:lnTo>
                      <a:pt x="102" y="64"/>
                    </a:lnTo>
                    <a:lnTo>
                      <a:pt x="100" y="60"/>
                    </a:lnTo>
                    <a:lnTo>
                      <a:pt x="98" y="56"/>
                    </a:lnTo>
                    <a:lnTo>
                      <a:pt x="98" y="52"/>
                    </a:lnTo>
                    <a:lnTo>
                      <a:pt x="98" y="46"/>
                    </a:lnTo>
                    <a:lnTo>
                      <a:pt x="98" y="40"/>
                    </a:lnTo>
                    <a:lnTo>
                      <a:pt x="96" y="36"/>
                    </a:lnTo>
                    <a:lnTo>
                      <a:pt x="94" y="32"/>
                    </a:lnTo>
                    <a:lnTo>
                      <a:pt x="90" y="30"/>
                    </a:lnTo>
                    <a:lnTo>
                      <a:pt x="88" y="30"/>
                    </a:lnTo>
                    <a:lnTo>
                      <a:pt x="86" y="30"/>
                    </a:lnTo>
                    <a:lnTo>
                      <a:pt x="88" y="28"/>
                    </a:lnTo>
                    <a:lnTo>
                      <a:pt x="92" y="26"/>
                    </a:lnTo>
                    <a:lnTo>
                      <a:pt x="94" y="24"/>
                    </a:lnTo>
                    <a:lnTo>
                      <a:pt x="116" y="16"/>
                    </a:lnTo>
                    <a:lnTo>
                      <a:pt x="120" y="14"/>
                    </a:lnTo>
                    <a:lnTo>
                      <a:pt x="126" y="14"/>
                    </a:lnTo>
                    <a:lnTo>
                      <a:pt x="130" y="12"/>
                    </a:lnTo>
                    <a:lnTo>
                      <a:pt x="136" y="10"/>
                    </a:lnTo>
                    <a:lnTo>
                      <a:pt x="140" y="10"/>
                    </a:lnTo>
                    <a:lnTo>
                      <a:pt x="142" y="8"/>
                    </a:lnTo>
                    <a:lnTo>
                      <a:pt x="144" y="8"/>
                    </a:lnTo>
                    <a:lnTo>
                      <a:pt x="148" y="8"/>
                    </a:lnTo>
                    <a:lnTo>
                      <a:pt x="158" y="4"/>
                    </a:lnTo>
                    <a:lnTo>
                      <a:pt x="170" y="4"/>
                    </a:lnTo>
                    <a:lnTo>
                      <a:pt x="176" y="4"/>
                    </a:lnTo>
                    <a:lnTo>
                      <a:pt x="198" y="2"/>
                    </a:lnTo>
                    <a:lnTo>
                      <a:pt x="198" y="2"/>
                    </a:lnTo>
                    <a:lnTo>
                      <a:pt x="202" y="0"/>
                    </a:lnTo>
                    <a:lnTo>
                      <a:pt x="206" y="0"/>
                    </a:lnTo>
                    <a:lnTo>
                      <a:pt x="210" y="2"/>
                    </a:lnTo>
                    <a:lnTo>
                      <a:pt x="214" y="2"/>
                    </a:lnTo>
                    <a:lnTo>
                      <a:pt x="216" y="4"/>
                    </a:lnTo>
                    <a:lnTo>
                      <a:pt x="220" y="8"/>
                    </a:lnTo>
                    <a:lnTo>
                      <a:pt x="218" y="8"/>
                    </a:lnTo>
                    <a:lnTo>
                      <a:pt x="218" y="10"/>
                    </a:lnTo>
                    <a:lnTo>
                      <a:pt x="216" y="14"/>
                    </a:lnTo>
                    <a:lnTo>
                      <a:pt x="216" y="18"/>
                    </a:lnTo>
                    <a:lnTo>
                      <a:pt x="216" y="24"/>
                    </a:lnTo>
                    <a:lnTo>
                      <a:pt x="214" y="24"/>
                    </a:lnTo>
                    <a:lnTo>
                      <a:pt x="214" y="28"/>
                    </a:lnTo>
                    <a:lnTo>
                      <a:pt x="214" y="30"/>
                    </a:lnTo>
                    <a:lnTo>
                      <a:pt x="212" y="34"/>
                    </a:lnTo>
                    <a:lnTo>
                      <a:pt x="210" y="34"/>
                    </a:lnTo>
                    <a:lnTo>
                      <a:pt x="210" y="36"/>
                    </a:lnTo>
                    <a:lnTo>
                      <a:pt x="210" y="38"/>
                    </a:lnTo>
                    <a:lnTo>
                      <a:pt x="210" y="40"/>
                    </a:lnTo>
                    <a:lnTo>
                      <a:pt x="212" y="44"/>
                    </a:lnTo>
                    <a:lnTo>
                      <a:pt x="212" y="46"/>
                    </a:lnTo>
                    <a:lnTo>
                      <a:pt x="212" y="48"/>
                    </a:lnTo>
                    <a:lnTo>
                      <a:pt x="214" y="50"/>
                    </a:lnTo>
                    <a:lnTo>
                      <a:pt x="214" y="52"/>
                    </a:lnTo>
                    <a:lnTo>
                      <a:pt x="214" y="54"/>
                    </a:lnTo>
                    <a:lnTo>
                      <a:pt x="214" y="56"/>
                    </a:lnTo>
                    <a:lnTo>
                      <a:pt x="216" y="60"/>
                    </a:lnTo>
                    <a:lnTo>
                      <a:pt x="218" y="60"/>
                    </a:lnTo>
                    <a:lnTo>
                      <a:pt x="218" y="60"/>
                    </a:lnTo>
                    <a:lnTo>
                      <a:pt x="220" y="62"/>
                    </a:lnTo>
                    <a:lnTo>
                      <a:pt x="220" y="64"/>
                    </a:lnTo>
                    <a:lnTo>
                      <a:pt x="222" y="74"/>
                    </a:lnTo>
                    <a:lnTo>
                      <a:pt x="224" y="88"/>
                    </a:lnTo>
                    <a:lnTo>
                      <a:pt x="228" y="102"/>
                    </a:lnTo>
                    <a:lnTo>
                      <a:pt x="234" y="110"/>
                    </a:lnTo>
                    <a:lnTo>
                      <a:pt x="234" y="110"/>
                    </a:lnTo>
                    <a:lnTo>
                      <a:pt x="234" y="110"/>
                    </a:lnTo>
                    <a:lnTo>
                      <a:pt x="234" y="112"/>
                    </a:lnTo>
                    <a:lnTo>
                      <a:pt x="234" y="116"/>
                    </a:lnTo>
                    <a:lnTo>
                      <a:pt x="234" y="120"/>
                    </a:lnTo>
                    <a:lnTo>
                      <a:pt x="236" y="126"/>
                    </a:lnTo>
                    <a:lnTo>
                      <a:pt x="236" y="130"/>
                    </a:lnTo>
                    <a:lnTo>
                      <a:pt x="238" y="134"/>
                    </a:lnTo>
                    <a:lnTo>
                      <a:pt x="238" y="138"/>
                    </a:lnTo>
                    <a:lnTo>
                      <a:pt x="238" y="138"/>
                    </a:lnTo>
                    <a:lnTo>
                      <a:pt x="238" y="140"/>
                    </a:lnTo>
                    <a:lnTo>
                      <a:pt x="240" y="142"/>
                    </a:lnTo>
                    <a:lnTo>
                      <a:pt x="244" y="144"/>
                    </a:lnTo>
                    <a:lnTo>
                      <a:pt x="244" y="146"/>
                    </a:lnTo>
                    <a:lnTo>
                      <a:pt x="244" y="150"/>
                    </a:lnTo>
                    <a:lnTo>
                      <a:pt x="244" y="154"/>
                    </a:lnTo>
                    <a:lnTo>
                      <a:pt x="246" y="158"/>
                    </a:lnTo>
                    <a:lnTo>
                      <a:pt x="242" y="166"/>
                    </a:lnTo>
                    <a:lnTo>
                      <a:pt x="242" y="166"/>
                    </a:lnTo>
                    <a:lnTo>
                      <a:pt x="244" y="168"/>
                    </a:lnTo>
                    <a:lnTo>
                      <a:pt x="246" y="170"/>
                    </a:lnTo>
                    <a:lnTo>
                      <a:pt x="246" y="174"/>
                    </a:lnTo>
                    <a:lnTo>
                      <a:pt x="246" y="176"/>
                    </a:lnTo>
                    <a:lnTo>
                      <a:pt x="246" y="180"/>
                    </a:lnTo>
                    <a:lnTo>
                      <a:pt x="248" y="184"/>
                    </a:lnTo>
                    <a:lnTo>
                      <a:pt x="250" y="186"/>
                    </a:lnTo>
                    <a:lnTo>
                      <a:pt x="260" y="200"/>
                    </a:lnTo>
                    <a:lnTo>
                      <a:pt x="192" y="236"/>
                    </a:lnTo>
                    <a:lnTo>
                      <a:pt x="152" y="246"/>
                    </a:lnTo>
                    <a:lnTo>
                      <a:pt x="148" y="230"/>
                    </a:lnTo>
                    <a:lnTo>
                      <a:pt x="120" y="230"/>
                    </a:lnTo>
                    <a:lnTo>
                      <a:pt x="4" y="14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1" name="Google Shape;531;p8"/>
              <p:cNvSpPr/>
              <p:nvPr/>
            </p:nvSpPr>
            <p:spPr>
              <a:xfrm>
                <a:off x="678" y="2468"/>
                <a:ext cx="112" cy="98"/>
              </a:xfrm>
              <a:custGeom>
                <a:avLst/>
                <a:gdLst/>
                <a:ahLst/>
                <a:cxnLst/>
                <a:rect l="l" t="t" r="r" b="b"/>
                <a:pathLst>
                  <a:path w="112" h="98" extrusionOk="0">
                    <a:moveTo>
                      <a:pt x="0" y="94"/>
                    </a:moveTo>
                    <a:lnTo>
                      <a:pt x="0" y="90"/>
                    </a:lnTo>
                    <a:lnTo>
                      <a:pt x="0" y="86"/>
                    </a:lnTo>
                    <a:lnTo>
                      <a:pt x="2" y="82"/>
                    </a:lnTo>
                    <a:lnTo>
                      <a:pt x="4" y="78"/>
                    </a:lnTo>
                    <a:lnTo>
                      <a:pt x="6" y="74"/>
                    </a:lnTo>
                    <a:lnTo>
                      <a:pt x="10" y="70"/>
                    </a:lnTo>
                    <a:lnTo>
                      <a:pt x="16" y="68"/>
                    </a:lnTo>
                    <a:lnTo>
                      <a:pt x="22" y="66"/>
                    </a:lnTo>
                    <a:lnTo>
                      <a:pt x="28" y="64"/>
                    </a:lnTo>
                    <a:lnTo>
                      <a:pt x="32" y="62"/>
                    </a:lnTo>
                    <a:lnTo>
                      <a:pt x="32" y="60"/>
                    </a:lnTo>
                    <a:lnTo>
                      <a:pt x="32" y="58"/>
                    </a:lnTo>
                    <a:lnTo>
                      <a:pt x="32" y="56"/>
                    </a:lnTo>
                    <a:lnTo>
                      <a:pt x="30" y="54"/>
                    </a:lnTo>
                    <a:lnTo>
                      <a:pt x="28" y="54"/>
                    </a:lnTo>
                    <a:lnTo>
                      <a:pt x="28" y="54"/>
                    </a:lnTo>
                    <a:lnTo>
                      <a:pt x="24" y="42"/>
                    </a:lnTo>
                    <a:lnTo>
                      <a:pt x="28" y="36"/>
                    </a:lnTo>
                    <a:lnTo>
                      <a:pt x="30" y="32"/>
                    </a:lnTo>
                    <a:lnTo>
                      <a:pt x="36" y="28"/>
                    </a:lnTo>
                    <a:lnTo>
                      <a:pt x="40" y="26"/>
                    </a:lnTo>
                    <a:lnTo>
                      <a:pt x="44" y="24"/>
                    </a:lnTo>
                    <a:lnTo>
                      <a:pt x="46" y="24"/>
                    </a:lnTo>
                    <a:lnTo>
                      <a:pt x="48" y="24"/>
                    </a:lnTo>
                    <a:lnTo>
                      <a:pt x="50" y="16"/>
                    </a:lnTo>
                    <a:lnTo>
                      <a:pt x="52" y="12"/>
                    </a:lnTo>
                    <a:lnTo>
                      <a:pt x="52" y="10"/>
                    </a:lnTo>
                    <a:lnTo>
                      <a:pt x="54" y="10"/>
                    </a:lnTo>
                    <a:lnTo>
                      <a:pt x="56" y="4"/>
                    </a:lnTo>
                    <a:lnTo>
                      <a:pt x="60" y="0"/>
                    </a:lnTo>
                    <a:lnTo>
                      <a:pt x="66" y="0"/>
                    </a:lnTo>
                    <a:lnTo>
                      <a:pt x="112" y="6"/>
                    </a:lnTo>
                    <a:lnTo>
                      <a:pt x="112" y="20"/>
                    </a:lnTo>
                    <a:lnTo>
                      <a:pt x="88" y="20"/>
                    </a:lnTo>
                    <a:lnTo>
                      <a:pt x="88" y="20"/>
                    </a:lnTo>
                    <a:lnTo>
                      <a:pt x="88" y="20"/>
                    </a:lnTo>
                    <a:lnTo>
                      <a:pt x="86" y="18"/>
                    </a:lnTo>
                    <a:lnTo>
                      <a:pt x="84" y="18"/>
                    </a:lnTo>
                    <a:lnTo>
                      <a:pt x="82" y="20"/>
                    </a:lnTo>
                    <a:lnTo>
                      <a:pt x="82" y="22"/>
                    </a:lnTo>
                    <a:lnTo>
                      <a:pt x="82" y="26"/>
                    </a:lnTo>
                    <a:lnTo>
                      <a:pt x="82" y="30"/>
                    </a:lnTo>
                    <a:lnTo>
                      <a:pt x="80" y="38"/>
                    </a:lnTo>
                    <a:lnTo>
                      <a:pt x="80" y="44"/>
                    </a:lnTo>
                    <a:lnTo>
                      <a:pt x="80" y="50"/>
                    </a:lnTo>
                    <a:lnTo>
                      <a:pt x="80" y="54"/>
                    </a:lnTo>
                    <a:lnTo>
                      <a:pt x="80" y="54"/>
                    </a:lnTo>
                    <a:lnTo>
                      <a:pt x="80" y="56"/>
                    </a:lnTo>
                    <a:lnTo>
                      <a:pt x="80" y="56"/>
                    </a:lnTo>
                    <a:lnTo>
                      <a:pt x="80" y="58"/>
                    </a:lnTo>
                    <a:lnTo>
                      <a:pt x="78" y="60"/>
                    </a:lnTo>
                    <a:lnTo>
                      <a:pt x="78" y="60"/>
                    </a:lnTo>
                    <a:lnTo>
                      <a:pt x="76" y="60"/>
                    </a:lnTo>
                    <a:lnTo>
                      <a:pt x="74" y="60"/>
                    </a:lnTo>
                    <a:lnTo>
                      <a:pt x="72" y="60"/>
                    </a:lnTo>
                    <a:lnTo>
                      <a:pt x="70" y="60"/>
                    </a:lnTo>
                    <a:lnTo>
                      <a:pt x="66" y="60"/>
                    </a:lnTo>
                    <a:lnTo>
                      <a:pt x="64" y="62"/>
                    </a:lnTo>
                    <a:lnTo>
                      <a:pt x="62" y="64"/>
                    </a:lnTo>
                    <a:lnTo>
                      <a:pt x="60" y="68"/>
                    </a:lnTo>
                    <a:lnTo>
                      <a:pt x="60" y="74"/>
                    </a:lnTo>
                    <a:lnTo>
                      <a:pt x="58" y="98"/>
                    </a:lnTo>
                    <a:lnTo>
                      <a:pt x="0" y="9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2" name="Google Shape;532;p8"/>
              <p:cNvSpPr/>
              <p:nvPr/>
            </p:nvSpPr>
            <p:spPr>
              <a:xfrm>
                <a:off x="672" y="2474"/>
                <a:ext cx="158" cy="182"/>
              </a:xfrm>
              <a:custGeom>
                <a:avLst/>
                <a:gdLst/>
                <a:ahLst/>
                <a:cxnLst/>
                <a:rect l="l" t="t" r="r" b="b"/>
                <a:pathLst>
                  <a:path w="158" h="182" extrusionOk="0">
                    <a:moveTo>
                      <a:pt x="0" y="164"/>
                    </a:moveTo>
                    <a:lnTo>
                      <a:pt x="4" y="158"/>
                    </a:lnTo>
                    <a:lnTo>
                      <a:pt x="6" y="154"/>
                    </a:lnTo>
                    <a:lnTo>
                      <a:pt x="10" y="150"/>
                    </a:lnTo>
                    <a:lnTo>
                      <a:pt x="12" y="148"/>
                    </a:lnTo>
                    <a:lnTo>
                      <a:pt x="14" y="146"/>
                    </a:lnTo>
                    <a:lnTo>
                      <a:pt x="16" y="146"/>
                    </a:lnTo>
                    <a:lnTo>
                      <a:pt x="18" y="142"/>
                    </a:lnTo>
                    <a:lnTo>
                      <a:pt x="18" y="138"/>
                    </a:lnTo>
                    <a:lnTo>
                      <a:pt x="18" y="132"/>
                    </a:lnTo>
                    <a:lnTo>
                      <a:pt x="16" y="128"/>
                    </a:lnTo>
                    <a:lnTo>
                      <a:pt x="14" y="124"/>
                    </a:lnTo>
                    <a:lnTo>
                      <a:pt x="12" y="122"/>
                    </a:lnTo>
                    <a:lnTo>
                      <a:pt x="12" y="120"/>
                    </a:lnTo>
                    <a:lnTo>
                      <a:pt x="6" y="110"/>
                    </a:lnTo>
                    <a:lnTo>
                      <a:pt x="16" y="96"/>
                    </a:lnTo>
                    <a:lnTo>
                      <a:pt x="6" y="88"/>
                    </a:lnTo>
                    <a:lnTo>
                      <a:pt x="14" y="88"/>
                    </a:lnTo>
                    <a:lnTo>
                      <a:pt x="64" y="92"/>
                    </a:lnTo>
                    <a:lnTo>
                      <a:pt x="66" y="68"/>
                    </a:lnTo>
                    <a:lnTo>
                      <a:pt x="66" y="62"/>
                    </a:lnTo>
                    <a:lnTo>
                      <a:pt x="68" y="58"/>
                    </a:lnTo>
                    <a:lnTo>
                      <a:pt x="70" y="56"/>
                    </a:lnTo>
                    <a:lnTo>
                      <a:pt x="72" y="54"/>
                    </a:lnTo>
                    <a:lnTo>
                      <a:pt x="76" y="54"/>
                    </a:lnTo>
                    <a:lnTo>
                      <a:pt x="78" y="54"/>
                    </a:lnTo>
                    <a:lnTo>
                      <a:pt x="80" y="54"/>
                    </a:lnTo>
                    <a:lnTo>
                      <a:pt x="82" y="54"/>
                    </a:lnTo>
                    <a:lnTo>
                      <a:pt x="84" y="54"/>
                    </a:lnTo>
                    <a:lnTo>
                      <a:pt x="84" y="54"/>
                    </a:lnTo>
                    <a:lnTo>
                      <a:pt x="86" y="52"/>
                    </a:lnTo>
                    <a:lnTo>
                      <a:pt x="86" y="50"/>
                    </a:lnTo>
                    <a:lnTo>
                      <a:pt x="86" y="50"/>
                    </a:lnTo>
                    <a:lnTo>
                      <a:pt x="86" y="48"/>
                    </a:lnTo>
                    <a:lnTo>
                      <a:pt x="86" y="48"/>
                    </a:lnTo>
                    <a:lnTo>
                      <a:pt x="86" y="44"/>
                    </a:lnTo>
                    <a:lnTo>
                      <a:pt x="86" y="38"/>
                    </a:lnTo>
                    <a:lnTo>
                      <a:pt x="86" y="32"/>
                    </a:lnTo>
                    <a:lnTo>
                      <a:pt x="88" y="24"/>
                    </a:lnTo>
                    <a:lnTo>
                      <a:pt x="88" y="20"/>
                    </a:lnTo>
                    <a:lnTo>
                      <a:pt x="88" y="16"/>
                    </a:lnTo>
                    <a:lnTo>
                      <a:pt x="88" y="14"/>
                    </a:lnTo>
                    <a:lnTo>
                      <a:pt x="90" y="12"/>
                    </a:lnTo>
                    <a:lnTo>
                      <a:pt x="92" y="12"/>
                    </a:lnTo>
                    <a:lnTo>
                      <a:pt x="94" y="14"/>
                    </a:lnTo>
                    <a:lnTo>
                      <a:pt x="94" y="14"/>
                    </a:lnTo>
                    <a:lnTo>
                      <a:pt x="94" y="14"/>
                    </a:lnTo>
                    <a:lnTo>
                      <a:pt x="118" y="14"/>
                    </a:lnTo>
                    <a:lnTo>
                      <a:pt x="118" y="4"/>
                    </a:lnTo>
                    <a:lnTo>
                      <a:pt x="118" y="0"/>
                    </a:lnTo>
                    <a:lnTo>
                      <a:pt x="158" y="28"/>
                    </a:lnTo>
                    <a:lnTo>
                      <a:pt x="138" y="28"/>
                    </a:lnTo>
                    <a:lnTo>
                      <a:pt x="138" y="28"/>
                    </a:lnTo>
                    <a:lnTo>
                      <a:pt x="138" y="28"/>
                    </a:lnTo>
                    <a:lnTo>
                      <a:pt x="136" y="28"/>
                    </a:lnTo>
                    <a:lnTo>
                      <a:pt x="136" y="30"/>
                    </a:lnTo>
                    <a:lnTo>
                      <a:pt x="136" y="32"/>
                    </a:lnTo>
                    <a:lnTo>
                      <a:pt x="142" y="142"/>
                    </a:lnTo>
                    <a:lnTo>
                      <a:pt x="142" y="142"/>
                    </a:lnTo>
                    <a:lnTo>
                      <a:pt x="144" y="146"/>
                    </a:lnTo>
                    <a:lnTo>
                      <a:pt x="144" y="148"/>
                    </a:lnTo>
                    <a:lnTo>
                      <a:pt x="146" y="152"/>
                    </a:lnTo>
                    <a:lnTo>
                      <a:pt x="146" y="156"/>
                    </a:lnTo>
                    <a:lnTo>
                      <a:pt x="140" y="164"/>
                    </a:lnTo>
                    <a:lnTo>
                      <a:pt x="88" y="158"/>
                    </a:lnTo>
                    <a:lnTo>
                      <a:pt x="88" y="158"/>
                    </a:lnTo>
                    <a:lnTo>
                      <a:pt x="86" y="160"/>
                    </a:lnTo>
                    <a:lnTo>
                      <a:pt x="84" y="162"/>
                    </a:lnTo>
                    <a:lnTo>
                      <a:pt x="82" y="162"/>
                    </a:lnTo>
                    <a:lnTo>
                      <a:pt x="82" y="162"/>
                    </a:lnTo>
                    <a:lnTo>
                      <a:pt x="80" y="160"/>
                    </a:lnTo>
                    <a:lnTo>
                      <a:pt x="80" y="160"/>
                    </a:lnTo>
                    <a:lnTo>
                      <a:pt x="78" y="160"/>
                    </a:lnTo>
                    <a:lnTo>
                      <a:pt x="76" y="162"/>
                    </a:lnTo>
                    <a:lnTo>
                      <a:pt x="76" y="162"/>
                    </a:lnTo>
                    <a:lnTo>
                      <a:pt x="76" y="166"/>
                    </a:lnTo>
                    <a:lnTo>
                      <a:pt x="76" y="168"/>
                    </a:lnTo>
                    <a:lnTo>
                      <a:pt x="76" y="170"/>
                    </a:lnTo>
                    <a:lnTo>
                      <a:pt x="74" y="172"/>
                    </a:lnTo>
                    <a:lnTo>
                      <a:pt x="72" y="172"/>
                    </a:lnTo>
                    <a:lnTo>
                      <a:pt x="72" y="174"/>
                    </a:lnTo>
                    <a:lnTo>
                      <a:pt x="70" y="176"/>
                    </a:lnTo>
                    <a:lnTo>
                      <a:pt x="68" y="178"/>
                    </a:lnTo>
                    <a:lnTo>
                      <a:pt x="66" y="182"/>
                    </a:lnTo>
                    <a:lnTo>
                      <a:pt x="64" y="182"/>
                    </a:lnTo>
                    <a:lnTo>
                      <a:pt x="62" y="182"/>
                    </a:lnTo>
                    <a:lnTo>
                      <a:pt x="62" y="180"/>
                    </a:lnTo>
                    <a:lnTo>
                      <a:pt x="60" y="178"/>
                    </a:lnTo>
                    <a:lnTo>
                      <a:pt x="56" y="178"/>
                    </a:lnTo>
                    <a:lnTo>
                      <a:pt x="54" y="178"/>
                    </a:lnTo>
                    <a:lnTo>
                      <a:pt x="50" y="176"/>
                    </a:lnTo>
                    <a:lnTo>
                      <a:pt x="46" y="172"/>
                    </a:lnTo>
                    <a:lnTo>
                      <a:pt x="44" y="166"/>
                    </a:lnTo>
                    <a:lnTo>
                      <a:pt x="42" y="166"/>
                    </a:lnTo>
                    <a:lnTo>
                      <a:pt x="40" y="162"/>
                    </a:lnTo>
                    <a:lnTo>
                      <a:pt x="36" y="160"/>
                    </a:lnTo>
                    <a:lnTo>
                      <a:pt x="32" y="158"/>
                    </a:lnTo>
                    <a:lnTo>
                      <a:pt x="26" y="156"/>
                    </a:lnTo>
                    <a:lnTo>
                      <a:pt x="20" y="156"/>
                    </a:lnTo>
                    <a:lnTo>
                      <a:pt x="0" y="16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3" name="Google Shape;533;p8"/>
              <p:cNvSpPr/>
              <p:nvPr/>
            </p:nvSpPr>
            <p:spPr>
              <a:xfrm>
                <a:off x="686" y="2672"/>
                <a:ext cx="40" cy="28"/>
              </a:xfrm>
              <a:custGeom>
                <a:avLst/>
                <a:gdLst/>
                <a:ahLst/>
                <a:cxnLst/>
                <a:rect l="l" t="t" r="r" b="b"/>
                <a:pathLst>
                  <a:path w="40" h="28" extrusionOk="0">
                    <a:moveTo>
                      <a:pt x="24" y="0"/>
                    </a:moveTo>
                    <a:lnTo>
                      <a:pt x="24" y="0"/>
                    </a:lnTo>
                    <a:lnTo>
                      <a:pt x="22" y="0"/>
                    </a:lnTo>
                    <a:lnTo>
                      <a:pt x="20" y="0"/>
                    </a:lnTo>
                    <a:lnTo>
                      <a:pt x="18" y="2"/>
                    </a:lnTo>
                    <a:lnTo>
                      <a:pt x="14" y="2"/>
                    </a:lnTo>
                    <a:lnTo>
                      <a:pt x="8" y="4"/>
                    </a:lnTo>
                    <a:lnTo>
                      <a:pt x="0" y="8"/>
                    </a:lnTo>
                    <a:lnTo>
                      <a:pt x="0" y="8"/>
                    </a:lnTo>
                    <a:lnTo>
                      <a:pt x="2" y="12"/>
                    </a:lnTo>
                    <a:lnTo>
                      <a:pt x="6" y="16"/>
                    </a:lnTo>
                    <a:lnTo>
                      <a:pt x="10" y="22"/>
                    </a:lnTo>
                    <a:lnTo>
                      <a:pt x="16" y="28"/>
                    </a:lnTo>
                    <a:lnTo>
                      <a:pt x="18" y="28"/>
                    </a:lnTo>
                    <a:lnTo>
                      <a:pt x="20" y="26"/>
                    </a:lnTo>
                    <a:lnTo>
                      <a:pt x="24" y="26"/>
                    </a:lnTo>
                    <a:lnTo>
                      <a:pt x="28" y="24"/>
                    </a:lnTo>
                    <a:lnTo>
                      <a:pt x="32" y="22"/>
                    </a:lnTo>
                    <a:lnTo>
                      <a:pt x="36" y="22"/>
                    </a:lnTo>
                    <a:lnTo>
                      <a:pt x="38" y="20"/>
                    </a:lnTo>
                    <a:lnTo>
                      <a:pt x="38" y="16"/>
                    </a:lnTo>
                    <a:lnTo>
                      <a:pt x="40" y="16"/>
                    </a:lnTo>
                    <a:lnTo>
                      <a:pt x="38" y="8"/>
                    </a:lnTo>
                    <a:lnTo>
                      <a:pt x="38" y="2"/>
                    </a:lnTo>
                    <a:lnTo>
                      <a:pt x="2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4" name="Google Shape;534;p8"/>
              <p:cNvSpPr/>
              <p:nvPr/>
            </p:nvSpPr>
            <p:spPr>
              <a:xfrm>
                <a:off x="672" y="2630"/>
                <a:ext cx="66" cy="50"/>
              </a:xfrm>
              <a:custGeom>
                <a:avLst/>
                <a:gdLst/>
                <a:ahLst/>
                <a:cxnLst/>
                <a:rect l="l" t="t" r="r" b="b"/>
                <a:pathLst>
                  <a:path w="66" h="50" extrusionOk="0">
                    <a:moveTo>
                      <a:pt x="2" y="30"/>
                    </a:moveTo>
                    <a:lnTo>
                      <a:pt x="2" y="22"/>
                    </a:lnTo>
                    <a:lnTo>
                      <a:pt x="0" y="16"/>
                    </a:lnTo>
                    <a:lnTo>
                      <a:pt x="0" y="10"/>
                    </a:lnTo>
                    <a:lnTo>
                      <a:pt x="0" y="6"/>
                    </a:lnTo>
                    <a:lnTo>
                      <a:pt x="2" y="6"/>
                    </a:lnTo>
                    <a:lnTo>
                      <a:pt x="2" y="6"/>
                    </a:lnTo>
                    <a:lnTo>
                      <a:pt x="2" y="6"/>
                    </a:lnTo>
                    <a:lnTo>
                      <a:pt x="20" y="0"/>
                    </a:lnTo>
                    <a:lnTo>
                      <a:pt x="26" y="0"/>
                    </a:lnTo>
                    <a:lnTo>
                      <a:pt x="32" y="2"/>
                    </a:lnTo>
                    <a:lnTo>
                      <a:pt x="38" y="4"/>
                    </a:lnTo>
                    <a:lnTo>
                      <a:pt x="40" y="8"/>
                    </a:lnTo>
                    <a:lnTo>
                      <a:pt x="42" y="10"/>
                    </a:lnTo>
                    <a:lnTo>
                      <a:pt x="44" y="10"/>
                    </a:lnTo>
                    <a:lnTo>
                      <a:pt x="46" y="14"/>
                    </a:lnTo>
                    <a:lnTo>
                      <a:pt x="48" y="18"/>
                    </a:lnTo>
                    <a:lnTo>
                      <a:pt x="50" y="20"/>
                    </a:lnTo>
                    <a:lnTo>
                      <a:pt x="50" y="20"/>
                    </a:lnTo>
                    <a:lnTo>
                      <a:pt x="50" y="20"/>
                    </a:lnTo>
                    <a:lnTo>
                      <a:pt x="56" y="22"/>
                    </a:lnTo>
                    <a:lnTo>
                      <a:pt x="60" y="24"/>
                    </a:lnTo>
                    <a:lnTo>
                      <a:pt x="62" y="26"/>
                    </a:lnTo>
                    <a:lnTo>
                      <a:pt x="64" y="26"/>
                    </a:lnTo>
                    <a:lnTo>
                      <a:pt x="64" y="26"/>
                    </a:lnTo>
                    <a:lnTo>
                      <a:pt x="64" y="30"/>
                    </a:lnTo>
                    <a:lnTo>
                      <a:pt x="64" y="32"/>
                    </a:lnTo>
                    <a:lnTo>
                      <a:pt x="64" y="36"/>
                    </a:lnTo>
                    <a:lnTo>
                      <a:pt x="66" y="42"/>
                    </a:lnTo>
                    <a:lnTo>
                      <a:pt x="66" y="44"/>
                    </a:lnTo>
                    <a:lnTo>
                      <a:pt x="66" y="44"/>
                    </a:lnTo>
                    <a:lnTo>
                      <a:pt x="58" y="44"/>
                    </a:lnTo>
                    <a:lnTo>
                      <a:pt x="50" y="44"/>
                    </a:lnTo>
                    <a:lnTo>
                      <a:pt x="44" y="44"/>
                    </a:lnTo>
                    <a:lnTo>
                      <a:pt x="40" y="44"/>
                    </a:lnTo>
                    <a:lnTo>
                      <a:pt x="38" y="42"/>
                    </a:lnTo>
                    <a:lnTo>
                      <a:pt x="34" y="42"/>
                    </a:lnTo>
                    <a:lnTo>
                      <a:pt x="30" y="44"/>
                    </a:lnTo>
                    <a:lnTo>
                      <a:pt x="26" y="44"/>
                    </a:lnTo>
                    <a:lnTo>
                      <a:pt x="22" y="46"/>
                    </a:lnTo>
                    <a:lnTo>
                      <a:pt x="18" y="48"/>
                    </a:lnTo>
                    <a:lnTo>
                      <a:pt x="16" y="48"/>
                    </a:lnTo>
                    <a:lnTo>
                      <a:pt x="14" y="50"/>
                    </a:lnTo>
                    <a:lnTo>
                      <a:pt x="12" y="46"/>
                    </a:lnTo>
                    <a:lnTo>
                      <a:pt x="10" y="44"/>
                    </a:lnTo>
                    <a:lnTo>
                      <a:pt x="8" y="42"/>
                    </a:lnTo>
                    <a:lnTo>
                      <a:pt x="6" y="40"/>
                    </a:lnTo>
                    <a:lnTo>
                      <a:pt x="4" y="36"/>
                    </a:lnTo>
                    <a:lnTo>
                      <a:pt x="2" y="3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5" name="Google Shape;535;p8"/>
              <p:cNvSpPr/>
              <p:nvPr/>
            </p:nvSpPr>
            <p:spPr>
              <a:xfrm>
                <a:off x="676" y="2650"/>
                <a:ext cx="42" cy="10"/>
              </a:xfrm>
              <a:custGeom>
                <a:avLst/>
                <a:gdLst/>
                <a:ahLst/>
                <a:cxnLst/>
                <a:rect l="l" t="t" r="r" b="b"/>
                <a:pathLst>
                  <a:path w="42" h="10" extrusionOk="0">
                    <a:moveTo>
                      <a:pt x="0" y="0"/>
                    </a:moveTo>
                    <a:lnTo>
                      <a:pt x="0" y="8"/>
                    </a:lnTo>
                    <a:lnTo>
                      <a:pt x="2" y="8"/>
                    </a:lnTo>
                    <a:lnTo>
                      <a:pt x="6" y="6"/>
                    </a:lnTo>
                    <a:lnTo>
                      <a:pt x="10" y="6"/>
                    </a:lnTo>
                    <a:lnTo>
                      <a:pt x="16" y="8"/>
                    </a:lnTo>
                    <a:lnTo>
                      <a:pt x="22" y="10"/>
                    </a:lnTo>
                    <a:lnTo>
                      <a:pt x="28" y="10"/>
                    </a:lnTo>
                    <a:lnTo>
                      <a:pt x="30" y="8"/>
                    </a:lnTo>
                    <a:lnTo>
                      <a:pt x="32" y="8"/>
                    </a:lnTo>
                    <a:lnTo>
                      <a:pt x="34" y="6"/>
                    </a:lnTo>
                    <a:lnTo>
                      <a:pt x="36" y="6"/>
                    </a:lnTo>
                    <a:lnTo>
                      <a:pt x="38" y="6"/>
                    </a:lnTo>
                    <a:lnTo>
                      <a:pt x="38" y="6"/>
                    </a:lnTo>
                    <a:lnTo>
                      <a:pt x="40" y="6"/>
                    </a:lnTo>
                    <a:lnTo>
                      <a:pt x="42" y="6"/>
                    </a:lnTo>
                    <a:lnTo>
                      <a:pt x="42" y="4"/>
                    </a:lnTo>
                    <a:lnTo>
                      <a:pt x="40" y="4"/>
                    </a:lnTo>
                    <a:lnTo>
                      <a:pt x="36" y="2"/>
                    </a:lnTo>
                    <a:lnTo>
                      <a:pt x="32" y="0"/>
                    </a:lnTo>
                    <a:lnTo>
                      <a:pt x="28" y="0"/>
                    </a:lnTo>
                    <a:lnTo>
                      <a:pt x="24" y="2"/>
                    </a:lnTo>
                    <a:lnTo>
                      <a:pt x="22" y="2"/>
                    </a:lnTo>
                    <a:lnTo>
                      <a:pt x="18" y="2"/>
                    </a:lnTo>
                    <a:lnTo>
                      <a:pt x="16" y="2"/>
                    </a:lnTo>
                    <a:lnTo>
                      <a:pt x="12" y="2"/>
                    </a:lnTo>
                    <a:lnTo>
                      <a:pt x="10" y="0"/>
                    </a:lnTo>
                    <a:lnTo>
                      <a:pt x="8" y="0"/>
                    </a:lnTo>
                    <a:lnTo>
                      <a:pt x="6" y="0"/>
                    </a:lnTo>
                    <a:lnTo>
                      <a:pt x="2" y="0"/>
                    </a:lnTo>
                    <a:lnTo>
                      <a:pt x="0" y="0"/>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6" name="Google Shape;536;p8"/>
              <p:cNvSpPr/>
              <p:nvPr/>
            </p:nvSpPr>
            <p:spPr>
              <a:xfrm>
                <a:off x="752" y="2734"/>
                <a:ext cx="84" cy="56"/>
              </a:xfrm>
              <a:custGeom>
                <a:avLst/>
                <a:gdLst/>
                <a:ahLst/>
                <a:cxnLst/>
                <a:rect l="l" t="t" r="r" b="b"/>
                <a:pathLst>
                  <a:path w="84" h="56" extrusionOk="0">
                    <a:moveTo>
                      <a:pt x="24" y="44"/>
                    </a:moveTo>
                    <a:lnTo>
                      <a:pt x="22" y="38"/>
                    </a:lnTo>
                    <a:lnTo>
                      <a:pt x="0" y="20"/>
                    </a:lnTo>
                    <a:lnTo>
                      <a:pt x="0" y="20"/>
                    </a:lnTo>
                    <a:lnTo>
                      <a:pt x="4" y="18"/>
                    </a:lnTo>
                    <a:lnTo>
                      <a:pt x="6" y="16"/>
                    </a:lnTo>
                    <a:lnTo>
                      <a:pt x="12" y="12"/>
                    </a:lnTo>
                    <a:lnTo>
                      <a:pt x="14" y="8"/>
                    </a:lnTo>
                    <a:lnTo>
                      <a:pt x="16" y="0"/>
                    </a:lnTo>
                    <a:lnTo>
                      <a:pt x="28" y="0"/>
                    </a:lnTo>
                    <a:lnTo>
                      <a:pt x="28" y="0"/>
                    </a:lnTo>
                    <a:lnTo>
                      <a:pt x="30" y="2"/>
                    </a:lnTo>
                    <a:lnTo>
                      <a:pt x="34" y="4"/>
                    </a:lnTo>
                    <a:lnTo>
                      <a:pt x="38" y="6"/>
                    </a:lnTo>
                    <a:lnTo>
                      <a:pt x="40" y="8"/>
                    </a:lnTo>
                    <a:lnTo>
                      <a:pt x="44" y="10"/>
                    </a:lnTo>
                    <a:lnTo>
                      <a:pt x="46" y="10"/>
                    </a:lnTo>
                    <a:lnTo>
                      <a:pt x="46" y="8"/>
                    </a:lnTo>
                    <a:lnTo>
                      <a:pt x="48" y="8"/>
                    </a:lnTo>
                    <a:lnTo>
                      <a:pt x="50" y="6"/>
                    </a:lnTo>
                    <a:lnTo>
                      <a:pt x="52" y="4"/>
                    </a:lnTo>
                    <a:lnTo>
                      <a:pt x="56" y="4"/>
                    </a:lnTo>
                    <a:lnTo>
                      <a:pt x="58" y="4"/>
                    </a:lnTo>
                    <a:lnTo>
                      <a:pt x="62" y="6"/>
                    </a:lnTo>
                    <a:lnTo>
                      <a:pt x="64" y="10"/>
                    </a:lnTo>
                    <a:lnTo>
                      <a:pt x="64" y="10"/>
                    </a:lnTo>
                    <a:lnTo>
                      <a:pt x="64" y="12"/>
                    </a:lnTo>
                    <a:lnTo>
                      <a:pt x="64" y="16"/>
                    </a:lnTo>
                    <a:lnTo>
                      <a:pt x="64" y="18"/>
                    </a:lnTo>
                    <a:lnTo>
                      <a:pt x="66" y="22"/>
                    </a:lnTo>
                    <a:lnTo>
                      <a:pt x="70" y="24"/>
                    </a:lnTo>
                    <a:lnTo>
                      <a:pt x="72" y="24"/>
                    </a:lnTo>
                    <a:lnTo>
                      <a:pt x="74" y="24"/>
                    </a:lnTo>
                    <a:lnTo>
                      <a:pt x="76" y="24"/>
                    </a:lnTo>
                    <a:lnTo>
                      <a:pt x="78" y="24"/>
                    </a:lnTo>
                    <a:lnTo>
                      <a:pt x="80" y="26"/>
                    </a:lnTo>
                    <a:lnTo>
                      <a:pt x="82" y="30"/>
                    </a:lnTo>
                    <a:lnTo>
                      <a:pt x="84" y="36"/>
                    </a:lnTo>
                    <a:lnTo>
                      <a:pt x="82" y="40"/>
                    </a:lnTo>
                    <a:lnTo>
                      <a:pt x="82" y="42"/>
                    </a:lnTo>
                    <a:lnTo>
                      <a:pt x="80" y="44"/>
                    </a:lnTo>
                    <a:lnTo>
                      <a:pt x="80" y="46"/>
                    </a:lnTo>
                    <a:lnTo>
                      <a:pt x="48" y="56"/>
                    </a:lnTo>
                    <a:lnTo>
                      <a:pt x="48" y="56"/>
                    </a:lnTo>
                    <a:lnTo>
                      <a:pt x="46" y="56"/>
                    </a:lnTo>
                    <a:lnTo>
                      <a:pt x="44" y="56"/>
                    </a:lnTo>
                    <a:lnTo>
                      <a:pt x="38" y="54"/>
                    </a:lnTo>
                    <a:lnTo>
                      <a:pt x="32" y="52"/>
                    </a:lnTo>
                    <a:lnTo>
                      <a:pt x="32" y="52"/>
                    </a:lnTo>
                    <a:lnTo>
                      <a:pt x="28" y="50"/>
                    </a:lnTo>
                    <a:lnTo>
                      <a:pt x="26" y="48"/>
                    </a:lnTo>
                    <a:lnTo>
                      <a:pt x="24" y="4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7" name="Google Shape;537;p8"/>
              <p:cNvSpPr/>
              <p:nvPr/>
            </p:nvSpPr>
            <p:spPr>
              <a:xfrm>
                <a:off x="734" y="2710"/>
                <a:ext cx="36" cy="44"/>
              </a:xfrm>
              <a:custGeom>
                <a:avLst/>
                <a:gdLst/>
                <a:ahLst/>
                <a:cxnLst/>
                <a:rect l="l" t="t" r="r" b="b"/>
                <a:pathLst>
                  <a:path w="36" h="44" extrusionOk="0">
                    <a:moveTo>
                      <a:pt x="0" y="18"/>
                    </a:moveTo>
                    <a:lnTo>
                      <a:pt x="0" y="16"/>
                    </a:lnTo>
                    <a:lnTo>
                      <a:pt x="0" y="14"/>
                    </a:lnTo>
                    <a:lnTo>
                      <a:pt x="0" y="12"/>
                    </a:lnTo>
                    <a:lnTo>
                      <a:pt x="2" y="8"/>
                    </a:lnTo>
                    <a:lnTo>
                      <a:pt x="4" y="6"/>
                    </a:lnTo>
                    <a:lnTo>
                      <a:pt x="8" y="2"/>
                    </a:lnTo>
                    <a:lnTo>
                      <a:pt x="14" y="0"/>
                    </a:lnTo>
                    <a:lnTo>
                      <a:pt x="18" y="0"/>
                    </a:lnTo>
                    <a:lnTo>
                      <a:pt x="20" y="0"/>
                    </a:lnTo>
                    <a:lnTo>
                      <a:pt x="24" y="0"/>
                    </a:lnTo>
                    <a:lnTo>
                      <a:pt x="26" y="2"/>
                    </a:lnTo>
                    <a:lnTo>
                      <a:pt x="28" y="2"/>
                    </a:lnTo>
                    <a:lnTo>
                      <a:pt x="30" y="4"/>
                    </a:lnTo>
                    <a:lnTo>
                      <a:pt x="32" y="4"/>
                    </a:lnTo>
                    <a:lnTo>
                      <a:pt x="34" y="8"/>
                    </a:lnTo>
                    <a:lnTo>
                      <a:pt x="36" y="12"/>
                    </a:lnTo>
                    <a:lnTo>
                      <a:pt x="36" y="20"/>
                    </a:lnTo>
                    <a:lnTo>
                      <a:pt x="34" y="28"/>
                    </a:lnTo>
                    <a:lnTo>
                      <a:pt x="30" y="34"/>
                    </a:lnTo>
                    <a:lnTo>
                      <a:pt x="30" y="34"/>
                    </a:lnTo>
                    <a:lnTo>
                      <a:pt x="28" y="38"/>
                    </a:lnTo>
                    <a:lnTo>
                      <a:pt x="24" y="40"/>
                    </a:lnTo>
                    <a:lnTo>
                      <a:pt x="20" y="44"/>
                    </a:lnTo>
                    <a:lnTo>
                      <a:pt x="18" y="44"/>
                    </a:lnTo>
                    <a:lnTo>
                      <a:pt x="16" y="44"/>
                    </a:lnTo>
                    <a:lnTo>
                      <a:pt x="14" y="42"/>
                    </a:lnTo>
                    <a:lnTo>
                      <a:pt x="10" y="40"/>
                    </a:lnTo>
                    <a:lnTo>
                      <a:pt x="8" y="38"/>
                    </a:lnTo>
                    <a:lnTo>
                      <a:pt x="0"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8" name="Google Shape;538;p8"/>
              <p:cNvSpPr/>
              <p:nvPr/>
            </p:nvSpPr>
            <p:spPr>
              <a:xfrm>
                <a:off x="702" y="2674"/>
                <a:ext cx="100" cy="70"/>
              </a:xfrm>
              <a:custGeom>
                <a:avLst/>
                <a:gdLst/>
                <a:ahLst/>
                <a:cxnLst/>
                <a:rect l="l" t="t" r="r" b="b"/>
                <a:pathLst>
                  <a:path w="100" h="70" extrusionOk="0">
                    <a:moveTo>
                      <a:pt x="18" y="40"/>
                    </a:moveTo>
                    <a:lnTo>
                      <a:pt x="0" y="26"/>
                    </a:lnTo>
                    <a:lnTo>
                      <a:pt x="18" y="20"/>
                    </a:lnTo>
                    <a:lnTo>
                      <a:pt x="18" y="20"/>
                    </a:lnTo>
                    <a:lnTo>
                      <a:pt x="20" y="18"/>
                    </a:lnTo>
                    <a:lnTo>
                      <a:pt x="22" y="16"/>
                    </a:lnTo>
                    <a:lnTo>
                      <a:pt x="24" y="12"/>
                    </a:lnTo>
                    <a:lnTo>
                      <a:pt x="24" y="8"/>
                    </a:lnTo>
                    <a:lnTo>
                      <a:pt x="22" y="4"/>
                    </a:lnTo>
                    <a:lnTo>
                      <a:pt x="22" y="0"/>
                    </a:lnTo>
                    <a:lnTo>
                      <a:pt x="22" y="0"/>
                    </a:lnTo>
                    <a:lnTo>
                      <a:pt x="24" y="0"/>
                    </a:lnTo>
                    <a:lnTo>
                      <a:pt x="26" y="0"/>
                    </a:lnTo>
                    <a:lnTo>
                      <a:pt x="30" y="0"/>
                    </a:lnTo>
                    <a:lnTo>
                      <a:pt x="34" y="0"/>
                    </a:lnTo>
                    <a:lnTo>
                      <a:pt x="36" y="2"/>
                    </a:lnTo>
                    <a:lnTo>
                      <a:pt x="36" y="2"/>
                    </a:lnTo>
                    <a:lnTo>
                      <a:pt x="38" y="4"/>
                    </a:lnTo>
                    <a:lnTo>
                      <a:pt x="38" y="6"/>
                    </a:lnTo>
                    <a:lnTo>
                      <a:pt x="40" y="6"/>
                    </a:lnTo>
                    <a:lnTo>
                      <a:pt x="44" y="6"/>
                    </a:lnTo>
                    <a:lnTo>
                      <a:pt x="44" y="6"/>
                    </a:lnTo>
                    <a:lnTo>
                      <a:pt x="46" y="8"/>
                    </a:lnTo>
                    <a:lnTo>
                      <a:pt x="52" y="10"/>
                    </a:lnTo>
                    <a:lnTo>
                      <a:pt x="58" y="10"/>
                    </a:lnTo>
                    <a:lnTo>
                      <a:pt x="62" y="10"/>
                    </a:lnTo>
                    <a:lnTo>
                      <a:pt x="64" y="8"/>
                    </a:lnTo>
                    <a:lnTo>
                      <a:pt x="64" y="8"/>
                    </a:lnTo>
                    <a:lnTo>
                      <a:pt x="66" y="6"/>
                    </a:lnTo>
                    <a:lnTo>
                      <a:pt x="64" y="6"/>
                    </a:lnTo>
                    <a:lnTo>
                      <a:pt x="64" y="4"/>
                    </a:lnTo>
                    <a:lnTo>
                      <a:pt x="66" y="4"/>
                    </a:lnTo>
                    <a:lnTo>
                      <a:pt x="66" y="4"/>
                    </a:lnTo>
                    <a:lnTo>
                      <a:pt x="70" y="2"/>
                    </a:lnTo>
                    <a:lnTo>
                      <a:pt x="72" y="2"/>
                    </a:lnTo>
                    <a:lnTo>
                      <a:pt x="76" y="4"/>
                    </a:lnTo>
                    <a:lnTo>
                      <a:pt x="78" y="6"/>
                    </a:lnTo>
                    <a:lnTo>
                      <a:pt x="78" y="8"/>
                    </a:lnTo>
                    <a:lnTo>
                      <a:pt x="78" y="10"/>
                    </a:lnTo>
                    <a:lnTo>
                      <a:pt x="80" y="14"/>
                    </a:lnTo>
                    <a:lnTo>
                      <a:pt x="82" y="18"/>
                    </a:lnTo>
                    <a:lnTo>
                      <a:pt x="84" y="22"/>
                    </a:lnTo>
                    <a:lnTo>
                      <a:pt x="88" y="26"/>
                    </a:lnTo>
                    <a:lnTo>
                      <a:pt x="88" y="28"/>
                    </a:lnTo>
                    <a:lnTo>
                      <a:pt x="88" y="30"/>
                    </a:lnTo>
                    <a:lnTo>
                      <a:pt x="90" y="36"/>
                    </a:lnTo>
                    <a:lnTo>
                      <a:pt x="92" y="40"/>
                    </a:lnTo>
                    <a:lnTo>
                      <a:pt x="96" y="50"/>
                    </a:lnTo>
                    <a:lnTo>
                      <a:pt x="98" y="58"/>
                    </a:lnTo>
                    <a:lnTo>
                      <a:pt x="100" y="64"/>
                    </a:lnTo>
                    <a:lnTo>
                      <a:pt x="98" y="68"/>
                    </a:lnTo>
                    <a:lnTo>
                      <a:pt x="96" y="70"/>
                    </a:lnTo>
                    <a:lnTo>
                      <a:pt x="92" y="70"/>
                    </a:lnTo>
                    <a:lnTo>
                      <a:pt x="88" y="66"/>
                    </a:lnTo>
                    <a:lnTo>
                      <a:pt x="82" y="64"/>
                    </a:lnTo>
                    <a:lnTo>
                      <a:pt x="78" y="60"/>
                    </a:lnTo>
                    <a:lnTo>
                      <a:pt x="78" y="60"/>
                    </a:lnTo>
                    <a:lnTo>
                      <a:pt x="78" y="60"/>
                    </a:lnTo>
                    <a:lnTo>
                      <a:pt x="76" y="60"/>
                    </a:lnTo>
                    <a:lnTo>
                      <a:pt x="72" y="60"/>
                    </a:lnTo>
                    <a:lnTo>
                      <a:pt x="66" y="60"/>
                    </a:lnTo>
                    <a:lnTo>
                      <a:pt x="68" y="60"/>
                    </a:lnTo>
                    <a:lnTo>
                      <a:pt x="68" y="56"/>
                    </a:lnTo>
                    <a:lnTo>
                      <a:pt x="68" y="54"/>
                    </a:lnTo>
                    <a:lnTo>
                      <a:pt x="68" y="50"/>
                    </a:lnTo>
                    <a:lnTo>
                      <a:pt x="68" y="46"/>
                    </a:lnTo>
                    <a:lnTo>
                      <a:pt x="66" y="42"/>
                    </a:lnTo>
                    <a:lnTo>
                      <a:pt x="62" y="40"/>
                    </a:lnTo>
                    <a:lnTo>
                      <a:pt x="58" y="38"/>
                    </a:lnTo>
                    <a:lnTo>
                      <a:pt x="50" y="36"/>
                    </a:lnTo>
                    <a:lnTo>
                      <a:pt x="50" y="36"/>
                    </a:lnTo>
                    <a:lnTo>
                      <a:pt x="48" y="36"/>
                    </a:lnTo>
                    <a:lnTo>
                      <a:pt x="44" y="38"/>
                    </a:lnTo>
                    <a:lnTo>
                      <a:pt x="40" y="40"/>
                    </a:lnTo>
                    <a:lnTo>
                      <a:pt x="36" y="42"/>
                    </a:lnTo>
                    <a:lnTo>
                      <a:pt x="32" y="46"/>
                    </a:lnTo>
                    <a:lnTo>
                      <a:pt x="32" y="52"/>
                    </a:lnTo>
                    <a:lnTo>
                      <a:pt x="18" y="4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9" name="Google Shape;539;p8"/>
              <p:cNvSpPr/>
              <p:nvPr/>
            </p:nvSpPr>
            <p:spPr>
              <a:xfrm>
                <a:off x="790" y="2694"/>
                <a:ext cx="84" cy="88"/>
              </a:xfrm>
              <a:custGeom>
                <a:avLst/>
                <a:gdLst/>
                <a:ahLst/>
                <a:cxnLst/>
                <a:rect l="l" t="t" r="r" b="b"/>
                <a:pathLst>
                  <a:path w="84" h="88" extrusionOk="0">
                    <a:moveTo>
                      <a:pt x="42" y="86"/>
                    </a:moveTo>
                    <a:lnTo>
                      <a:pt x="42" y="84"/>
                    </a:lnTo>
                    <a:lnTo>
                      <a:pt x="44" y="82"/>
                    </a:lnTo>
                    <a:lnTo>
                      <a:pt x="44" y="78"/>
                    </a:lnTo>
                    <a:lnTo>
                      <a:pt x="46" y="74"/>
                    </a:lnTo>
                    <a:lnTo>
                      <a:pt x="44" y="68"/>
                    </a:lnTo>
                    <a:lnTo>
                      <a:pt x="44" y="68"/>
                    </a:lnTo>
                    <a:lnTo>
                      <a:pt x="42" y="66"/>
                    </a:lnTo>
                    <a:lnTo>
                      <a:pt x="40" y="64"/>
                    </a:lnTo>
                    <a:lnTo>
                      <a:pt x="36" y="64"/>
                    </a:lnTo>
                    <a:lnTo>
                      <a:pt x="32" y="64"/>
                    </a:lnTo>
                    <a:lnTo>
                      <a:pt x="32" y="64"/>
                    </a:lnTo>
                    <a:lnTo>
                      <a:pt x="30" y="64"/>
                    </a:lnTo>
                    <a:lnTo>
                      <a:pt x="28" y="62"/>
                    </a:lnTo>
                    <a:lnTo>
                      <a:pt x="26" y="58"/>
                    </a:lnTo>
                    <a:lnTo>
                      <a:pt x="26" y="54"/>
                    </a:lnTo>
                    <a:lnTo>
                      <a:pt x="26" y="50"/>
                    </a:lnTo>
                    <a:lnTo>
                      <a:pt x="26" y="48"/>
                    </a:lnTo>
                    <a:lnTo>
                      <a:pt x="24" y="46"/>
                    </a:lnTo>
                    <a:lnTo>
                      <a:pt x="24" y="46"/>
                    </a:lnTo>
                    <a:lnTo>
                      <a:pt x="22" y="44"/>
                    </a:lnTo>
                    <a:lnTo>
                      <a:pt x="18" y="42"/>
                    </a:lnTo>
                    <a:lnTo>
                      <a:pt x="14" y="44"/>
                    </a:lnTo>
                    <a:lnTo>
                      <a:pt x="10" y="48"/>
                    </a:lnTo>
                    <a:lnTo>
                      <a:pt x="10" y="46"/>
                    </a:lnTo>
                    <a:lnTo>
                      <a:pt x="10" y="44"/>
                    </a:lnTo>
                    <a:lnTo>
                      <a:pt x="10" y="40"/>
                    </a:lnTo>
                    <a:lnTo>
                      <a:pt x="10" y="36"/>
                    </a:lnTo>
                    <a:lnTo>
                      <a:pt x="10" y="36"/>
                    </a:lnTo>
                    <a:lnTo>
                      <a:pt x="8" y="32"/>
                    </a:lnTo>
                    <a:lnTo>
                      <a:pt x="6" y="28"/>
                    </a:lnTo>
                    <a:lnTo>
                      <a:pt x="4" y="24"/>
                    </a:lnTo>
                    <a:lnTo>
                      <a:pt x="2" y="20"/>
                    </a:lnTo>
                    <a:lnTo>
                      <a:pt x="2" y="14"/>
                    </a:lnTo>
                    <a:lnTo>
                      <a:pt x="0" y="10"/>
                    </a:lnTo>
                    <a:lnTo>
                      <a:pt x="0" y="6"/>
                    </a:lnTo>
                    <a:lnTo>
                      <a:pt x="2" y="6"/>
                    </a:lnTo>
                    <a:lnTo>
                      <a:pt x="6" y="8"/>
                    </a:lnTo>
                    <a:lnTo>
                      <a:pt x="10" y="8"/>
                    </a:lnTo>
                    <a:lnTo>
                      <a:pt x="16" y="6"/>
                    </a:lnTo>
                    <a:lnTo>
                      <a:pt x="20" y="4"/>
                    </a:lnTo>
                    <a:lnTo>
                      <a:pt x="22" y="4"/>
                    </a:lnTo>
                    <a:lnTo>
                      <a:pt x="22" y="2"/>
                    </a:lnTo>
                    <a:lnTo>
                      <a:pt x="24" y="0"/>
                    </a:lnTo>
                    <a:lnTo>
                      <a:pt x="28" y="0"/>
                    </a:lnTo>
                    <a:lnTo>
                      <a:pt x="30" y="2"/>
                    </a:lnTo>
                    <a:lnTo>
                      <a:pt x="30" y="4"/>
                    </a:lnTo>
                    <a:lnTo>
                      <a:pt x="32" y="4"/>
                    </a:lnTo>
                    <a:lnTo>
                      <a:pt x="34" y="6"/>
                    </a:lnTo>
                    <a:lnTo>
                      <a:pt x="36" y="4"/>
                    </a:lnTo>
                    <a:lnTo>
                      <a:pt x="38" y="2"/>
                    </a:lnTo>
                    <a:lnTo>
                      <a:pt x="38" y="2"/>
                    </a:lnTo>
                    <a:lnTo>
                      <a:pt x="40" y="2"/>
                    </a:lnTo>
                    <a:lnTo>
                      <a:pt x="42" y="0"/>
                    </a:lnTo>
                    <a:lnTo>
                      <a:pt x="46" y="0"/>
                    </a:lnTo>
                    <a:lnTo>
                      <a:pt x="50" y="0"/>
                    </a:lnTo>
                    <a:lnTo>
                      <a:pt x="56" y="2"/>
                    </a:lnTo>
                    <a:lnTo>
                      <a:pt x="58" y="2"/>
                    </a:lnTo>
                    <a:lnTo>
                      <a:pt x="62" y="2"/>
                    </a:lnTo>
                    <a:lnTo>
                      <a:pt x="64" y="0"/>
                    </a:lnTo>
                    <a:lnTo>
                      <a:pt x="68" y="0"/>
                    </a:lnTo>
                    <a:lnTo>
                      <a:pt x="72" y="0"/>
                    </a:lnTo>
                    <a:lnTo>
                      <a:pt x="74" y="2"/>
                    </a:lnTo>
                    <a:lnTo>
                      <a:pt x="76" y="4"/>
                    </a:lnTo>
                    <a:lnTo>
                      <a:pt x="76" y="8"/>
                    </a:lnTo>
                    <a:lnTo>
                      <a:pt x="78" y="12"/>
                    </a:lnTo>
                    <a:lnTo>
                      <a:pt x="80" y="20"/>
                    </a:lnTo>
                    <a:lnTo>
                      <a:pt x="82" y="32"/>
                    </a:lnTo>
                    <a:lnTo>
                      <a:pt x="80" y="42"/>
                    </a:lnTo>
                    <a:lnTo>
                      <a:pt x="80" y="46"/>
                    </a:lnTo>
                    <a:lnTo>
                      <a:pt x="78" y="56"/>
                    </a:lnTo>
                    <a:lnTo>
                      <a:pt x="76" y="68"/>
                    </a:lnTo>
                    <a:lnTo>
                      <a:pt x="78" y="76"/>
                    </a:lnTo>
                    <a:lnTo>
                      <a:pt x="84" y="88"/>
                    </a:lnTo>
                    <a:lnTo>
                      <a:pt x="66" y="82"/>
                    </a:lnTo>
                    <a:lnTo>
                      <a:pt x="42" y="8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0" name="Google Shape;540;p8"/>
              <p:cNvSpPr/>
              <p:nvPr/>
            </p:nvSpPr>
            <p:spPr>
              <a:xfrm>
                <a:off x="828" y="2658"/>
                <a:ext cx="74" cy="38"/>
              </a:xfrm>
              <a:custGeom>
                <a:avLst/>
                <a:gdLst/>
                <a:ahLst/>
                <a:cxnLst/>
                <a:rect l="l" t="t" r="r" b="b"/>
                <a:pathLst>
                  <a:path w="74" h="38" extrusionOk="0">
                    <a:moveTo>
                      <a:pt x="28" y="8"/>
                    </a:moveTo>
                    <a:lnTo>
                      <a:pt x="28" y="8"/>
                    </a:lnTo>
                    <a:lnTo>
                      <a:pt x="24" y="8"/>
                    </a:lnTo>
                    <a:lnTo>
                      <a:pt x="20" y="8"/>
                    </a:lnTo>
                    <a:lnTo>
                      <a:pt x="16" y="10"/>
                    </a:lnTo>
                    <a:lnTo>
                      <a:pt x="12" y="12"/>
                    </a:lnTo>
                    <a:lnTo>
                      <a:pt x="8" y="16"/>
                    </a:lnTo>
                    <a:lnTo>
                      <a:pt x="4" y="22"/>
                    </a:lnTo>
                    <a:lnTo>
                      <a:pt x="0" y="38"/>
                    </a:lnTo>
                    <a:lnTo>
                      <a:pt x="0" y="38"/>
                    </a:lnTo>
                    <a:lnTo>
                      <a:pt x="2" y="38"/>
                    </a:lnTo>
                    <a:lnTo>
                      <a:pt x="6" y="36"/>
                    </a:lnTo>
                    <a:lnTo>
                      <a:pt x="10" y="36"/>
                    </a:lnTo>
                    <a:lnTo>
                      <a:pt x="16" y="38"/>
                    </a:lnTo>
                    <a:lnTo>
                      <a:pt x="16" y="38"/>
                    </a:lnTo>
                    <a:lnTo>
                      <a:pt x="18" y="38"/>
                    </a:lnTo>
                    <a:lnTo>
                      <a:pt x="22" y="38"/>
                    </a:lnTo>
                    <a:lnTo>
                      <a:pt x="28" y="36"/>
                    </a:lnTo>
                    <a:lnTo>
                      <a:pt x="28" y="36"/>
                    </a:lnTo>
                    <a:lnTo>
                      <a:pt x="30" y="36"/>
                    </a:lnTo>
                    <a:lnTo>
                      <a:pt x="32" y="36"/>
                    </a:lnTo>
                    <a:lnTo>
                      <a:pt x="36" y="36"/>
                    </a:lnTo>
                    <a:lnTo>
                      <a:pt x="36" y="36"/>
                    </a:lnTo>
                    <a:lnTo>
                      <a:pt x="36" y="34"/>
                    </a:lnTo>
                    <a:lnTo>
                      <a:pt x="36" y="32"/>
                    </a:lnTo>
                    <a:lnTo>
                      <a:pt x="38" y="30"/>
                    </a:lnTo>
                    <a:lnTo>
                      <a:pt x="40" y="28"/>
                    </a:lnTo>
                    <a:lnTo>
                      <a:pt x="40" y="26"/>
                    </a:lnTo>
                    <a:lnTo>
                      <a:pt x="42" y="24"/>
                    </a:lnTo>
                    <a:lnTo>
                      <a:pt x="44" y="22"/>
                    </a:lnTo>
                    <a:lnTo>
                      <a:pt x="46" y="22"/>
                    </a:lnTo>
                    <a:lnTo>
                      <a:pt x="50" y="20"/>
                    </a:lnTo>
                    <a:lnTo>
                      <a:pt x="60" y="20"/>
                    </a:lnTo>
                    <a:lnTo>
                      <a:pt x="62" y="20"/>
                    </a:lnTo>
                    <a:lnTo>
                      <a:pt x="64" y="22"/>
                    </a:lnTo>
                    <a:lnTo>
                      <a:pt x="68" y="22"/>
                    </a:lnTo>
                    <a:lnTo>
                      <a:pt x="70" y="22"/>
                    </a:lnTo>
                    <a:lnTo>
                      <a:pt x="72" y="22"/>
                    </a:lnTo>
                    <a:lnTo>
                      <a:pt x="74" y="20"/>
                    </a:lnTo>
                    <a:lnTo>
                      <a:pt x="74" y="20"/>
                    </a:lnTo>
                    <a:lnTo>
                      <a:pt x="74" y="18"/>
                    </a:lnTo>
                    <a:lnTo>
                      <a:pt x="72" y="16"/>
                    </a:lnTo>
                    <a:lnTo>
                      <a:pt x="70" y="16"/>
                    </a:lnTo>
                    <a:lnTo>
                      <a:pt x="66" y="14"/>
                    </a:lnTo>
                    <a:lnTo>
                      <a:pt x="64" y="12"/>
                    </a:lnTo>
                    <a:lnTo>
                      <a:pt x="62" y="8"/>
                    </a:lnTo>
                    <a:lnTo>
                      <a:pt x="60" y="4"/>
                    </a:lnTo>
                    <a:lnTo>
                      <a:pt x="60" y="2"/>
                    </a:lnTo>
                    <a:lnTo>
                      <a:pt x="58" y="0"/>
                    </a:lnTo>
                    <a:lnTo>
                      <a:pt x="58" y="0"/>
                    </a:lnTo>
                    <a:lnTo>
                      <a:pt x="56" y="0"/>
                    </a:lnTo>
                    <a:lnTo>
                      <a:pt x="54" y="2"/>
                    </a:lnTo>
                    <a:lnTo>
                      <a:pt x="50" y="2"/>
                    </a:lnTo>
                    <a:lnTo>
                      <a:pt x="46" y="4"/>
                    </a:lnTo>
                    <a:lnTo>
                      <a:pt x="40" y="6"/>
                    </a:lnTo>
                    <a:lnTo>
                      <a:pt x="36" y="8"/>
                    </a:lnTo>
                    <a:lnTo>
                      <a:pt x="28"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1" name="Google Shape;541;p8"/>
              <p:cNvSpPr/>
              <p:nvPr/>
            </p:nvSpPr>
            <p:spPr>
              <a:xfrm>
                <a:off x="864" y="2678"/>
                <a:ext cx="32" cy="106"/>
              </a:xfrm>
              <a:custGeom>
                <a:avLst/>
                <a:gdLst/>
                <a:ahLst/>
                <a:cxnLst/>
                <a:rect l="l" t="t" r="r" b="b"/>
                <a:pathLst>
                  <a:path w="32" h="106" extrusionOk="0">
                    <a:moveTo>
                      <a:pt x="14" y="0"/>
                    </a:moveTo>
                    <a:lnTo>
                      <a:pt x="14" y="0"/>
                    </a:lnTo>
                    <a:lnTo>
                      <a:pt x="12" y="0"/>
                    </a:lnTo>
                    <a:lnTo>
                      <a:pt x="8" y="2"/>
                    </a:lnTo>
                    <a:lnTo>
                      <a:pt x="6" y="4"/>
                    </a:lnTo>
                    <a:lnTo>
                      <a:pt x="4" y="6"/>
                    </a:lnTo>
                    <a:lnTo>
                      <a:pt x="4" y="8"/>
                    </a:lnTo>
                    <a:lnTo>
                      <a:pt x="4" y="10"/>
                    </a:lnTo>
                    <a:lnTo>
                      <a:pt x="2" y="12"/>
                    </a:lnTo>
                    <a:lnTo>
                      <a:pt x="0" y="12"/>
                    </a:lnTo>
                    <a:lnTo>
                      <a:pt x="0" y="14"/>
                    </a:lnTo>
                    <a:lnTo>
                      <a:pt x="2" y="18"/>
                    </a:lnTo>
                    <a:lnTo>
                      <a:pt x="2" y="24"/>
                    </a:lnTo>
                    <a:lnTo>
                      <a:pt x="4" y="28"/>
                    </a:lnTo>
                    <a:lnTo>
                      <a:pt x="6" y="32"/>
                    </a:lnTo>
                    <a:lnTo>
                      <a:pt x="6" y="36"/>
                    </a:lnTo>
                    <a:lnTo>
                      <a:pt x="6" y="40"/>
                    </a:lnTo>
                    <a:lnTo>
                      <a:pt x="6" y="44"/>
                    </a:lnTo>
                    <a:lnTo>
                      <a:pt x="8" y="50"/>
                    </a:lnTo>
                    <a:lnTo>
                      <a:pt x="6" y="58"/>
                    </a:lnTo>
                    <a:lnTo>
                      <a:pt x="6" y="58"/>
                    </a:lnTo>
                    <a:lnTo>
                      <a:pt x="6" y="62"/>
                    </a:lnTo>
                    <a:lnTo>
                      <a:pt x="4" y="68"/>
                    </a:lnTo>
                    <a:lnTo>
                      <a:pt x="4" y="74"/>
                    </a:lnTo>
                    <a:lnTo>
                      <a:pt x="2" y="80"/>
                    </a:lnTo>
                    <a:lnTo>
                      <a:pt x="2" y="88"/>
                    </a:lnTo>
                    <a:lnTo>
                      <a:pt x="10" y="104"/>
                    </a:lnTo>
                    <a:lnTo>
                      <a:pt x="28" y="106"/>
                    </a:lnTo>
                    <a:lnTo>
                      <a:pt x="28" y="102"/>
                    </a:lnTo>
                    <a:lnTo>
                      <a:pt x="30" y="88"/>
                    </a:lnTo>
                    <a:lnTo>
                      <a:pt x="32" y="74"/>
                    </a:lnTo>
                    <a:lnTo>
                      <a:pt x="32" y="62"/>
                    </a:lnTo>
                    <a:lnTo>
                      <a:pt x="32" y="50"/>
                    </a:lnTo>
                    <a:lnTo>
                      <a:pt x="30" y="40"/>
                    </a:lnTo>
                    <a:lnTo>
                      <a:pt x="30" y="36"/>
                    </a:lnTo>
                    <a:lnTo>
                      <a:pt x="24" y="8"/>
                    </a:lnTo>
                    <a:lnTo>
                      <a:pt x="20" y="2"/>
                    </a:lnTo>
                    <a:lnTo>
                      <a:pt x="1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2" name="Google Shape;542;p8"/>
              <p:cNvSpPr/>
              <p:nvPr/>
            </p:nvSpPr>
            <p:spPr>
              <a:xfrm>
                <a:off x="884" y="2678"/>
                <a:ext cx="26" cy="106"/>
              </a:xfrm>
              <a:custGeom>
                <a:avLst/>
                <a:gdLst/>
                <a:ahLst/>
                <a:cxnLst/>
                <a:rect l="l" t="t" r="r" b="b"/>
                <a:pathLst>
                  <a:path w="26" h="106" extrusionOk="0">
                    <a:moveTo>
                      <a:pt x="0" y="2"/>
                    </a:moveTo>
                    <a:lnTo>
                      <a:pt x="0" y="2"/>
                    </a:lnTo>
                    <a:lnTo>
                      <a:pt x="4" y="0"/>
                    </a:lnTo>
                    <a:lnTo>
                      <a:pt x="8" y="2"/>
                    </a:lnTo>
                    <a:lnTo>
                      <a:pt x="14" y="2"/>
                    </a:lnTo>
                    <a:lnTo>
                      <a:pt x="14" y="4"/>
                    </a:lnTo>
                    <a:lnTo>
                      <a:pt x="14" y="6"/>
                    </a:lnTo>
                    <a:lnTo>
                      <a:pt x="14" y="8"/>
                    </a:lnTo>
                    <a:lnTo>
                      <a:pt x="14" y="10"/>
                    </a:lnTo>
                    <a:lnTo>
                      <a:pt x="16" y="12"/>
                    </a:lnTo>
                    <a:lnTo>
                      <a:pt x="18" y="14"/>
                    </a:lnTo>
                    <a:lnTo>
                      <a:pt x="18" y="14"/>
                    </a:lnTo>
                    <a:lnTo>
                      <a:pt x="20" y="18"/>
                    </a:lnTo>
                    <a:lnTo>
                      <a:pt x="24" y="22"/>
                    </a:lnTo>
                    <a:lnTo>
                      <a:pt x="24" y="28"/>
                    </a:lnTo>
                    <a:lnTo>
                      <a:pt x="26" y="36"/>
                    </a:lnTo>
                    <a:lnTo>
                      <a:pt x="26" y="42"/>
                    </a:lnTo>
                    <a:lnTo>
                      <a:pt x="26" y="56"/>
                    </a:lnTo>
                    <a:lnTo>
                      <a:pt x="26" y="74"/>
                    </a:lnTo>
                    <a:lnTo>
                      <a:pt x="26" y="90"/>
                    </a:lnTo>
                    <a:lnTo>
                      <a:pt x="26" y="96"/>
                    </a:lnTo>
                    <a:lnTo>
                      <a:pt x="24" y="96"/>
                    </a:lnTo>
                    <a:lnTo>
                      <a:pt x="20" y="98"/>
                    </a:lnTo>
                    <a:lnTo>
                      <a:pt x="18" y="100"/>
                    </a:lnTo>
                    <a:lnTo>
                      <a:pt x="14" y="102"/>
                    </a:lnTo>
                    <a:lnTo>
                      <a:pt x="8" y="106"/>
                    </a:lnTo>
                    <a:lnTo>
                      <a:pt x="8" y="102"/>
                    </a:lnTo>
                    <a:lnTo>
                      <a:pt x="10" y="88"/>
                    </a:lnTo>
                    <a:lnTo>
                      <a:pt x="12" y="74"/>
                    </a:lnTo>
                    <a:lnTo>
                      <a:pt x="12" y="60"/>
                    </a:lnTo>
                    <a:lnTo>
                      <a:pt x="10" y="48"/>
                    </a:lnTo>
                    <a:lnTo>
                      <a:pt x="10" y="40"/>
                    </a:lnTo>
                    <a:lnTo>
                      <a:pt x="10" y="34"/>
                    </a:lnTo>
                    <a:lnTo>
                      <a:pt x="8" y="28"/>
                    </a:lnTo>
                    <a:lnTo>
                      <a:pt x="6" y="10"/>
                    </a:lnTo>
                    <a:lnTo>
                      <a:pt x="4" y="10"/>
                    </a:lnTo>
                    <a:lnTo>
                      <a:pt x="4" y="8"/>
                    </a:lnTo>
                    <a:lnTo>
                      <a:pt x="2" y="4"/>
                    </a:lnTo>
                    <a:lnTo>
                      <a:pt x="2" y="2"/>
                    </a:lnTo>
                    <a:lnTo>
                      <a:pt x="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3" name="Google Shape;543;p8"/>
              <p:cNvSpPr/>
              <p:nvPr/>
            </p:nvSpPr>
            <p:spPr>
              <a:xfrm>
                <a:off x="896" y="2672"/>
                <a:ext cx="42" cy="102"/>
              </a:xfrm>
              <a:custGeom>
                <a:avLst/>
                <a:gdLst/>
                <a:ahLst/>
                <a:cxnLst/>
                <a:rect l="l" t="t" r="r" b="b"/>
                <a:pathLst>
                  <a:path w="42" h="102" extrusionOk="0">
                    <a:moveTo>
                      <a:pt x="14" y="102"/>
                    </a:moveTo>
                    <a:lnTo>
                      <a:pt x="14" y="96"/>
                    </a:lnTo>
                    <a:lnTo>
                      <a:pt x="14" y="82"/>
                    </a:lnTo>
                    <a:lnTo>
                      <a:pt x="14" y="64"/>
                    </a:lnTo>
                    <a:lnTo>
                      <a:pt x="14" y="46"/>
                    </a:lnTo>
                    <a:lnTo>
                      <a:pt x="14" y="36"/>
                    </a:lnTo>
                    <a:lnTo>
                      <a:pt x="12" y="30"/>
                    </a:lnTo>
                    <a:lnTo>
                      <a:pt x="8" y="24"/>
                    </a:lnTo>
                    <a:lnTo>
                      <a:pt x="6" y="20"/>
                    </a:lnTo>
                    <a:lnTo>
                      <a:pt x="2" y="18"/>
                    </a:lnTo>
                    <a:lnTo>
                      <a:pt x="0" y="12"/>
                    </a:lnTo>
                    <a:lnTo>
                      <a:pt x="2" y="8"/>
                    </a:lnTo>
                    <a:lnTo>
                      <a:pt x="14" y="8"/>
                    </a:lnTo>
                    <a:lnTo>
                      <a:pt x="16" y="0"/>
                    </a:lnTo>
                    <a:lnTo>
                      <a:pt x="28" y="10"/>
                    </a:lnTo>
                    <a:lnTo>
                      <a:pt x="30" y="12"/>
                    </a:lnTo>
                    <a:lnTo>
                      <a:pt x="34" y="16"/>
                    </a:lnTo>
                    <a:lnTo>
                      <a:pt x="40" y="22"/>
                    </a:lnTo>
                    <a:lnTo>
                      <a:pt x="42" y="34"/>
                    </a:lnTo>
                    <a:lnTo>
                      <a:pt x="38" y="48"/>
                    </a:lnTo>
                    <a:lnTo>
                      <a:pt x="38" y="52"/>
                    </a:lnTo>
                    <a:lnTo>
                      <a:pt x="36" y="64"/>
                    </a:lnTo>
                    <a:lnTo>
                      <a:pt x="36" y="82"/>
                    </a:lnTo>
                    <a:lnTo>
                      <a:pt x="34" y="98"/>
                    </a:lnTo>
                    <a:lnTo>
                      <a:pt x="14" y="10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4" name="Google Shape;544;p8"/>
              <p:cNvSpPr/>
              <p:nvPr/>
            </p:nvSpPr>
            <p:spPr>
              <a:xfrm>
                <a:off x="738" y="2348"/>
                <a:ext cx="158" cy="126"/>
              </a:xfrm>
              <a:custGeom>
                <a:avLst/>
                <a:gdLst/>
                <a:ahLst/>
                <a:cxnLst/>
                <a:rect l="l" t="t" r="r" b="b"/>
                <a:pathLst>
                  <a:path w="158" h="126" extrusionOk="0">
                    <a:moveTo>
                      <a:pt x="0" y="120"/>
                    </a:moveTo>
                    <a:lnTo>
                      <a:pt x="2" y="118"/>
                    </a:lnTo>
                    <a:lnTo>
                      <a:pt x="2" y="116"/>
                    </a:lnTo>
                    <a:lnTo>
                      <a:pt x="14" y="112"/>
                    </a:lnTo>
                    <a:lnTo>
                      <a:pt x="22" y="106"/>
                    </a:lnTo>
                    <a:lnTo>
                      <a:pt x="30" y="98"/>
                    </a:lnTo>
                    <a:lnTo>
                      <a:pt x="38" y="90"/>
                    </a:lnTo>
                    <a:lnTo>
                      <a:pt x="44" y="82"/>
                    </a:lnTo>
                    <a:lnTo>
                      <a:pt x="46" y="80"/>
                    </a:lnTo>
                    <a:lnTo>
                      <a:pt x="46" y="68"/>
                    </a:lnTo>
                    <a:lnTo>
                      <a:pt x="50" y="60"/>
                    </a:lnTo>
                    <a:lnTo>
                      <a:pt x="56" y="54"/>
                    </a:lnTo>
                    <a:lnTo>
                      <a:pt x="60" y="48"/>
                    </a:lnTo>
                    <a:lnTo>
                      <a:pt x="60" y="44"/>
                    </a:lnTo>
                    <a:lnTo>
                      <a:pt x="64" y="40"/>
                    </a:lnTo>
                    <a:lnTo>
                      <a:pt x="66" y="36"/>
                    </a:lnTo>
                    <a:lnTo>
                      <a:pt x="70" y="34"/>
                    </a:lnTo>
                    <a:lnTo>
                      <a:pt x="74" y="32"/>
                    </a:lnTo>
                    <a:lnTo>
                      <a:pt x="76" y="30"/>
                    </a:lnTo>
                    <a:lnTo>
                      <a:pt x="78" y="30"/>
                    </a:lnTo>
                    <a:lnTo>
                      <a:pt x="76" y="20"/>
                    </a:lnTo>
                    <a:lnTo>
                      <a:pt x="76" y="14"/>
                    </a:lnTo>
                    <a:lnTo>
                      <a:pt x="78" y="8"/>
                    </a:lnTo>
                    <a:lnTo>
                      <a:pt x="78" y="4"/>
                    </a:lnTo>
                    <a:lnTo>
                      <a:pt x="80" y="0"/>
                    </a:lnTo>
                    <a:lnTo>
                      <a:pt x="80" y="0"/>
                    </a:lnTo>
                    <a:lnTo>
                      <a:pt x="82" y="0"/>
                    </a:lnTo>
                    <a:lnTo>
                      <a:pt x="84" y="2"/>
                    </a:lnTo>
                    <a:lnTo>
                      <a:pt x="88" y="4"/>
                    </a:lnTo>
                    <a:lnTo>
                      <a:pt x="92" y="6"/>
                    </a:lnTo>
                    <a:lnTo>
                      <a:pt x="98" y="8"/>
                    </a:lnTo>
                    <a:lnTo>
                      <a:pt x="104" y="10"/>
                    </a:lnTo>
                    <a:lnTo>
                      <a:pt x="114" y="12"/>
                    </a:lnTo>
                    <a:lnTo>
                      <a:pt x="126" y="12"/>
                    </a:lnTo>
                    <a:lnTo>
                      <a:pt x="134" y="12"/>
                    </a:lnTo>
                    <a:lnTo>
                      <a:pt x="136" y="12"/>
                    </a:lnTo>
                    <a:lnTo>
                      <a:pt x="138" y="12"/>
                    </a:lnTo>
                    <a:lnTo>
                      <a:pt x="142" y="14"/>
                    </a:lnTo>
                    <a:lnTo>
                      <a:pt x="144" y="18"/>
                    </a:lnTo>
                    <a:lnTo>
                      <a:pt x="146" y="22"/>
                    </a:lnTo>
                    <a:lnTo>
                      <a:pt x="146" y="28"/>
                    </a:lnTo>
                    <a:lnTo>
                      <a:pt x="146" y="34"/>
                    </a:lnTo>
                    <a:lnTo>
                      <a:pt x="146" y="38"/>
                    </a:lnTo>
                    <a:lnTo>
                      <a:pt x="148" y="42"/>
                    </a:lnTo>
                    <a:lnTo>
                      <a:pt x="150" y="46"/>
                    </a:lnTo>
                    <a:lnTo>
                      <a:pt x="158" y="54"/>
                    </a:lnTo>
                    <a:lnTo>
                      <a:pt x="156" y="54"/>
                    </a:lnTo>
                    <a:lnTo>
                      <a:pt x="154" y="54"/>
                    </a:lnTo>
                    <a:lnTo>
                      <a:pt x="150" y="54"/>
                    </a:lnTo>
                    <a:lnTo>
                      <a:pt x="146" y="54"/>
                    </a:lnTo>
                    <a:lnTo>
                      <a:pt x="142" y="54"/>
                    </a:lnTo>
                    <a:lnTo>
                      <a:pt x="140" y="56"/>
                    </a:lnTo>
                    <a:lnTo>
                      <a:pt x="136" y="58"/>
                    </a:lnTo>
                    <a:lnTo>
                      <a:pt x="136" y="62"/>
                    </a:lnTo>
                    <a:lnTo>
                      <a:pt x="134" y="74"/>
                    </a:lnTo>
                    <a:lnTo>
                      <a:pt x="82" y="92"/>
                    </a:lnTo>
                    <a:lnTo>
                      <a:pt x="68" y="96"/>
                    </a:lnTo>
                    <a:lnTo>
                      <a:pt x="60" y="104"/>
                    </a:lnTo>
                    <a:lnTo>
                      <a:pt x="48" y="110"/>
                    </a:lnTo>
                    <a:lnTo>
                      <a:pt x="52" y="126"/>
                    </a:lnTo>
                    <a:lnTo>
                      <a:pt x="0" y="1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5" name="Google Shape;545;p8"/>
              <p:cNvSpPr/>
              <p:nvPr/>
            </p:nvSpPr>
            <p:spPr>
              <a:xfrm>
                <a:off x="996" y="2326"/>
                <a:ext cx="52" cy="112"/>
              </a:xfrm>
              <a:custGeom>
                <a:avLst/>
                <a:gdLst/>
                <a:ahLst/>
                <a:cxnLst/>
                <a:rect l="l" t="t" r="r" b="b"/>
                <a:pathLst>
                  <a:path w="52" h="112" extrusionOk="0">
                    <a:moveTo>
                      <a:pt x="10" y="12"/>
                    </a:moveTo>
                    <a:lnTo>
                      <a:pt x="8" y="12"/>
                    </a:lnTo>
                    <a:lnTo>
                      <a:pt x="8" y="14"/>
                    </a:lnTo>
                    <a:lnTo>
                      <a:pt x="6" y="18"/>
                    </a:lnTo>
                    <a:lnTo>
                      <a:pt x="4" y="22"/>
                    </a:lnTo>
                    <a:lnTo>
                      <a:pt x="4" y="28"/>
                    </a:lnTo>
                    <a:lnTo>
                      <a:pt x="4" y="30"/>
                    </a:lnTo>
                    <a:lnTo>
                      <a:pt x="4" y="32"/>
                    </a:lnTo>
                    <a:lnTo>
                      <a:pt x="4" y="36"/>
                    </a:lnTo>
                    <a:lnTo>
                      <a:pt x="2" y="38"/>
                    </a:lnTo>
                    <a:lnTo>
                      <a:pt x="0" y="40"/>
                    </a:lnTo>
                    <a:lnTo>
                      <a:pt x="0" y="40"/>
                    </a:lnTo>
                    <a:lnTo>
                      <a:pt x="0" y="42"/>
                    </a:lnTo>
                    <a:lnTo>
                      <a:pt x="0" y="46"/>
                    </a:lnTo>
                    <a:lnTo>
                      <a:pt x="0" y="48"/>
                    </a:lnTo>
                    <a:lnTo>
                      <a:pt x="2" y="50"/>
                    </a:lnTo>
                    <a:lnTo>
                      <a:pt x="2" y="52"/>
                    </a:lnTo>
                    <a:lnTo>
                      <a:pt x="2" y="54"/>
                    </a:lnTo>
                    <a:lnTo>
                      <a:pt x="2" y="56"/>
                    </a:lnTo>
                    <a:lnTo>
                      <a:pt x="2" y="58"/>
                    </a:lnTo>
                    <a:lnTo>
                      <a:pt x="4" y="62"/>
                    </a:lnTo>
                    <a:lnTo>
                      <a:pt x="6" y="64"/>
                    </a:lnTo>
                    <a:lnTo>
                      <a:pt x="6" y="64"/>
                    </a:lnTo>
                    <a:lnTo>
                      <a:pt x="8" y="64"/>
                    </a:lnTo>
                    <a:lnTo>
                      <a:pt x="10" y="66"/>
                    </a:lnTo>
                    <a:lnTo>
                      <a:pt x="10" y="68"/>
                    </a:lnTo>
                    <a:lnTo>
                      <a:pt x="12" y="76"/>
                    </a:lnTo>
                    <a:lnTo>
                      <a:pt x="14" y="88"/>
                    </a:lnTo>
                    <a:lnTo>
                      <a:pt x="18" y="102"/>
                    </a:lnTo>
                    <a:lnTo>
                      <a:pt x="22" y="112"/>
                    </a:lnTo>
                    <a:lnTo>
                      <a:pt x="24" y="112"/>
                    </a:lnTo>
                    <a:lnTo>
                      <a:pt x="26" y="108"/>
                    </a:lnTo>
                    <a:lnTo>
                      <a:pt x="30" y="106"/>
                    </a:lnTo>
                    <a:lnTo>
                      <a:pt x="34" y="102"/>
                    </a:lnTo>
                    <a:lnTo>
                      <a:pt x="36" y="98"/>
                    </a:lnTo>
                    <a:lnTo>
                      <a:pt x="40" y="96"/>
                    </a:lnTo>
                    <a:lnTo>
                      <a:pt x="40" y="92"/>
                    </a:lnTo>
                    <a:lnTo>
                      <a:pt x="40" y="92"/>
                    </a:lnTo>
                    <a:lnTo>
                      <a:pt x="38" y="90"/>
                    </a:lnTo>
                    <a:lnTo>
                      <a:pt x="38" y="88"/>
                    </a:lnTo>
                    <a:lnTo>
                      <a:pt x="38" y="86"/>
                    </a:lnTo>
                    <a:lnTo>
                      <a:pt x="38" y="84"/>
                    </a:lnTo>
                    <a:lnTo>
                      <a:pt x="42" y="82"/>
                    </a:lnTo>
                    <a:lnTo>
                      <a:pt x="44" y="82"/>
                    </a:lnTo>
                    <a:lnTo>
                      <a:pt x="46" y="80"/>
                    </a:lnTo>
                    <a:lnTo>
                      <a:pt x="48" y="76"/>
                    </a:lnTo>
                    <a:lnTo>
                      <a:pt x="48" y="72"/>
                    </a:lnTo>
                    <a:lnTo>
                      <a:pt x="46" y="68"/>
                    </a:lnTo>
                    <a:lnTo>
                      <a:pt x="46" y="64"/>
                    </a:lnTo>
                    <a:lnTo>
                      <a:pt x="44" y="62"/>
                    </a:lnTo>
                    <a:lnTo>
                      <a:pt x="44" y="60"/>
                    </a:lnTo>
                    <a:lnTo>
                      <a:pt x="42" y="60"/>
                    </a:lnTo>
                    <a:lnTo>
                      <a:pt x="42" y="56"/>
                    </a:lnTo>
                    <a:lnTo>
                      <a:pt x="42" y="54"/>
                    </a:lnTo>
                    <a:lnTo>
                      <a:pt x="44" y="50"/>
                    </a:lnTo>
                    <a:lnTo>
                      <a:pt x="44" y="50"/>
                    </a:lnTo>
                    <a:lnTo>
                      <a:pt x="46" y="48"/>
                    </a:lnTo>
                    <a:lnTo>
                      <a:pt x="48" y="46"/>
                    </a:lnTo>
                    <a:lnTo>
                      <a:pt x="50" y="46"/>
                    </a:lnTo>
                    <a:lnTo>
                      <a:pt x="50" y="44"/>
                    </a:lnTo>
                    <a:lnTo>
                      <a:pt x="50" y="44"/>
                    </a:lnTo>
                    <a:lnTo>
                      <a:pt x="50" y="42"/>
                    </a:lnTo>
                    <a:lnTo>
                      <a:pt x="48" y="40"/>
                    </a:lnTo>
                    <a:lnTo>
                      <a:pt x="48" y="40"/>
                    </a:lnTo>
                    <a:lnTo>
                      <a:pt x="46" y="38"/>
                    </a:lnTo>
                    <a:lnTo>
                      <a:pt x="46" y="36"/>
                    </a:lnTo>
                    <a:lnTo>
                      <a:pt x="44" y="32"/>
                    </a:lnTo>
                    <a:lnTo>
                      <a:pt x="44" y="28"/>
                    </a:lnTo>
                    <a:lnTo>
                      <a:pt x="46" y="26"/>
                    </a:lnTo>
                    <a:lnTo>
                      <a:pt x="46" y="24"/>
                    </a:lnTo>
                    <a:lnTo>
                      <a:pt x="50" y="22"/>
                    </a:lnTo>
                    <a:lnTo>
                      <a:pt x="52" y="20"/>
                    </a:lnTo>
                    <a:lnTo>
                      <a:pt x="48" y="12"/>
                    </a:lnTo>
                    <a:lnTo>
                      <a:pt x="32" y="2"/>
                    </a:lnTo>
                    <a:lnTo>
                      <a:pt x="32" y="2"/>
                    </a:lnTo>
                    <a:lnTo>
                      <a:pt x="30" y="0"/>
                    </a:lnTo>
                    <a:lnTo>
                      <a:pt x="26" y="0"/>
                    </a:lnTo>
                    <a:lnTo>
                      <a:pt x="22" y="2"/>
                    </a:lnTo>
                    <a:lnTo>
                      <a:pt x="18" y="4"/>
                    </a:lnTo>
                    <a:lnTo>
                      <a:pt x="16" y="4"/>
                    </a:lnTo>
                    <a:lnTo>
                      <a:pt x="14" y="6"/>
                    </a:lnTo>
                    <a:lnTo>
                      <a:pt x="12" y="8"/>
                    </a:lnTo>
                    <a:lnTo>
                      <a:pt x="10" y="1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6" name="Google Shape;546;p8"/>
              <p:cNvSpPr/>
              <p:nvPr/>
            </p:nvSpPr>
            <p:spPr>
              <a:xfrm>
                <a:off x="1018" y="2388"/>
                <a:ext cx="206" cy="202"/>
              </a:xfrm>
              <a:custGeom>
                <a:avLst/>
                <a:gdLst/>
                <a:ahLst/>
                <a:cxnLst/>
                <a:rect l="l" t="t" r="r" b="b"/>
                <a:pathLst>
                  <a:path w="206" h="202" extrusionOk="0">
                    <a:moveTo>
                      <a:pt x="206" y="34"/>
                    </a:moveTo>
                    <a:lnTo>
                      <a:pt x="200" y="34"/>
                    </a:lnTo>
                    <a:lnTo>
                      <a:pt x="196" y="32"/>
                    </a:lnTo>
                    <a:lnTo>
                      <a:pt x="192" y="30"/>
                    </a:lnTo>
                    <a:lnTo>
                      <a:pt x="186" y="26"/>
                    </a:lnTo>
                    <a:lnTo>
                      <a:pt x="182" y="24"/>
                    </a:lnTo>
                    <a:lnTo>
                      <a:pt x="176" y="24"/>
                    </a:lnTo>
                    <a:lnTo>
                      <a:pt x="174" y="22"/>
                    </a:lnTo>
                    <a:lnTo>
                      <a:pt x="172" y="22"/>
                    </a:lnTo>
                    <a:lnTo>
                      <a:pt x="170" y="22"/>
                    </a:lnTo>
                    <a:lnTo>
                      <a:pt x="166" y="22"/>
                    </a:lnTo>
                    <a:lnTo>
                      <a:pt x="162" y="22"/>
                    </a:lnTo>
                    <a:lnTo>
                      <a:pt x="154" y="24"/>
                    </a:lnTo>
                    <a:lnTo>
                      <a:pt x="148" y="26"/>
                    </a:lnTo>
                    <a:lnTo>
                      <a:pt x="142" y="26"/>
                    </a:lnTo>
                    <a:lnTo>
                      <a:pt x="138" y="28"/>
                    </a:lnTo>
                    <a:lnTo>
                      <a:pt x="138" y="32"/>
                    </a:lnTo>
                    <a:lnTo>
                      <a:pt x="136" y="34"/>
                    </a:lnTo>
                    <a:lnTo>
                      <a:pt x="138" y="38"/>
                    </a:lnTo>
                    <a:lnTo>
                      <a:pt x="138" y="42"/>
                    </a:lnTo>
                    <a:lnTo>
                      <a:pt x="140" y="44"/>
                    </a:lnTo>
                    <a:lnTo>
                      <a:pt x="140" y="46"/>
                    </a:lnTo>
                    <a:lnTo>
                      <a:pt x="140" y="46"/>
                    </a:lnTo>
                    <a:lnTo>
                      <a:pt x="138" y="54"/>
                    </a:lnTo>
                    <a:lnTo>
                      <a:pt x="132" y="56"/>
                    </a:lnTo>
                    <a:lnTo>
                      <a:pt x="122" y="56"/>
                    </a:lnTo>
                    <a:lnTo>
                      <a:pt x="114" y="54"/>
                    </a:lnTo>
                    <a:lnTo>
                      <a:pt x="106" y="52"/>
                    </a:lnTo>
                    <a:lnTo>
                      <a:pt x="100" y="48"/>
                    </a:lnTo>
                    <a:lnTo>
                      <a:pt x="96" y="44"/>
                    </a:lnTo>
                    <a:lnTo>
                      <a:pt x="90" y="40"/>
                    </a:lnTo>
                    <a:lnTo>
                      <a:pt x="88" y="36"/>
                    </a:lnTo>
                    <a:lnTo>
                      <a:pt x="86" y="30"/>
                    </a:lnTo>
                    <a:lnTo>
                      <a:pt x="84" y="26"/>
                    </a:lnTo>
                    <a:lnTo>
                      <a:pt x="82" y="22"/>
                    </a:lnTo>
                    <a:lnTo>
                      <a:pt x="80" y="18"/>
                    </a:lnTo>
                    <a:lnTo>
                      <a:pt x="78" y="16"/>
                    </a:lnTo>
                    <a:lnTo>
                      <a:pt x="78" y="16"/>
                    </a:lnTo>
                    <a:lnTo>
                      <a:pt x="58" y="12"/>
                    </a:lnTo>
                    <a:lnTo>
                      <a:pt x="56" y="10"/>
                    </a:lnTo>
                    <a:lnTo>
                      <a:pt x="52" y="8"/>
                    </a:lnTo>
                    <a:lnTo>
                      <a:pt x="46" y="6"/>
                    </a:lnTo>
                    <a:lnTo>
                      <a:pt x="42" y="4"/>
                    </a:lnTo>
                    <a:lnTo>
                      <a:pt x="38" y="4"/>
                    </a:lnTo>
                    <a:lnTo>
                      <a:pt x="38" y="4"/>
                    </a:lnTo>
                    <a:lnTo>
                      <a:pt x="24" y="0"/>
                    </a:lnTo>
                    <a:lnTo>
                      <a:pt x="24" y="2"/>
                    </a:lnTo>
                    <a:lnTo>
                      <a:pt x="24" y="4"/>
                    </a:lnTo>
                    <a:lnTo>
                      <a:pt x="26" y="8"/>
                    </a:lnTo>
                    <a:lnTo>
                      <a:pt x="26" y="12"/>
                    </a:lnTo>
                    <a:lnTo>
                      <a:pt x="26" y="16"/>
                    </a:lnTo>
                    <a:lnTo>
                      <a:pt x="24" y="18"/>
                    </a:lnTo>
                    <a:lnTo>
                      <a:pt x="24" y="18"/>
                    </a:lnTo>
                    <a:lnTo>
                      <a:pt x="22" y="20"/>
                    </a:lnTo>
                    <a:lnTo>
                      <a:pt x="20" y="20"/>
                    </a:lnTo>
                    <a:lnTo>
                      <a:pt x="18" y="20"/>
                    </a:lnTo>
                    <a:lnTo>
                      <a:pt x="18" y="22"/>
                    </a:lnTo>
                    <a:lnTo>
                      <a:pt x="16" y="22"/>
                    </a:lnTo>
                    <a:lnTo>
                      <a:pt x="16" y="26"/>
                    </a:lnTo>
                    <a:lnTo>
                      <a:pt x="18" y="30"/>
                    </a:lnTo>
                    <a:lnTo>
                      <a:pt x="18" y="30"/>
                    </a:lnTo>
                    <a:lnTo>
                      <a:pt x="18" y="30"/>
                    </a:lnTo>
                    <a:lnTo>
                      <a:pt x="18" y="32"/>
                    </a:lnTo>
                    <a:lnTo>
                      <a:pt x="16" y="34"/>
                    </a:lnTo>
                    <a:lnTo>
                      <a:pt x="14" y="36"/>
                    </a:lnTo>
                    <a:lnTo>
                      <a:pt x="12" y="40"/>
                    </a:lnTo>
                    <a:lnTo>
                      <a:pt x="8" y="42"/>
                    </a:lnTo>
                    <a:lnTo>
                      <a:pt x="6" y="46"/>
                    </a:lnTo>
                    <a:lnTo>
                      <a:pt x="2" y="48"/>
                    </a:lnTo>
                    <a:lnTo>
                      <a:pt x="2" y="50"/>
                    </a:lnTo>
                    <a:lnTo>
                      <a:pt x="0" y="50"/>
                    </a:lnTo>
                    <a:lnTo>
                      <a:pt x="0" y="50"/>
                    </a:lnTo>
                    <a:lnTo>
                      <a:pt x="2" y="50"/>
                    </a:lnTo>
                    <a:lnTo>
                      <a:pt x="2" y="54"/>
                    </a:lnTo>
                    <a:lnTo>
                      <a:pt x="2" y="56"/>
                    </a:lnTo>
                    <a:lnTo>
                      <a:pt x="4" y="60"/>
                    </a:lnTo>
                    <a:lnTo>
                      <a:pt x="4" y="66"/>
                    </a:lnTo>
                    <a:lnTo>
                      <a:pt x="4" y="72"/>
                    </a:lnTo>
                    <a:lnTo>
                      <a:pt x="6" y="76"/>
                    </a:lnTo>
                    <a:lnTo>
                      <a:pt x="6" y="80"/>
                    </a:lnTo>
                    <a:lnTo>
                      <a:pt x="6" y="80"/>
                    </a:lnTo>
                    <a:lnTo>
                      <a:pt x="8" y="82"/>
                    </a:lnTo>
                    <a:lnTo>
                      <a:pt x="10" y="84"/>
                    </a:lnTo>
                    <a:lnTo>
                      <a:pt x="12" y="88"/>
                    </a:lnTo>
                    <a:lnTo>
                      <a:pt x="12" y="92"/>
                    </a:lnTo>
                    <a:lnTo>
                      <a:pt x="12" y="96"/>
                    </a:lnTo>
                    <a:lnTo>
                      <a:pt x="12" y="102"/>
                    </a:lnTo>
                    <a:lnTo>
                      <a:pt x="12" y="106"/>
                    </a:lnTo>
                    <a:lnTo>
                      <a:pt x="10" y="108"/>
                    </a:lnTo>
                    <a:lnTo>
                      <a:pt x="10" y="108"/>
                    </a:lnTo>
                    <a:lnTo>
                      <a:pt x="12" y="110"/>
                    </a:lnTo>
                    <a:lnTo>
                      <a:pt x="14" y="112"/>
                    </a:lnTo>
                    <a:lnTo>
                      <a:pt x="14" y="116"/>
                    </a:lnTo>
                    <a:lnTo>
                      <a:pt x="14" y="122"/>
                    </a:lnTo>
                    <a:lnTo>
                      <a:pt x="28" y="142"/>
                    </a:lnTo>
                    <a:lnTo>
                      <a:pt x="30" y="142"/>
                    </a:lnTo>
                    <a:lnTo>
                      <a:pt x="32" y="142"/>
                    </a:lnTo>
                    <a:lnTo>
                      <a:pt x="36" y="142"/>
                    </a:lnTo>
                    <a:lnTo>
                      <a:pt x="40" y="146"/>
                    </a:lnTo>
                    <a:lnTo>
                      <a:pt x="40" y="146"/>
                    </a:lnTo>
                    <a:lnTo>
                      <a:pt x="42" y="148"/>
                    </a:lnTo>
                    <a:lnTo>
                      <a:pt x="44" y="152"/>
                    </a:lnTo>
                    <a:lnTo>
                      <a:pt x="46" y="154"/>
                    </a:lnTo>
                    <a:lnTo>
                      <a:pt x="48" y="158"/>
                    </a:lnTo>
                    <a:lnTo>
                      <a:pt x="76" y="156"/>
                    </a:lnTo>
                    <a:lnTo>
                      <a:pt x="184" y="202"/>
                    </a:lnTo>
                    <a:lnTo>
                      <a:pt x="184" y="184"/>
                    </a:lnTo>
                    <a:lnTo>
                      <a:pt x="206" y="184"/>
                    </a:lnTo>
                    <a:lnTo>
                      <a:pt x="206" y="3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7" name="Google Shape;547;p8"/>
              <p:cNvSpPr/>
              <p:nvPr/>
            </p:nvSpPr>
            <p:spPr>
              <a:xfrm>
                <a:off x="930" y="2670"/>
                <a:ext cx="146" cy="120"/>
              </a:xfrm>
              <a:custGeom>
                <a:avLst/>
                <a:gdLst/>
                <a:ahLst/>
                <a:cxnLst/>
                <a:rect l="l" t="t" r="r" b="b"/>
                <a:pathLst>
                  <a:path w="146" h="120" extrusionOk="0">
                    <a:moveTo>
                      <a:pt x="146" y="0"/>
                    </a:moveTo>
                    <a:lnTo>
                      <a:pt x="142" y="0"/>
                    </a:lnTo>
                    <a:lnTo>
                      <a:pt x="136" y="0"/>
                    </a:lnTo>
                    <a:lnTo>
                      <a:pt x="132" y="2"/>
                    </a:lnTo>
                    <a:lnTo>
                      <a:pt x="126" y="4"/>
                    </a:lnTo>
                    <a:lnTo>
                      <a:pt x="124" y="6"/>
                    </a:lnTo>
                    <a:lnTo>
                      <a:pt x="120" y="6"/>
                    </a:lnTo>
                    <a:lnTo>
                      <a:pt x="120" y="8"/>
                    </a:lnTo>
                    <a:lnTo>
                      <a:pt x="108" y="2"/>
                    </a:lnTo>
                    <a:lnTo>
                      <a:pt x="96" y="4"/>
                    </a:lnTo>
                    <a:lnTo>
                      <a:pt x="88" y="6"/>
                    </a:lnTo>
                    <a:lnTo>
                      <a:pt x="84" y="8"/>
                    </a:lnTo>
                    <a:lnTo>
                      <a:pt x="80" y="6"/>
                    </a:lnTo>
                    <a:lnTo>
                      <a:pt x="76" y="6"/>
                    </a:lnTo>
                    <a:lnTo>
                      <a:pt x="70" y="8"/>
                    </a:lnTo>
                    <a:lnTo>
                      <a:pt x="68" y="12"/>
                    </a:lnTo>
                    <a:lnTo>
                      <a:pt x="64" y="14"/>
                    </a:lnTo>
                    <a:lnTo>
                      <a:pt x="62" y="16"/>
                    </a:lnTo>
                    <a:lnTo>
                      <a:pt x="62" y="16"/>
                    </a:lnTo>
                    <a:lnTo>
                      <a:pt x="58" y="14"/>
                    </a:lnTo>
                    <a:lnTo>
                      <a:pt x="54" y="10"/>
                    </a:lnTo>
                    <a:lnTo>
                      <a:pt x="50" y="10"/>
                    </a:lnTo>
                    <a:lnTo>
                      <a:pt x="46" y="8"/>
                    </a:lnTo>
                    <a:lnTo>
                      <a:pt x="42" y="8"/>
                    </a:lnTo>
                    <a:lnTo>
                      <a:pt x="40" y="6"/>
                    </a:lnTo>
                    <a:lnTo>
                      <a:pt x="40" y="6"/>
                    </a:lnTo>
                    <a:lnTo>
                      <a:pt x="40" y="6"/>
                    </a:lnTo>
                    <a:lnTo>
                      <a:pt x="38" y="6"/>
                    </a:lnTo>
                    <a:lnTo>
                      <a:pt x="34" y="6"/>
                    </a:lnTo>
                    <a:lnTo>
                      <a:pt x="30" y="6"/>
                    </a:lnTo>
                    <a:lnTo>
                      <a:pt x="22" y="6"/>
                    </a:lnTo>
                    <a:lnTo>
                      <a:pt x="16" y="8"/>
                    </a:lnTo>
                    <a:lnTo>
                      <a:pt x="10" y="12"/>
                    </a:lnTo>
                    <a:lnTo>
                      <a:pt x="6" y="14"/>
                    </a:lnTo>
                    <a:lnTo>
                      <a:pt x="4" y="18"/>
                    </a:lnTo>
                    <a:lnTo>
                      <a:pt x="2" y="20"/>
                    </a:lnTo>
                    <a:lnTo>
                      <a:pt x="2" y="20"/>
                    </a:lnTo>
                    <a:lnTo>
                      <a:pt x="4" y="22"/>
                    </a:lnTo>
                    <a:lnTo>
                      <a:pt x="4" y="24"/>
                    </a:lnTo>
                    <a:lnTo>
                      <a:pt x="6" y="28"/>
                    </a:lnTo>
                    <a:lnTo>
                      <a:pt x="6" y="34"/>
                    </a:lnTo>
                    <a:lnTo>
                      <a:pt x="6" y="40"/>
                    </a:lnTo>
                    <a:lnTo>
                      <a:pt x="6" y="46"/>
                    </a:lnTo>
                    <a:lnTo>
                      <a:pt x="6" y="48"/>
                    </a:lnTo>
                    <a:lnTo>
                      <a:pt x="4" y="50"/>
                    </a:lnTo>
                    <a:lnTo>
                      <a:pt x="2" y="54"/>
                    </a:lnTo>
                    <a:lnTo>
                      <a:pt x="2" y="58"/>
                    </a:lnTo>
                    <a:lnTo>
                      <a:pt x="0" y="64"/>
                    </a:lnTo>
                    <a:lnTo>
                      <a:pt x="0" y="70"/>
                    </a:lnTo>
                    <a:lnTo>
                      <a:pt x="0" y="100"/>
                    </a:lnTo>
                    <a:lnTo>
                      <a:pt x="14" y="98"/>
                    </a:lnTo>
                    <a:lnTo>
                      <a:pt x="16" y="100"/>
                    </a:lnTo>
                    <a:lnTo>
                      <a:pt x="24" y="106"/>
                    </a:lnTo>
                    <a:lnTo>
                      <a:pt x="34" y="112"/>
                    </a:lnTo>
                    <a:lnTo>
                      <a:pt x="48" y="118"/>
                    </a:lnTo>
                    <a:lnTo>
                      <a:pt x="52" y="118"/>
                    </a:lnTo>
                    <a:lnTo>
                      <a:pt x="62" y="120"/>
                    </a:lnTo>
                    <a:lnTo>
                      <a:pt x="76" y="120"/>
                    </a:lnTo>
                    <a:lnTo>
                      <a:pt x="86" y="120"/>
                    </a:lnTo>
                    <a:lnTo>
                      <a:pt x="94" y="102"/>
                    </a:lnTo>
                    <a:lnTo>
                      <a:pt x="94" y="88"/>
                    </a:lnTo>
                    <a:lnTo>
                      <a:pt x="96" y="86"/>
                    </a:lnTo>
                    <a:lnTo>
                      <a:pt x="98" y="84"/>
                    </a:lnTo>
                    <a:lnTo>
                      <a:pt x="100" y="80"/>
                    </a:lnTo>
                    <a:lnTo>
                      <a:pt x="104" y="76"/>
                    </a:lnTo>
                    <a:lnTo>
                      <a:pt x="108" y="72"/>
                    </a:lnTo>
                    <a:lnTo>
                      <a:pt x="112" y="70"/>
                    </a:lnTo>
                    <a:lnTo>
                      <a:pt x="118" y="68"/>
                    </a:lnTo>
                    <a:lnTo>
                      <a:pt x="122" y="72"/>
                    </a:lnTo>
                    <a:lnTo>
                      <a:pt x="122" y="72"/>
                    </a:lnTo>
                    <a:lnTo>
                      <a:pt x="124" y="72"/>
                    </a:lnTo>
                    <a:lnTo>
                      <a:pt x="126" y="72"/>
                    </a:lnTo>
                    <a:lnTo>
                      <a:pt x="128" y="70"/>
                    </a:lnTo>
                    <a:lnTo>
                      <a:pt x="132" y="68"/>
                    </a:lnTo>
                    <a:lnTo>
                      <a:pt x="136" y="64"/>
                    </a:lnTo>
                    <a:lnTo>
                      <a:pt x="138" y="56"/>
                    </a:lnTo>
                    <a:lnTo>
                      <a:pt x="142" y="46"/>
                    </a:lnTo>
                    <a:lnTo>
                      <a:pt x="142" y="46"/>
                    </a:lnTo>
                    <a:lnTo>
                      <a:pt x="144" y="42"/>
                    </a:lnTo>
                    <a:lnTo>
                      <a:pt x="144" y="36"/>
                    </a:lnTo>
                    <a:lnTo>
                      <a:pt x="146" y="30"/>
                    </a:lnTo>
                    <a:lnTo>
                      <a:pt x="146" y="24"/>
                    </a:lnTo>
                    <a:lnTo>
                      <a:pt x="144" y="18"/>
                    </a:lnTo>
                    <a:lnTo>
                      <a:pt x="144" y="14"/>
                    </a:lnTo>
                    <a:lnTo>
                      <a:pt x="144" y="8"/>
                    </a:lnTo>
                    <a:lnTo>
                      <a:pt x="146" y="4"/>
                    </a:lnTo>
                    <a:lnTo>
                      <a:pt x="146" y="2"/>
                    </a:lnTo>
                    <a:lnTo>
                      <a:pt x="14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8" name="Google Shape;548;p8"/>
              <p:cNvSpPr/>
              <p:nvPr/>
            </p:nvSpPr>
            <p:spPr>
              <a:xfrm>
                <a:off x="1050" y="2530"/>
                <a:ext cx="52" cy="132"/>
              </a:xfrm>
              <a:custGeom>
                <a:avLst/>
                <a:gdLst/>
                <a:ahLst/>
                <a:cxnLst/>
                <a:rect l="l" t="t" r="r" b="b"/>
                <a:pathLst>
                  <a:path w="52" h="132" extrusionOk="0">
                    <a:moveTo>
                      <a:pt x="28" y="132"/>
                    </a:moveTo>
                    <a:lnTo>
                      <a:pt x="30" y="118"/>
                    </a:lnTo>
                    <a:lnTo>
                      <a:pt x="30" y="118"/>
                    </a:lnTo>
                    <a:lnTo>
                      <a:pt x="30" y="116"/>
                    </a:lnTo>
                    <a:lnTo>
                      <a:pt x="32" y="112"/>
                    </a:lnTo>
                    <a:lnTo>
                      <a:pt x="32" y="108"/>
                    </a:lnTo>
                    <a:lnTo>
                      <a:pt x="36" y="104"/>
                    </a:lnTo>
                    <a:lnTo>
                      <a:pt x="40" y="100"/>
                    </a:lnTo>
                    <a:lnTo>
                      <a:pt x="44" y="96"/>
                    </a:lnTo>
                    <a:lnTo>
                      <a:pt x="44" y="92"/>
                    </a:lnTo>
                    <a:lnTo>
                      <a:pt x="44" y="80"/>
                    </a:lnTo>
                    <a:lnTo>
                      <a:pt x="44" y="66"/>
                    </a:lnTo>
                    <a:lnTo>
                      <a:pt x="46" y="52"/>
                    </a:lnTo>
                    <a:lnTo>
                      <a:pt x="52" y="44"/>
                    </a:lnTo>
                    <a:lnTo>
                      <a:pt x="50" y="44"/>
                    </a:lnTo>
                    <a:lnTo>
                      <a:pt x="50" y="40"/>
                    </a:lnTo>
                    <a:lnTo>
                      <a:pt x="48" y="36"/>
                    </a:lnTo>
                    <a:lnTo>
                      <a:pt x="46" y="30"/>
                    </a:lnTo>
                    <a:lnTo>
                      <a:pt x="44" y="24"/>
                    </a:lnTo>
                    <a:lnTo>
                      <a:pt x="44" y="20"/>
                    </a:lnTo>
                    <a:lnTo>
                      <a:pt x="44" y="14"/>
                    </a:lnTo>
                    <a:lnTo>
                      <a:pt x="16" y="16"/>
                    </a:lnTo>
                    <a:lnTo>
                      <a:pt x="16" y="14"/>
                    </a:lnTo>
                    <a:lnTo>
                      <a:pt x="14" y="12"/>
                    </a:lnTo>
                    <a:lnTo>
                      <a:pt x="12" y="8"/>
                    </a:lnTo>
                    <a:lnTo>
                      <a:pt x="8" y="4"/>
                    </a:lnTo>
                    <a:lnTo>
                      <a:pt x="4" y="2"/>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9" name="Google Shape;549;p8"/>
              <p:cNvSpPr/>
              <p:nvPr/>
            </p:nvSpPr>
            <p:spPr>
              <a:xfrm>
                <a:off x="884" y="2530"/>
                <a:ext cx="218" cy="162"/>
              </a:xfrm>
              <a:custGeom>
                <a:avLst/>
                <a:gdLst/>
                <a:ahLst/>
                <a:cxnLst/>
                <a:rect l="l" t="t" r="r" b="b"/>
                <a:pathLst>
                  <a:path w="218" h="162" extrusionOk="0">
                    <a:moveTo>
                      <a:pt x="162" y="0"/>
                    </a:moveTo>
                    <a:lnTo>
                      <a:pt x="94" y="36"/>
                    </a:lnTo>
                    <a:lnTo>
                      <a:pt x="90" y="38"/>
                    </a:lnTo>
                    <a:lnTo>
                      <a:pt x="78" y="40"/>
                    </a:lnTo>
                    <a:lnTo>
                      <a:pt x="68" y="42"/>
                    </a:lnTo>
                    <a:lnTo>
                      <a:pt x="62" y="42"/>
                    </a:lnTo>
                    <a:lnTo>
                      <a:pt x="62" y="48"/>
                    </a:lnTo>
                    <a:lnTo>
                      <a:pt x="60" y="62"/>
                    </a:lnTo>
                    <a:lnTo>
                      <a:pt x="56" y="80"/>
                    </a:lnTo>
                    <a:lnTo>
                      <a:pt x="50" y="100"/>
                    </a:lnTo>
                    <a:lnTo>
                      <a:pt x="38" y="116"/>
                    </a:lnTo>
                    <a:lnTo>
                      <a:pt x="38" y="116"/>
                    </a:lnTo>
                    <a:lnTo>
                      <a:pt x="36" y="118"/>
                    </a:lnTo>
                    <a:lnTo>
                      <a:pt x="32" y="120"/>
                    </a:lnTo>
                    <a:lnTo>
                      <a:pt x="28" y="120"/>
                    </a:lnTo>
                    <a:lnTo>
                      <a:pt x="24" y="122"/>
                    </a:lnTo>
                    <a:lnTo>
                      <a:pt x="20" y="122"/>
                    </a:lnTo>
                    <a:lnTo>
                      <a:pt x="18" y="122"/>
                    </a:lnTo>
                    <a:lnTo>
                      <a:pt x="14" y="122"/>
                    </a:lnTo>
                    <a:lnTo>
                      <a:pt x="10" y="122"/>
                    </a:lnTo>
                    <a:lnTo>
                      <a:pt x="6" y="122"/>
                    </a:lnTo>
                    <a:lnTo>
                      <a:pt x="4" y="122"/>
                    </a:lnTo>
                    <a:lnTo>
                      <a:pt x="0" y="128"/>
                    </a:lnTo>
                    <a:lnTo>
                      <a:pt x="2" y="128"/>
                    </a:lnTo>
                    <a:lnTo>
                      <a:pt x="2" y="130"/>
                    </a:lnTo>
                    <a:lnTo>
                      <a:pt x="4" y="132"/>
                    </a:lnTo>
                    <a:lnTo>
                      <a:pt x="6" y="136"/>
                    </a:lnTo>
                    <a:lnTo>
                      <a:pt x="8" y="138"/>
                    </a:lnTo>
                    <a:lnTo>
                      <a:pt x="8" y="138"/>
                    </a:lnTo>
                    <a:lnTo>
                      <a:pt x="8" y="140"/>
                    </a:lnTo>
                    <a:lnTo>
                      <a:pt x="10" y="142"/>
                    </a:lnTo>
                    <a:lnTo>
                      <a:pt x="14" y="144"/>
                    </a:lnTo>
                    <a:lnTo>
                      <a:pt x="14" y="144"/>
                    </a:lnTo>
                    <a:lnTo>
                      <a:pt x="16" y="144"/>
                    </a:lnTo>
                    <a:lnTo>
                      <a:pt x="16" y="146"/>
                    </a:lnTo>
                    <a:lnTo>
                      <a:pt x="16" y="150"/>
                    </a:lnTo>
                    <a:lnTo>
                      <a:pt x="26" y="150"/>
                    </a:lnTo>
                    <a:lnTo>
                      <a:pt x="28" y="142"/>
                    </a:lnTo>
                    <a:lnTo>
                      <a:pt x="28" y="144"/>
                    </a:lnTo>
                    <a:lnTo>
                      <a:pt x="30" y="146"/>
                    </a:lnTo>
                    <a:lnTo>
                      <a:pt x="34" y="148"/>
                    </a:lnTo>
                    <a:lnTo>
                      <a:pt x="36" y="150"/>
                    </a:lnTo>
                    <a:lnTo>
                      <a:pt x="38" y="152"/>
                    </a:lnTo>
                    <a:lnTo>
                      <a:pt x="42" y="154"/>
                    </a:lnTo>
                    <a:lnTo>
                      <a:pt x="42" y="154"/>
                    </a:lnTo>
                    <a:lnTo>
                      <a:pt x="44" y="156"/>
                    </a:lnTo>
                    <a:lnTo>
                      <a:pt x="46" y="158"/>
                    </a:lnTo>
                    <a:lnTo>
                      <a:pt x="50" y="162"/>
                    </a:lnTo>
                    <a:lnTo>
                      <a:pt x="50" y="160"/>
                    </a:lnTo>
                    <a:lnTo>
                      <a:pt x="50" y="158"/>
                    </a:lnTo>
                    <a:lnTo>
                      <a:pt x="54" y="156"/>
                    </a:lnTo>
                    <a:lnTo>
                      <a:pt x="56" y="152"/>
                    </a:lnTo>
                    <a:lnTo>
                      <a:pt x="62" y="148"/>
                    </a:lnTo>
                    <a:lnTo>
                      <a:pt x="68" y="146"/>
                    </a:lnTo>
                    <a:lnTo>
                      <a:pt x="76" y="146"/>
                    </a:lnTo>
                    <a:lnTo>
                      <a:pt x="82" y="146"/>
                    </a:lnTo>
                    <a:lnTo>
                      <a:pt x="86" y="146"/>
                    </a:lnTo>
                    <a:lnTo>
                      <a:pt x="88" y="146"/>
                    </a:lnTo>
                    <a:lnTo>
                      <a:pt x="88" y="146"/>
                    </a:lnTo>
                    <a:lnTo>
                      <a:pt x="88" y="148"/>
                    </a:lnTo>
                    <a:lnTo>
                      <a:pt x="92" y="148"/>
                    </a:lnTo>
                    <a:lnTo>
                      <a:pt x="96" y="150"/>
                    </a:lnTo>
                    <a:lnTo>
                      <a:pt x="102" y="152"/>
                    </a:lnTo>
                    <a:lnTo>
                      <a:pt x="106" y="154"/>
                    </a:lnTo>
                    <a:lnTo>
                      <a:pt x="108" y="156"/>
                    </a:lnTo>
                    <a:lnTo>
                      <a:pt x="110" y="156"/>
                    </a:lnTo>
                    <a:lnTo>
                      <a:pt x="110" y="154"/>
                    </a:lnTo>
                    <a:lnTo>
                      <a:pt x="114" y="152"/>
                    </a:lnTo>
                    <a:lnTo>
                      <a:pt x="118" y="148"/>
                    </a:lnTo>
                    <a:lnTo>
                      <a:pt x="122" y="148"/>
                    </a:lnTo>
                    <a:lnTo>
                      <a:pt x="126" y="146"/>
                    </a:lnTo>
                    <a:lnTo>
                      <a:pt x="130" y="148"/>
                    </a:lnTo>
                    <a:lnTo>
                      <a:pt x="134" y="146"/>
                    </a:lnTo>
                    <a:lnTo>
                      <a:pt x="144" y="144"/>
                    </a:lnTo>
                    <a:lnTo>
                      <a:pt x="154" y="144"/>
                    </a:lnTo>
                    <a:lnTo>
                      <a:pt x="166" y="148"/>
                    </a:lnTo>
                    <a:lnTo>
                      <a:pt x="168" y="148"/>
                    </a:lnTo>
                    <a:lnTo>
                      <a:pt x="170" y="146"/>
                    </a:lnTo>
                    <a:lnTo>
                      <a:pt x="174" y="144"/>
                    </a:lnTo>
                    <a:lnTo>
                      <a:pt x="178" y="142"/>
                    </a:lnTo>
                    <a:lnTo>
                      <a:pt x="182" y="140"/>
                    </a:lnTo>
                    <a:lnTo>
                      <a:pt x="188" y="140"/>
                    </a:lnTo>
                    <a:lnTo>
                      <a:pt x="192" y="140"/>
                    </a:lnTo>
                    <a:lnTo>
                      <a:pt x="196" y="118"/>
                    </a:lnTo>
                    <a:lnTo>
                      <a:pt x="196" y="118"/>
                    </a:lnTo>
                    <a:lnTo>
                      <a:pt x="196" y="116"/>
                    </a:lnTo>
                    <a:lnTo>
                      <a:pt x="198" y="112"/>
                    </a:lnTo>
                    <a:lnTo>
                      <a:pt x="198" y="108"/>
                    </a:lnTo>
                    <a:lnTo>
                      <a:pt x="202" y="104"/>
                    </a:lnTo>
                    <a:lnTo>
                      <a:pt x="206" y="100"/>
                    </a:lnTo>
                    <a:lnTo>
                      <a:pt x="210" y="96"/>
                    </a:lnTo>
                    <a:lnTo>
                      <a:pt x="210" y="92"/>
                    </a:lnTo>
                    <a:lnTo>
                      <a:pt x="210" y="80"/>
                    </a:lnTo>
                    <a:lnTo>
                      <a:pt x="210" y="66"/>
                    </a:lnTo>
                    <a:lnTo>
                      <a:pt x="212" y="52"/>
                    </a:lnTo>
                    <a:lnTo>
                      <a:pt x="218" y="44"/>
                    </a:lnTo>
                    <a:lnTo>
                      <a:pt x="216" y="44"/>
                    </a:lnTo>
                    <a:lnTo>
                      <a:pt x="216" y="40"/>
                    </a:lnTo>
                    <a:lnTo>
                      <a:pt x="214" y="36"/>
                    </a:lnTo>
                    <a:lnTo>
                      <a:pt x="212" y="30"/>
                    </a:lnTo>
                    <a:lnTo>
                      <a:pt x="210" y="24"/>
                    </a:lnTo>
                    <a:lnTo>
                      <a:pt x="210" y="20"/>
                    </a:lnTo>
                    <a:lnTo>
                      <a:pt x="210" y="14"/>
                    </a:lnTo>
                    <a:lnTo>
                      <a:pt x="182" y="16"/>
                    </a:lnTo>
                    <a:lnTo>
                      <a:pt x="182" y="14"/>
                    </a:lnTo>
                    <a:lnTo>
                      <a:pt x="180" y="12"/>
                    </a:lnTo>
                    <a:lnTo>
                      <a:pt x="178" y="8"/>
                    </a:lnTo>
                    <a:lnTo>
                      <a:pt x="174" y="4"/>
                    </a:lnTo>
                    <a:lnTo>
                      <a:pt x="170" y="2"/>
                    </a:lnTo>
                    <a:lnTo>
                      <a:pt x="166" y="0"/>
                    </a:lnTo>
                    <a:lnTo>
                      <a:pt x="16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0" name="Google Shape;550;p8"/>
              <p:cNvSpPr/>
              <p:nvPr/>
            </p:nvSpPr>
            <p:spPr>
              <a:xfrm>
                <a:off x="1016" y="2670"/>
                <a:ext cx="88" cy="148"/>
              </a:xfrm>
              <a:custGeom>
                <a:avLst/>
                <a:gdLst/>
                <a:ahLst/>
                <a:cxnLst/>
                <a:rect l="l" t="t" r="r" b="b"/>
                <a:pathLst>
                  <a:path w="88" h="148" extrusionOk="0">
                    <a:moveTo>
                      <a:pt x="60" y="0"/>
                    </a:moveTo>
                    <a:lnTo>
                      <a:pt x="60" y="2"/>
                    </a:lnTo>
                    <a:lnTo>
                      <a:pt x="60" y="4"/>
                    </a:lnTo>
                    <a:lnTo>
                      <a:pt x="58" y="8"/>
                    </a:lnTo>
                    <a:lnTo>
                      <a:pt x="58" y="14"/>
                    </a:lnTo>
                    <a:lnTo>
                      <a:pt x="58" y="20"/>
                    </a:lnTo>
                    <a:lnTo>
                      <a:pt x="60" y="24"/>
                    </a:lnTo>
                    <a:lnTo>
                      <a:pt x="60" y="30"/>
                    </a:lnTo>
                    <a:lnTo>
                      <a:pt x="58" y="36"/>
                    </a:lnTo>
                    <a:lnTo>
                      <a:pt x="58" y="42"/>
                    </a:lnTo>
                    <a:lnTo>
                      <a:pt x="56" y="46"/>
                    </a:lnTo>
                    <a:lnTo>
                      <a:pt x="56" y="48"/>
                    </a:lnTo>
                    <a:lnTo>
                      <a:pt x="52" y="56"/>
                    </a:lnTo>
                    <a:lnTo>
                      <a:pt x="50" y="64"/>
                    </a:lnTo>
                    <a:lnTo>
                      <a:pt x="46" y="68"/>
                    </a:lnTo>
                    <a:lnTo>
                      <a:pt x="42" y="70"/>
                    </a:lnTo>
                    <a:lnTo>
                      <a:pt x="40" y="72"/>
                    </a:lnTo>
                    <a:lnTo>
                      <a:pt x="38" y="72"/>
                    </a:lnTo>
                    <a:lnTo>
                      <a:pt x="36" y="72"/>
                    </a:lnTo>
                    <a:lnTo>
                      <a:pt x="36" y="72"/>
                    </a:lnTo>
                    <a:lnTo>
                      <a:pt x="32" y="70"/>
                    </a:lnTo>
                    <a:lnTo>
                      <a:pt x="26" y="70"/>
                    </a:lnTo>
                    <a:lnTo>
                      <a:pt x="22" y="72"/>
                    </a:lnTo>
                    <a:lnTo>
                      <a:pt x="18" y="76"/>
                    </a:lnTo>
                    <a:lnTo>
                      <a:pt x="14" y="80"/>
                    </a:lnTo>
                    <a:lnTo>
                      <a:pt x="12" y="84"/>
                    </a:lnTo>
                    <a:lnTo>
                      <a:pt x="10" y="86"/>
                    </a:lnTo>
                    <a:lnTo>
                      <a:pt x="8" y="88"/>
                    </a:lnTo>
                    <a:lnTo>
                      <a:pt x="8" y="102"/>
                    </a:lnTo>
                    <a:lnTo>
                      <a:pt x="0" y="120"/>
                    </a:lnTo>
                    <a:lnTo>
                      <a:pt x="0" y="122"/>
                    </a:lnTo>
                    <a:lnTo>
                      <a:pt x="0" y="124"/>
                    </a:lnTo>
                    <a:lnTo>
                      <a:pt x="2" y="126"/>
                    </a:lnTo>
                    <a:lnTo>
                      <a:pt x="2" y="130"/>
                    </a:lnTo>
                    <a:lnTo>
                      <a:pt x="6" y="132"/>
                    </a:lnTo>
                    <a:lnTo>
                      <a:pt x="10" y="134"/>
                    </a:lnTo>
                    <a:lnTo>
                      <a:pt x="12" y="134"/>
                    </a:lnTo>
                    <a:lnTo>
                      <a:pt x="14" y="136"/>
                    </a:lnTo>
                    <a:lnTo>
                      <a:pt x="16" y="138"/>
                    </a:lnTo>
                    <a:lnTo>
                      <a:pt x="18" y="140"/>
                    </a:lnTo>
                    <a:lnTo>
                      <a:pt x="18" y="144"/>
                    </a:lnTo>
                    <a:lnTo>
                      <a:pt x="18" y="148"/>
                    </a:lnTo>
                    <a:lnTo>
                      <a:pt x="22" y="148"/>
                    </a:lnTo>
                    <a:lnTo>
                      <a:pt x="36" y="148"/>
                    </a:lnTo>
                    <a:lnTo>
                      <a:pt x="52" y="146"/>
                    </a:lnTo>
                    <a:lnTo>
                      <a:pt x="70" y="146"/>
                    </a:lnTo>
                    <a:lnTo>
                      <a:pt x="88" y="146"/>
                    </a:lnTo>
                    <a:lnTo>
                      <a:pt x="86" y="144"/>
                    </a:lnTo>
                    <a:lnTo>
                      <a:pt x="86" y="142"/>
                    </a:lnTo>
                    <a:lnTo>
                      <a:pt x="88" y="138"/>
                    </a:lnTo>
                    <a:lnTo>
                      <a:pt x="88" y="134"/>
                    </a:lnTo>
                    <a:lnTo>
                      <a:pt x="88" y="134"/>
                    </a:lnTo>
                    <a:lnTo>
                      <a:pt x="84" y="132"/>
                    </a:lnTo>
                    <a:lnTo>
                      <a:pt x="82" y="130"/>
                    </a:lnTo>
                    <a:lnTo>
                      <a:pt x="78" y="126"/>
                    </a:lnTo>
                    <a:lnTo>
                      <a:pt x="74" y="122"/>
                    </a:lnTo>
                    <a:lnTo>
                      <a:pt x="70" y="116"/>
                    </a:lnTo>
                    <a:lnTo>
                      <a:pt x="68" y="110"/>
                    </a:lnTo>
                    <a:lnTo>
                      <a:pt x="66" y="102"/>
                    </a:lnTo>
                    <a:lnTo>
                      <a:pt x="62" y="100"/>
                    </a:lnTo>
                    <a:lnTo>
                      <a:pt x="66" y="100"/>
                    </a:lnTo>
                    <a:lnTo>
                      <a:pt x="66" y="98"/>
                    </a:lnTo>
                    <a:lnTo>
                      <a:pt x="68" y="96"/>
                    </a:lnTo>
                    <a:lnTo>
                      <a:pt x="70" y="94"/>
                    </a:lnTo>
                    <a:lnTo>
                      <a:pt x="70" y="90"/>
                    </a:lnTo>
                    <a:lnTo>
                      <a:pt x="72" y="86"/>
                    </a:lnTo>
                    <a:lnTo>
                      <a:pt x="72" y="82"/>
                    </a:lnTo>
                    <a:lnTo>
                      <a:pt x="70" y="78"/>
                    </a:lnTo>
                    <a:lnTo>
                      <a:pt x="68" y="76"/>
                    </a:lnTo>
                    <a:lnTo>
                      <a:pt x="68" y="76"/>
                    </a:lnTo>
                    <a:lnTo>
                      <a:pt x="66" y="74"/>
                    </a:lnTo>
                    <a:lnTo>
                      <a:pt x="64" y="72"/>
                    </a:lnTo>
                    <a:lnTo>
                      <a:pt x="62" y="68"/>
                    </a:lnTo>
                    <a:lnTo>
                      <a:pt x="62" y="64"/>
                    </a:lnTo>
                    <a:lnTo>
                      <a:pt x="62" y="58"/>
                    </a:lnTo>
                    <a:lnTo>
                      <a:pt x="64" y="58"/>
                    </a:lnTo>
                    <a:lnTo>
                      <a:pt x="66" y="58"/>
                    </a:lnTo>
                    <a:lnTo>
                      <a:pt x="68" y="58"/>
                    </a:lnTo>
                    <a:lnTo>
                      <a:pt x="72" y="58"/>
                    </a:lnTo>
                    <a:lnTo>
                      <a:pt x="74" y="56"/>
                    </a:lnTo>
                    <a:lnTo>
                      <a:pt x="78" y="54"/>
                    </a:lnTo>
                    <a:lnTo>
                      <a:pt x="78" y="50"/>
                    </a:lnTo>
                    <a:lnTo>
                      <a:pt x="78" y="46"/>
                    </a:lnTo>
                    <a:lnTo>
                      <a:pt x="78" y="46"/>
                    </a:lnTo>
                    <a:lnTo>
                      <a:pt x="76" y="42"/>
                    </a:lnTo>
                    <a:lnTo>
                      <a:pt x="74" y="40"/>
                    </a:lnTo>
                    <a:lnTo>
                      <a:pt x="72" y="34"/>
                    </a:lnTo>
                    <a:lnTo>
                      <a:pt x="72" y="30"/>
                    </a:lnTo>
                    <a:lnTo>
                      <a:pt x="72" y="24"/>
                    </a:lnTo>
                    <a:lnTo>
                      <a:pt x="72" y="20"/>
                    </a:lnTo>
                    <a:lnTo>
                      <a:pt x="72" y="20"/>
                    </a:lnTo>
                    <a:lnTo>
                      <a:pt x="72" y="16"/>
                    </a:lnTo>
                    <a:lnTo>
                      <a:pt x="72" y="12"/>
                    </a:lnTo>
                    <a:lnTo>
                      <a:pt x="72" y="8"/>
                    </a:lnTo>
                    <a:lnTo>
                      <a:pt x="70" y="4"/>
                    </a:lnTo>
                    <a:lnTo>
                      <a:pt x="66" y="2"/>
                    </a:lnTo>
                    <a:lnTo>
                      <a:pt x="6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1" name="Google Shape;551;p8"/>
              <p:cNvSpPr/>
              <p:nvPr/>
            </p:nvSpPr>
            <p:spPr>
              <a:xfrm>
                <a:off x="1076" y="2544"/>
                <a:ext cx="126" cy="212"/>
              </a:xfrm>
              <a:custGeom>
                <a:avLst/>
                <a:gdLst/>
                <a:ahLst/>
                <a:cxnLst/>
                <a:rect l="l" t="t" r="r" b="b"/>
                <a:pathLst>
                  <a:path w="126" h="212" extrusionOk="0">
                    <a:moveTo>
                      <a:pt x="18" y="0"/>
                    </a:moveTo>
                    <a:lnTo>
                      <a:pt x="126" y="46"/>
                    </a:lnTo>
                    <a:lnTo>
                      <a:pt x="124" y="90"/>
                    </a:lnTo>
                    <a:lnTo>
                      <a:pt x="124" y="90"/>
                    </a:lnTo>
                    <a:lnTo>
                      <a:pt x="122" y="90"/>
                    </a:lnTo>
                    <a:lnTo>
                      <a:pt x="120" y="88"/>
                    </a:lnTo>
                    <a:lnTo>
                      <a:pt x="116" y="88"/>
                    </a:lnTo>
                    <a:lnTo>
                      <a:pt x="112" y="90"/>
                    </a:lnTo>
                    <a:lnTo>
                      <a:pt x="110" y="90"/>
                    </a:lnTo>
                    <a:lnTo>
                      <a:pt x="108" y="92"/>
                    </a:lnTo>
                    <a:lnTo>
                      <a:pt x="106" y="96"/>
                    </a:lnTo>
                    <a:lnTo>
                      <a:pt x="106" y="98"/>
                    </a:lnTo>
                    <a:lnTo>
                      <a:pt x="106" y="100"/>
                    </a:lnTo>
                    <a:lnTo>
                      <a:pt x="106" y="104"/>
                    </a:lnTo>
                    <a:lnTo>
                      <a:pt x="104" y="108"/>
                    </a:lnTo>
                    <a:lnTo>
                      <a:pt x="102" y="110"/>
                    </a:lnTo>
                    <a:lnTo>
                      <a:pt x="100" y="110"/>
                    </a:lnTo>
                    <a:lnTo>
                      <a:pt x="98" y="114"/>
                    </a:lnTo>
                    <a:lnTo>
                      <a:pt x="96" y="116"/>
                    </a:lnTo>
                    <a:lnTo>
                      <a:pt x="98" y="120"/>
                    </a:lnTo>
                    <a:lnTo>
                      <a:pt x="98" y="122"/>
                    </a:lnTo>
                    <a:lnTo>
                      <a:pt x="98" y="124"/>
                    </a:lnTo>
                    <a:lnTo>
                      <a:pt x="98" y="124"/>
                    </a:lnTo>
                    <a:lnTo>
                      <a:pt x="98" y="124"/>
                    </a:lnTo>
                    <a:lnTo>
                      <a:pt x="98" y="122"/>
                    </a:lnTo>
                    <a:lnTo>
                      <a:pt x="98" y="122"/>
                    </a:lnTo>
                    <a:lnTo>
                      <a:pt x="98" y="124"/>
                    </a:lnTo>
                    <a:lnTo>
                      <a:pt x="100" y="126"/>
                    </a:lnTo>
                    <a:lnTo>
                      <a:pt x="102" y="128"/>
                    </a:lnTo>
                    <a:lnTo>
                      <a:pt x="104" y="132"/>
                    </a:lnTo>
                    <a:lnTo>
                      <a:pt x="104" y="134"/>
                    </a:lnTo>
                    <a:lnTo>
                      <a:pt x="102" y="138"/>
                    </a:lnTo>
                    <a:lnTo>
                      <a:pt x="102" y="144"/>
                    </a:lnTo>
                    <a:lnTo>
                      <a:pt x="102" y="150"/>
                    </a:lnTo>
                    <a:lnTo>
                      <a:pt x="102" y="154"/>
                    </a:lnTo>
                    <a:lnTo>
                      <a:pt x="104" y="158"/>
                    </a:lnTo>
                    <a:lnTo>
                      <a:pt x="104" y="162"/>
                    </a:lnTo>
                    <a:lnTo>
                      <a:pt x="106" y="168"/>
                    </a:lnTo>
                    <a:lnTo>
                      <a:pt x="108" y="172"/>
                    </a:lnTo>
                    <a:lnTo>
                      <a:pt x="108" y="174"/>
                    </a:lnTo>
                    <a:lnTo>
                      <a:pt x="108" y="176"/>
                    </a:lnTo>
                    <a:lnTo>
                      <a:pt x="108" y="176"/>
                    </a:lnTo>
                    <a:lnTo>
                      <a:pt x="104" y="178"/>
                    </a:lnTo>
                    <a:lnTo>
                      <a:pt x="100" y="178"/>
                    </a:lnTo>
                    <a:lnTo>
                      <a:pt x="96" y="180"/>
                    </a:lnTo>
                    <a:lnTo>
                      <a:pt x="92" y="182"/>
                    </a:lnTo>
                    <a:lnTo>
                      <a:pt x="88" y="186"/>
                    </a:lnTo>
                    <a:lnTo>
                      <a:pt x="86" y="190"/>
                    </a:lnTo>
                    <a:lnTo>
                      <a:pt x="86" y="190"/>
                    </a:lnTo>
                    <a:lnTo>
                      <a:pt x="86" y="192"/>
                    </a:lnTo>
                    <a:lnTo>
                      <a:pt x="86" y="194"/>
                    </a:lnTo>
                    <a:lnTo>
                      <a:pt x="84" y="198"/>
                    </a:lnTo>
                    <a:lnTo>
                      <a:pt x="82" y="200"/>
                    </a:lnTo>
                    <a:lnTo>
                      <a:pt x="78" y="202"/>
                    </a:lnTo>
                    <a:lnTo>
                      <a:pt x="74" y="204"/>
                    </a:lnTo>
                    <a:lnTo>
                      <a:pt x="68" y="204"/>
                    </a:lnTo>
                    <a:lnTo>
                      <a:pt x="68" y="202"/>
                    </a:lnTo>
                    <a:lnTo>
                      <a:pt x="66" y="202"/>
                    </a:lnTo>
                    <a:lnTo>
                      <a:pt x="64" y="202"/>
                    </a:lnTo>
                    <a:lnTo>
                      <a:pt x="60" y="200"/>
                    </a:lnTo>
                    <a:lnTo>
                      <a:pt x="58" y="202"/>
                    </a:lnTo>
                    <a:lnTo>
                      <a:pt x="58" y="204"/>
                    </a:lnTo>
                    <a:lnTo>
                      <a:pt x="56" y="204"/>
                    </a:lnTo>
                    <a:lnTo>
                      <a:pt x="46" y="208"/>
                    </a:lnTo>
                    <a:lnTo>
                      <a:pt x="32" y="210"/>
                    </a:lnTo>
                    <a:lnTo>
                      <a:pt x="12" y="212"/>
                    </a:lnTo>
                    <a:lnTo>
                      <a:pt x="12" y="212"/>
                    </a:lnTo>
                    <a:lnTo>
                      <a:pt x="12" y="210"/>
                    </a:lnTo>
                    <a:lnTo>
                      <a:pt x="10" y="206"/>
                    </a:lnTo>
                    <a:lnTo>
                      <a:pt x="10" y="204"/>
                    </a:lnTo>
                    <a:lnTo>
                      <a:pt x="6" y="202"/>
                    </a:lnTo>
                    <a:lnTo>
                      <a:pt x="6" y="200"/>
                    </a:lnTo>
                    <a:lnTo>
                      <a:pt x="4" y="198"/>
                    </a:lnTo>
                    <a:lnTo>
                      <a:pt x="2" y="194"/>
                    </a:lnTo>
                    <a:lnTo>
                      <a:pt x="2" y="190"/>
                    </a:lnTo>
                    <a:lnTo>
                      <a:pt x="2" y="184"/>
                    </a:lnTo>
                    <a:lnTo>
                      <a:pt x="4" y="184"/>
                    </a:lnTo>
                    <a:lnTo>
                      <a:pt x="6" y="186"/>
                    </a:lnTo>
                    <a:lnTo>
                      <a:pt x="8" y="184"/>
                    </a:lnTo>
                    <a:lnTo>
                      <a:pt x="12" y="184"/>
                    </a:lnTo>
                    <a:lnTo>
                      <a:pt x="14" y="182"/>
                    </a:lnTo>
                    <a:lnTo>
                      <a:pt x="18" y="180"/>
                    </a:lnTo>
                    <a:lnTo>
                      <a:pt x="18" y="176"/>
                    </a:lnTo>
                    <a:lnTo>
                      <a:pt x="18" y="174"/>
                    </a:lnTo>
                    <a:lnTo>
                      <a:pt x="18" y="172"/>
                    </a:lnTo>
                    <a:lnTo>
                      <a:pt x="16" y="168"/>
                    </a:lnTo>
                    <a:lnTo>
                      <a:pt x="14" y="162"/>
                    </a:lnTo>
                    <a:lnTo>
                      <a:pt x="12" y="156"/>
                    </a:lnTo>
                    <a:lnTo>
                      <a:pt x="12" y="152"/>
                    </a:lnTo>
                    <a:lnTo>
                      <a:pt x="12" y="150"/>
                    </a:lnTo>
                    <a:lnTo>
                      <a:pt x="12" y="146"/>
                    </a:lnTo>
                    <a:lnTo>
                      <a:pt x="14" y="144"/>
                    </a:lnTo>
                    <a:lnTo>
                      <a:pt x="12" y="140"/>
                    </a:lnTo>
                    <a:lnTo>
                      <a:pt x="12" y="136"/>
                    </a:lnTo>
                    <a:lnTo>
                      <a:pt x="10" y="132"/>
                    </a:lnTo>
                    <a:lnTo>
                      <a:pt x="10" y="132"/>
                    </a:lnTo>
                    <a:lnTo>
                      <a:pt x="10" y="130"/>
                    </a:lnTo>
                    <a:lnTo>
                      <a:pt x="8" y="130"/>
                    </a:lnTo>
                    <a:lnTo>
                      <a:pt x="6" y="128"/>
                    </a:lnTo>
                    <a:lnTo>
                      <a:pt x="4" y="126"/>
                    </a:lnTo>
                    <a:lnTo>
                      <a:pt x="0" y="128"/>
                    </a:lnTo>
                    <a:lnTo>
                      <a:pt x="0" y="126"/>
                    </a:lnTo>
                    <a:lnTo>
                      <a:pt x="0" y="124"/>
                    </a:lnTo>
                    <a:lnTo>
                      <a:pt x="2" y="120"/>
                    </a:lnTo>
                    <a:lnTo>
                      <a:pt x="4" y="114"/>
                    </a:lnTo>
                    <a:lnTo>
                      <a:pt x="6" y="104"/>
                    </a:lnTo>
                    <a:lnTo>
                      <a:pt x="4" y="104"/>
                    </a:lnTo>
                    <a:lnTo>
                      <a:pt x="4" y="102"/>
                    </a:lnTo>
                    <a:lnTo>
                      <a:pt x="4" y="100"/>
                    </a:lnTo>
                    <a:lnTo>
                      <a:pt x="6" y="96"/>
                    </a:lnTo>
                    <a:lnTo>
                      <a:pt x="8" y="92"/>
                    </a:lnTo>
                    <a:lnTo>
                      <a:pt x="12" y="88"/>
                    </a:lnTo>
                    <a:lnTo>
                      <a:pt x="18" y="82"/>
                    </a:lnTo>
                    <a:lnTo>
                      <a:pt x="18" y="78"/>
                    </a:lnTo>
                    <a:lnTo>
                      <a:pt x="18" y="66"/>
                    </a:lnTo>
                    <a:lnTo>
                      <a:pt x="18" y="50"/>
                    </a:lnTo>
                    <a:lnTo>
                      <a:pt x="20" y="38"/>
                    </a:lnTo>
                    <a:lnTo>
                      <a:pt x="26" y="30"/>
                    </a:lnTo>
                    <a:lnTo>
                      <a:pt x="24" y="30"/>
                    </a:lnTo>
                    <a:lnTo>
                      <a:pt x="24" y="26"/>
                    </a:lnTo>
                    <a:lnTo>
                      <a:pt x="22" y="22"/>
                    </a:lnTo>
                    <a:lnTo>
                      <a:pt x="20" y="16"/>
                    </a:lnTo>
                    <a:lnTo>
                      <a:pt x="18" y="12"/>
                    </a:lnTo>
                    <a:lnTo>
                      <a:pt x="18" y="6"/>
                    </a:lnTo>
                    <a:lnTo>
                      <a:pt x="1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2" name="Google Shape;552;p8"/>
              <p:cNvSpPr/>
              <p:nvPr/>
            </p:nvSpPr>
            <p:spPr>
              <a:xfrm>
                <a:off x="1174" y="2550"/>
                <a:ext cx="218" cy="250"/>
              </a:xfrm>
              <a:custGeom>
                <a:avLst/>
                <a:gdLst/>
                <a:ahLst/>
                <a:cxnLst/>
                <a:rect l="l" t="t" r="r" b="b"/>
                <a:pathLst>
                  <a:path w="218" h="250" extrusionOk="0">
                    <a:moveTo>
                      <a:pt x="188" y="0"/>
                    </a:moveTo>
                    <a:lnTo>
                      <a:pt x="188" y="2"/>
                    </a:lnTo>
                    <a:lnTo>
                      <a:pt x="186" y="4"/>
                    </a:lnTo>
                    <a:lnTo>
                      <a:pt x="184" y="8"/>
                    </a:lnTo>
                    <a:lnTo>
                      <a:pt x="180" y="12"/>
                    </a:lnTo>
                    <a:lnTo>
                      <a:pt x="174" y="16"/>
                    </a:lnTo>
                    <a:lnTo>
                      <a:pt x="168" y="20"/>
                    </a:lnTo>
                    <a:lnTo>
                      <a:pt x="160" y="22"/>
                    </a:lnTo>
                    <a:lnTo>
                      <a:pt x="28" y="22"/>
                    </a:lnTo>
                    <a:lnTo>
                      <a:pt x="28" y="84"/>
                    </a:lnTo>
                    <a:lnTo>
                      <a:pt x="28" y="82"/>
                    </a:lnTo>
                    <a:lnTo>
                      <a:pt x="24" y="82"/>
                    </a:lnTo>
                    <a:lnTo>
                      <a:pt x="20" y="82"/>
                    </a:lnTo>
                    <a:lnTo>
                      <a:pt x="18" y="82"/>
                    </a:lnTo>
                    <a:lnTo>
                      <a:pt x="14" y="84"/>
                    </a:lnTo>
                    <a:lnTo>
                      <a:pt x="10" y="86"/>
                    </a:lnTo>
                    <a:lnTo>
                      <a:pt x="10" y="90"/>
                    </a:lnTo>
                    <a:lnTo>
                      <a:pt x="10" y="90"/>
                    </a:lnTo>
                    <a:lnTo>
                      <a:pt x="8" y="94"/>
                    </a:lnTo>
                    <a:lnTo>
                      <a:pt x="8" y="98"/>
                    </a:lnTo>
                    <a:lnTo>
                      <a:pt x="6" y="100"/>
                    </a:lnTo>
                    <a:lnTo>
                      <a:pt x="6" y="102"/>
                    </a:lnTo>
                    <a:lnTo>
                      <a:pt x="4" y="104"/>
                    </a:lnTo>
                    <a:lnTo>
                      <a:pt x="2" y="106"/>
                    </a:lnTo>
                    <a:lnTo>
                      <a:pt x="0" y="108"/>
                    </a:lnTo>
                    <a:lnTo>
                      <a:pt x="0" y="110"/>
                    </a:lnTo>
                    <a:lnTo>
                      <a:pt x="0" y="110"/>
                    </a:lnTo>
                    <a:lnTo>
                      <a:pt x="0" y="114"/>
                    </a:lnTo>
                    <a:lnTo>
                      <a:pt x="2" y="118"/>
                    </a:lnTo>
                    <a:lnTo>
                      <a:pt x="4" y="122"/>
                    </a:lnTo>
                    <a:lnTo>
                      <a:pt x="4" y="122"/>
                    </a:lnTo>
                    <a:lnTo>
                      <a:pt x="6" y="124"/>
                    </a:lnTo>
                    <a:lnTo>
                      <a:pt x="6" y="128"/>
                    </a:lnTo>
                    <a:lnTo>
                      <a:pt x="6" y="132"/>
                    </a:lnTo>
                    <a:lnTo>
                      <a:pt x="6" y="132"/>
                    </a:lnTo>
                    <a:lnTo>
                      <a:pt x="6" y="136"/>
                    </a:lnTo>
                    <a:lnTo>
                      <a:pt x="4" y="140"/>
                    </a:lnTo>
                    <a:lnTo>
                      <a:pt x="4" y="146"/>
                    </a:lnTo>
                    <a:lnTo>
                      <a:pt x="6" y="152"/>
                    </a:lnTo>
                    <a:lnTo>
                      <a:pt x="12" y="170"/>
                    </a:lnTo>
                    <a:lnTo>
                      <a:pt x="12" y="170"/>
                    </a:lnTo>
                    <a:lnTo>
                      <a:pt x="14" y="174"/>
                    </a:lnTo>
                    <a:lnTo>
                      <a:pt x="16" y="178"/>
                    </a:lnTo>
                    <a:lnTo>
                      <a:pt x="20" y="182"/>
                    </a:lnTo>
                    <a:lnTo>
                      <a:pt x="24" y="186"/>
                    </a:lnTo>
                    <a:lnTo>
                      <a:pt x="26" y="190"/>
                    </a:lnTo>
                    <a:lnTo>
                      <a:pt x="30" y="194"/>
                    </a:lnTo>
                    <a:lnTo>
                      <a:pt x="32" y="196"/>
                    </a:lnTo>
                    <a:lnTo>
                      <a:pt x="38" y="204"/>
                    </a:lnTo>
                    <a:lnTo>
                      <a:pt x="44" y="214"/>
                    </a:lnTo>
                    <a:lnTo>
                      <a:pt x="50" y="222"/>
                    </a:lnTo>
                    <a:lnTo>
                      <a:pt x="54" y="228"/>
                    </a:lnTo>
                    <a:lnTo>
                      <a:pt x="54" y="230"/>
                    </a:lnTo>
                    <a:lnTo>
                      <a:pt x="56" y="230"/>
                    </a:lnTo>
                    <a:lnTo>
                      <a:pt x="60" y="234"/>
                    </a:lnTo>
                    <a:lnTo>
                      <a:pt x="62" y="236"/>
                    </a:lnTo>
                    <a:lnTo>
                      <a:pt x="66" y="238"/>
                    </a:lnTo>
                    <a:lnTo>
                      <a:pt x="72" y="240"/>
                    </a:lnTo>
                    <a:lnTo>
                      <a:pt x="76" y="240"/>
                    </a:lnTo>
                    <a:lnTo>
                      <a:pt x="78" y="240"/>
                    </a:lnTo>
                    <a:lnTo>
                      <a:pt x="80" y="242"/>
                    </a:lnTo>
                    <a:lnTo>
                      <a:pt x="84" y="244"/>
                    </a:lnTo>
                    <a:lnTo>
                      <a:pt x="88" y="250"/>
                    </a:lnTo>
                    <a:lnTo>
                      <a:pt x="92" y="250"/>
                    </a:lnTo>
                    <a:lnTo>
                      <a:pt x="102" y="250"/>
                    </a:lnTo>
                    <a:lnTo>
                      <a:pt x="114" y="250"/>
                    </a:lnTo>
                    <a:lnTo>
                      <a:pt x="122" y="250"/>
                    </a:lnTo>
                    <a:lnTo>
                      <a:pt x="126" y="250"/>
                    </a:lnTo>
                    <a:lnTo>
                      <a:pt x="138" y="250"/>
                    </a:lnTo>
                    <a:lnTo>
                      <a:pt x="152" y="248"/>
                    </a:lnTo>
                    <a:lnTo>
                      <a:pt x="168" y="246"/>
                    </a:lnTo>
                    <a:lnTo>
                      <a:pt x="180" y="244"/>
                    </a:lnTo>
                    <a:lnTo>
                      <a:pt x="184" y="240"/>
                    </a:lnTo>
                    <a:lnTo>
                      <a:pt x="182" y="222"/>
                    </a:lnTo>
                    <a:lnTo>
                      <a:pt x="180" y="222"/>
                    </a:lnTo>
                    <a:lnTo>
                      <a:pt x="178" y="218"/>
                    </a:lnTo>
                    <a:lnTo>
                      <a:pt x="176" y="214"/>
                    </a:lnTo>
                    <a:lnTo>
                      <a:pt x="172" y="210"/>
                    </a:lnTo>
                    <a:lnTo>
                      <a:pt x="168" y="204"/>
                    </a:lnTo>
                    <a:lnTo>
                      <a:pt x="164" y="200"/>
                    </a:lnTo>
                    <a:lnTo>
                      <a:pt x="160" y="196"/>
                    </a:lnTo>
                    <a:lnTo>
                      <a:pt x="158" y="194"/>
                    </a:lnTo>
                    <a:lnTo>
                      <a:pt x="156" y="194"/>
                    </a:lnTo>
                    <a:lnTo>
                      <a:pt x="154" y="192"/>
                    </a:lnTo>
                    <a:lnTo>
                      <a:pt x="152" y="190"/>
                    </a:lnTo>
                    <a:lnTo>
                      <a:pt x="152" y="188"/>
                    </a:lnTo>
                    <a:lnTo>
                      <a:pt x="152" y="184"/>
                    </a:lnTo>
                    <a:lnTo>
                      <a:pt x="156" y="182"/>
                    </a:lnTo>
                    <a:lnTo>
                      <a:pt x="156" y="180"/>
                    </a:lnTo>
                    <a:lnTo>
                      <a:pt x="156" y="176"/>
                    </a:lnTo>
                    <a:lnTo>
                      <a:pt x="156" y="172"/>
                    </a:lnTo>
                    <a:lnTo>
                      <a:pt x="156" y="166"/>
                    </a:lnTo>
                    <a:lnTo>
                      <a:pt x="156" y="158"/>
                    </a:lnTo>
                    <a:lnTo>
                      <a:pt x="156" y="158"/>
                    </a:lnTo>
                    <a:lnTo>
                      <a:pt x="158" y="154"/>
                    </a:lnTo>
                    <a:lnTo>
                      <a:pt x="160" y="150"/>
                    </a:lnTo>
                    <a:lnTo>
                      <a:pt x="164" y="144"/>
                    </a:lnTo>
                    <a:lnTo>
                      <a:pt x="168" y="136"/>
                    </a:lnTo>
                    <a:lnTo>
                      <a:pt x="176" y="130"/>
                    </a:lnTo>
                    <a:lnTo>
                      <a:pt x="178" y="128"/>
                    </a:lnTo>
                    <a:lnTo>
                      <a:pt x="182" y="118"/>
                    </a:lnTo>
                    <a:lnTo>
                      <a:pt x="188" y="108"/>
                    </a:lnTo>
                    <a:lnTo>
                      <a:pt x="188" y="98"/>
                    </a:lnTo>
                    <a:lnTo>
                      <a:pt x="190" y="96"/>
                    </a:lnTo>
                    <a:lnTo>
                      <a:pt x="192" y="94"/>
                    </a:lnTo>
                    <a:lnTo>
                      <a:pt x="194" y="90"/>
                    </a:lnTo>
                    <a:lnTo>
                      <a:pt x="198" y="86"/>
                    </a:lnTo>
                    <a:lnTo>
                      <a:pt x="200" y="82"/>
                    </a:lnTo>
                    <a:lnTo>
                      <a:pt x="204" y="80"/>
                    </a:lnTo>
                    <a:lnTo>
                      <a:pt x="206" y="78"/>
                    </a:lnTo>
                    <a:lnTo>
                      <a:pt x="208" y="78"/>
                    </a:lnTo>
                    <a:lnTo>
                      <a:pt x="212" y="76"/>
                    </a:lnTo>
                    <a:lnTo>
                      <a:pt x="214" y="72"/>
                    </a:lnTo>
                    <a:lnTo>
                      <a:pt x="216" y="70"/>
                    </a:lnTo>
                    <a:lnTo>
                      <a:pt x="218" y="68"/>
                    </a:lnTo>
                    <a:lnTo>
                      <a:pt x="218" y="68"/>
                    </a:lnTo>
                    <a:lnTo>
                      <a:pt x="218" y="66"/>
                    </a:lnTo>
                    <a:lnTo>
                      <a:pt x="216" y="64"/>
                    </a:lnTo>
                    <a:lnTo>
                      <a:pt x="214" y="60"/>
                    </a:lnTo>
                    <a:lnTo>
                      <a:pt x="212" y="54"/>
                    </a:lnTo>
                    <a:lnTo>
                      <a:pt x="210" y="50"/>
                    </a:lnTo>
                    <a:lnTo>
                      <a:pt x="206" y="44"/>
                    </a:lnTo>
                    <a:lnTo>
                      <a:pt x="204" y="40"/>
                    </a:lnTo>
                    <a:lnTo>
                      <a:pt x="204" y="38"/>
                    </a:lnTo>
                    <a:lnTo>
                      <a:pt x="202" y="34"/>
                    </a:lnTo>
                    <a:lnTo>
                      <a:pt x="200" y="32"/>
                    </a:lnTo>
                    <a:lnTo>
                      <a:pt x="200" y="28"/>
                    </a:lnTo>
                    <a:lnTo>
                      <a:pt x="200" y="22"/>
                    </a:lnTo>
                    <a:lnTo>
                      <a:pt x="200" y="22"/>
                    </a:lnTo>
                    <a:lnTo>
                      <a:pt x="198" y="18"/>
                    </a:lnTo>
                    <a:lnTo>
                      <a:pt x="196" y="12"/>
                    </a:lnTo>
                    <a:lnTo>
                      <a:pt x="192" y="8"/>
                    </a:lnTo>
                    <a:lnTo>
                      <a:pt x="18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3" name="Google Shape;553;p8"/>
              <p:cNvSpPr/>
              <p:nvPr/>
            </p:nvSpPr>
            <p:spPr>
              <a:xfrm>
                <a:off x="1078" y="2720"/>
                <a:ext cx="148" cy="84"/>
              </a:xfrm>
              <a:custGeom>
                <a:avLst/>
                <a:gdLst/>
                <a:ahLst/>
                <a:cxnLst/>
                <a:rect l="l" t="t" r="r" b="b"/>
                <a:pathLst>
                  <a:path w="148" h="84" extrusionOk="0">
                    <a:moveTo>
                      <a:pt x="106" y="0"/>
                    </a:moveTo>
                    <a:lnTo>
                      <a:pt x="106" y="0"/>
                    </a:lnTo>
                    <a:lnTo>
                      <a:pt x="102" y="0"/>
                    </a:lnTo>
                    <a:lnTo>
                      <a:pt x="98" y="2"/>
                    </a:lnTo>
                    <a:lnTo>
                      <a:pt x="94" y="4"/>
                    </a:lnTo>
                    <a:lnTo>
                      <a:pt x="90" y="6"/>
                    </a:lnTo>
                    <a:lnTo>
                      <a:pt x="86" y="10"/>
                    </a:lnTo>
                    <a:lnTo>
                      <a:pt x="84" y="12"/>
                    </a:lnTo>
                    <a:lnTo>
                      <a:pt x="84" y="18"/>
                    </a:lnTo>
                    <a:lnTo>
                      <a:pt x="82" y="22"/>
                    </a:lnTo>
                    <a:lnTo>
                      <a:pt x="78" y="26"/>
                    </a:lnTo>
                    <a:lnTo>
                      <a:pt x="76" y="28"/>
                    </a:lnTo>
                    <a:lnTo>
                      <a:pt x="74" y="28"/>
                    </a:lnTo>
                    <a:lnTo>
                      <a:pt x="70" y="28"/>
                    </a:lnTo>
                    <a:lnTo>
                      <a:pt x="68" y="28"/>
                    </a:lnTo>
                    <a:lnTo>
                      <a:pt x="64" y="26"/>
                    </a:lnTo>
                    <a:lnTo>
                      <a:pt x="62" y="26"/>
                    </a:lnTo>
                    <a:lnTo>
                      <a:pt x="60" y="26"/>
                    </a:lnTo>
                    <a:lnTo>
                      <a:pt x="60" y="24"/>
                    </a:lnTo>
                    <a:lnTo>
                      <a:pt x="58" y="26"/>
                    </a:lnTo>
                    <a:lnTo>
                      <a:pt x="56" y="28"/>
                    </a:lnTo>
                    <a:lnTo>
                      <a:pt x="54" y="28"/>
                    </a:lnTo>
                    <a:lnTo>
                      <a:pt x="52" y="28"/>
                    </a:lnTo>
                    <a:lnTo>
                      <a:pt x="48" y="30"/>
                    </a:lnTo>
                    <a:lnTo>
                      <a:pt x="42" y="32"/>
                    </a:lnTo>
                    <a:lnTo>
                      <a:pt x="36" y="34"/>
                    </a:lnTo>
                    <a:lnTo>
                      <a:pt x="30" y="36"/>
                    </a:lnTo>
                    <a:lnTo>
                      <a:pt x="26" y="36"/>
                    </a:lnTo>
                    <a:lnTo>
                      <a:pt x="10" y="36"/>
                    </a:lnTo>
                    <a:lnTo>
                      <a:pt x="10" y="38"/>
                    </a:lnTo>
                    <a:lnTo>
                      <a:pt x="8" y="42"/>
                    </a:lnTo>
                    <a:lnTo>
                      <a:pt x="6" y="46"/>
                    </a:lnTo>
                    <a:lnTo>
                      <a:pt x="4" y="50"/>
                    </a:lnTo>
                    <a:lnTo>
                      <a:pt x="4" y="50"/>
                    </a:lnTo>
                    <a:lnTo>
                      <a:pt x="2" y="50"/>
                    </a:lnTo>
                    <a:lnTo>
                      <a:pt x="0" y="50"/>
                    </a:lnTo>
                    <a:lnTo>
                      <a:pt x="2" y="52"/>
                    </a:lnTo>
                    <a:lnTo>
                      <a:pt x="2" y="52"/>
                    </a:lnTo>
                    <a:lnTo>
                      <a:pt x="4" y="52"/>
                    </a:lnTo>
                    <a:lnTo>
                      <a:pt x="4" y="54"/>
                    </a:lnTo>
                    <a:lnTo>
                      <a:pt x="4" y="56"/>
                    </a:lnTo>
                    <a:lnTo>
                      <a:pt x="6" y="60"/>
                    </a:lnTo>
                    <a:lnTo>
                      <a:pt x="6" y="66"/>
                    </a:lnTo>
                    <a:lnTo>
                      <a:pt x="10" y="70"/>
                    </a:lnTo>
                    <a:lnTo>
                      <a:pt x="14" y="74"/>
                    </a:lnTo>
                    <a:lnTo>
                      <a:pt x="26" y="84"/>
                    </a:lnTo>
                    <a:lnTo>
                      <a:pt x="38" y="74"/>
                    </a:lnTo>
                    <a:lnTo>
                      <a:pt x="38" y="74"/>
                    </a:lnTo>
                    <a:lnTo>
                      <a:pt x="40" y="72"/>
                    </a:lnTo>
                    <a:lnTo>
                      <a:pt x="42" y="68"/>
                    </a:lnTo>
                    <a:lnTo>
                      <a:pt x="44" y="66"/>
                    </a:lnTo>
                    <a:lnTo>
                      <a:pt x="48" y="62"/>
                    </a:lnTo>
                    <a:lnTo>
                      <a:pt x="52" y="60"/>
                    </a:lnTo>
                    <a:lnTo>
                      <a:pt x="58" y="60"/>
                    </a:lnTo>
                    <a:lnTo>
                      <a:pt x="58" y="60"/>
                    </a:lnTo>
                    <a:lnTo>
                      <a:pt x="60" y="62"/>
                    </a:lnTo>
                    <a:lnTo>
                      <a:pt x="60" y="66"/>
                    </a:lnTo>
                    <a:lnTo>
                      <a:pt x="62" y="68"/>
                    </a:lnTo>
                    <a:lnTo>
                      <a:pt x="64" y="70"/>
                    </a:lnTo>
                    <a:lnTo>
                      <a:pt x="64" y="70"/>
                    </a:lnTo>
                    <a:lnTo>
                      <a:pt x="68" y="70"/>
                    </a:lnTo>
                    <a:lnTo>
                      <a:pt x="74" y="68"/>
                    </a:lnTo>
                    <a:lnTo>
                      <a:pt x="80" y="68"/>
                    </a:lnTo>
                    <a:lnTo>
                      <a:pt x="86" y="68"/>
                    </a:lnTo>
                    <a:lnTo>
                      <a:pt x="90" y="68"/>
                    </a:lnTo>
                    <a:lnTo>
                      <a:pt x="118" y="62"/>
                    </a:lnTo>
                    <a:lnTo>
                      <a:pt x="148" y="56"/>
                    </a:lnTo>
                    <a:lnTo>
                      <a:pt x="146" y="52"/>
                    </a:lnTo>
                    <a:lnTo>
                      <a:pt x="140" y="44"/>
                    </a:lnTo>
                    <a:lnTo>
                      <a:pt x="132" y="34"/>
                    </a:lnTo>
                    <a:lnTo>
                      <a:pt x="124" y="22"/>
                    </a:lnTo>
                    <a:lnTo>
                      <a:pt x="122" y="22"/>
                    </a:lnTo>
                    <a:lnTo>
                      <a:pt x="120" y="20"/>
                    </a:lnTo>
                    <a:lnTo>
                      <a:pt x="118" y="16"/>
                    </a:lnTo>
                    <a:lnTo>
                      <a:pt x="114" y="12"/>
                    </a:lnTo>
                    <a:lnTo>
                      <a:pt x="112" y="8"/>
                    </a:lnTo>
                    <a:lnTo>
                      <a:pt x="108" y="2"/>
                    </a:lnTo>
                    <a:lnTo>
                      <a:pt x="10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4" name="Google Shape;554;p8"/>
              <p:cNvSpPr/>
              <p:nvPr/>
            </p:nvSpPr>
            <p:spPr>
              <a:xfrm>
                <a:off x="1008" y="2816"/>
                <a:ext cx="74" cy="82"/>
              </a:xfrm>
              <a:custGeom>
                <a:avLst/>
                <a:gdLst/>
                <a:ahLst/>
                <a:cxnLst/>
                <a:rect l="l" t="t" r="r" b="b"/>
                <a:pathLst>
                  <a:path w="74" h="82" extrusionOk="0">
                    <a:moveTo>
                      <a:pt x="32" y="2"/>
                    </a:moveTo>
                    <a:lnTo>
                      <a:pt x="52" y="0"/>
                    </a:lnTo>
                    <a:lnTo>
                      <a:pt x="52" y="2"/>
                    </a:lnTo>
                    <a:lnTo>
                      <a:pt x="52" y="6"/>
                    </a:lnTo>
                    <a:lnTo>
                      <a:pt x="52" y="10"/>
                    </a:lnTo>
                    <a:lnTo>
                      <a:pt x="54" y="12"/>
                    </a:lnTo>
                    <a:lnTo>
                      <a:pt x="56" y="12"/>
                    </a:lnTo>
                    <a:lnTo>
                      <a:pt x="60" y="12"/>
                    </a:lnTo>
                    <a:lnTo>
                      <a:pt x="64" y="12"/>
                    </a:lnTo>
                    <a:lnTo>
                      <a:pt x="68" y="12"/>
                    </a:lnTo>
                    <a:lnTo>
                      <a:pt x="72" y="12"/>
                    </a:lnTo>
                    <a:lnTo>
                      <a:pt x="72" y="12"/>
                    </a:lnTo>
                    <a:lnTo>
                      <a:pt x="72" y="12"/>
                    </a:lnTo>
                    <a:lnTo>
                      <a:pt x="72" y="14"/>
                    </a:lnTo>
                    <a:lnTo>
                      <a:pt x="74" y="18"/>
                    </a:lnTo>
                    <a:lnTo>
                      <a:pt x="74" y="22"/>
                    </a:lnTo>
                    <a:lnTo>
                      <a:pt x="72" y="26"/>
                    </a:lnTo>
                    <a:lnTo>
                      <a:pt x="72" y="26"/>
                    </a:lnTo>
                    <a:lnTo>
                      <a:pt x="70" y="26"/>
                    </a:lnTo>
                    <a:lnTo>
                      <a:pt x="68" y="26"/>
                    </a:lnTo>
                    <a:lnTo>
                      <a:pt x="68" y="28"/>
                    </a:lnTo>
                    <a:lnTo>
                      <a:pt x="68" y="30"/>
                    </a:lnTo>
                    <a:lnTo>
                      <a:pt x="68" y="34"/>
                    </a:lnTo>
                    <a:lnTo>
                      <a:pt x="68" y="36"/>
                    </a:lnTo>
                    <a:lnTo>
                      <a:pt x="68" y="36"/>
                    </a:lnTo>
                    <a:lnTo>
                      <a:pt x="74" y="38"/>
                    </a:lnTo>
                    <a:lnTo>
                      <a:pt x="74" y="38"/>
                    </a:lnTo>
                    <a:lnTo>
                      <a:pt x="74" y="42"/>
                    </a:lnTo>
                    <a:lnTo>
                      <a:pt x="74" y="46"/>
                    </a:lnTo>
                    <a:lnTo>
                      <a:pt x="74" y="52"/>
                    </a:lnTo>
                    <a:lnTo>
                      <a:pt x="72" y="56"/>
                    </a:lnTo>
                    <a:lnTo>
                      <a:pt x="70" y="60"/>
                    </a:lnTo>
                    <a:lnTo>
                      <a:pt x="68" y="62"/>
                    </a:lnTo>
                    <a:lnTo>
                      <a:pt x="62" y="64"/>
                    </a:lnTo>
                    <a:lnTo>
                      <a:pt x="56" y="66"/>
                    </a:lnTo>
                    <a:lnTo>
                      <a:pt x="52" y="66"/>
                    </a:lnTo>
                    <a:lnTo>
                      <a:pt x="48" y="68"/>
                    </a:lnTo>
                    <a:lnTo>
                      <a:pt x="46" y="68"/>
                    </a:lnTo>
                    <a:lnTo>
                      <a:pt x="44" y="62"/>
                    </a:lnTo>
                    <a:lnTo>
                      <a:pt x="42" y="68"/>
                    </a:lnTo>
                    <a:lnTo>
                      <a:pt x="32" y="72"/>
                    </a:lnTo>
                    <a:lnTo>
                      <a:pt x="32" y="72"/>
                    </a:lnTo>
                    <a:lnTo>
                      <a:pt x="30" y="74"/>
                    </a:lnTo>
                    <a:lnTo>
                      <a:pt x="28" y="78"/>
                    </a:lnTo>
                    <a:lnTo>
                      <a:pt x="26" y="80"/>
                    </a:lnTo>
                    <a:lnTo>
                      <a:pt x="24" y="82"/>
                    </a:lnTo>
                    <a:lnTo>
                      <a:pt x="24" y="82"/>
                    </a:lnTo>
                    <a:lnTo>
                      <a:pt x="22" y="74"/>
                    </a:lnTo>
                    <a:lnTo>
                      <a:pt x="22" y="74"/>
                    </a:lnTo>
                    <a:lnTo>
                      <a:pt x="20" y="72"/>
                    </a:lnTo>
                    <a:lnTo>
                      <a:pt x="20" y="68"/>
                    </a:lnTo>
                    <a:lnTo>
                      <a:pt x="16" y="68"/>
                    </a:lnTo>
                    <a:lnTo>
                      <a:pt x="16" y="66"/>
                    </a:lnTo>
                    <a:lnTo>
                      <a:pt x="14" y="66"/>
                    </a:lnTo>
                    <a:lnTo>
                      <a:pt x="10" y="62"/>
                    </a:lnTo>
                    <a:lnTo>
                      <a:pt x="6" y="58"/>
                    </a:lnTo>
                    <a:lnTo>
                      <a:pt x="2" y="54"/>
                    </a:lnTo>
                    <a:lnTo>
                      <a:pt x="0" y="46"/>
                    </a:lnTo>
                    <a:lnTo>
                      <a:pt x="0" y="46"/>
                    </a:lnTo>
                    <a:lnTo>
                      <a:pt x="0" y="46"/>
                    </a:lnTo>
                    <a:lnTo>
                      <a:pt x="0" y="44"/>
                    </a:lnTo>
                    <a:lnTo>
                      <a:pt x="6" y="18"/>
                    </a:lnTo>
                    <a:lnTo>
                      <a:pt x="26" y="18"/>
                    </a:lnTo>
                    <a:lnTo>
                      <a:pt x="26" y="18"/>
                    </a:lnTo>
                    <a:lnTo>
                      <a:pt x="28" y="18"/>
                    </a:lnTo>
                    <a:lnTo>
                      <a:pt x="30" y="18"/>
                    </a:lnTo>
                    <a:lnTo>
                      <a:pt x="30" y="14"/>
                    </a:lnTo>
                    <a:lnTo>
                      <a:pt x="3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5" name="Google Shape;555;p8"/>
              <p:cNvSpPr/>
              <p:nvPr/>
            </p:nvSpPr>
            <p:spPr>
              <a:xfrm>
                <a:off x="1014" y="2818"/>
                <a:ext cx="26" cy="16"/>
              </a:xfrm>
              <a:custGeom>
                <a:avLst/>
                <a:gdLst/>
                <a:ahLst/>
                <a:cxnLst/>
                <a:rect l="l" t="t" r="r" b="b"/>
                <a:pathLst>
                  <a:path w="26" h="16" extrusionOk="0">
                    <a:moveTo>
                      <a:pt x="20" y="0"/>
                    </a:moveTo>
                    <a:lnTo>
                      <a:pt x="20" y="0"/>
                    </a:lnTo>
                    <a:lnTo>
                      <a:pt x="18" y="0"/>
                    </a:lnTo>
                    <a:lnTo>
                      <a:pt x="14" y="0"/>
                    </a:lnTo>
                    <a:lnTo>
                      <a:pt x="10" y="2"/>
                    </a:lnTo>
                    <a:lnTo>
                      <a:pt x="6" y="4"/>
                    </a:lnTo>
                    <a:lnTo>
                      <a:pt x="4" y="8"/>
                    </a:lnTo>
                    <a:lnTo>
                      <a:pt x="0" y="16"/>
                    </a:lnTo>
                    <a:lnTo>
                      <a:pt x="22" y="16"/>
                    </a:lnTo>
                    <a:lnTo>
                      <a:pt x="22" y="16"/>
                    </a:lnTo>
                    <a:lnTo>
                      <a:pt x="24" y="14"/>
                    </a:lnTo>
                    <a:lnTo>
                      <a:pt x="24" y="12"/>
                    </a:lnTo>
                    <a:lnTo>
                      <a:pt x="24" y="10"/>
                    </a:lnTo>
                    <a:lnTo>
                      <a:pt x="26" y="6"/>
                    </a:lnTo>
                    <a:lnTo>
                      <a:pt x="26" y="2"/>
                    </a:lnTo>
                    <a:lnTo>
                      <a:pt x="26" y="0"/>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8"/>
              <p:cNvSpPr/>
              <p:nvPr/>
            </p:nvSpPr>
            <p:spPr>
              <a:xfrm>
                <a:off x="1032" y="2794"/>
                <a:ext cx="88" cy="122"/>
              </a:xfrm>
              <a:custGeom>
                <a:avLst/>
                <a:gdLst/>
                <a:ahLst/>
                <a:cxnLst/>
                <a:rect l="l" t="t" r="r" b="b"/>
                <a:pathLst>
                  <a:path w="88" h="122" extrusionOk="0">
                    <a:moveTo>
                      <a:pt x="10" y="120"/>
                    </a:moveTo>
                    <a:lnTo>
                      <a:pt x="10" y="120"/>
                    </a:lnTo>
                    <a:lnTo>
                      <a:pt x="12" y="122"/>
                    </a:lnTo>
                    <a:lnTo>
                      <a:pt x="12" y="122"/>
                    </a:lnTo>
                    <a:lnTo>
                      <a:pt x="12" y="122"/>
                    </a:lnTo>
                    <a:lnTo>
                      <a:pt x="10" y="120"/>
                    </a:lnTo>
                    <a:lnTo>
                      <a:pt x="0" y="108"/>
                    </a:lnTo>
                    <a:lnTo>
                      <a:pt x="0" y="104"/>
                    </a:lnTo>
                    <a:lnTo>
                      <a:pt x="0" y="104"/>
                    </a:lnTo>
                    <a:lnTo>
                      <a:pt x="2" y="102"/>
                    </a:lnTo>
                    <a:lnTo>
                      <a:pt x="4" y="100"/>
                    </a:lnTo>
                    <a:lnTo>
                      <a:pt x="6" y="98"/>
                    </a:lnTo>
                    <a:lnTo>
                      <a:pt x="6" y="96"/>
                    </a:lnTo>
                    <a:lnTo>
                      <a:pt x="8" y="96"/>
                    </a:lnTo>
                    <a:lnTo>
                      <a:pt x="10" y="92"/>
                    </a:lnTo>
                    <a:lnTo>
                      <a:pt x="14" y="92"/>
                    </a:lnTo>
                    <a:lnTo>
                      <a:pt x="18" y="90"/>
                    </a:lnTo>
                    <a:lnTo>
                      <a:pt x="20" y="84"/>
                    </a:lnTo>
                    <a:lnTo>
                      <a:pt x="22" y="90"/>
                    </a:lnTo>
                    <a:lnTo>
                      <a:pt x="24" y="90"/>
                    </a:lnTo>
                    <a:lnTo>
                      <a:pt x="28" y="90"/>
                    </a:lnTo>
                    <a:lnTo>
                      <a:pt x="32" y="88"/>
                    </a:lnTo>
                    <a:lnTo>
                      <a:pt x="38" y="86"/>
                    </a:lnTo>
                    <a:lnTo>
                      <a:pt x="44" y="84"/>
                    </a:lnTo>
                    <a:lnTo>
                      <a:pt x="46" y="82"/>
                    </a:lnTo>
                    <a:lnTo>
                      <a:pt x="48" y="82"/>
                    </a:lnTo>
                    <a:lnTo>
                      <a:pt x="48" y="80"/>
                    </a:lnTo>
                    <a:lnTo>
                      <a:pt x="48" y="78"/>
                    </a:lnTo>
                    <a:lnTo>
                      <a:pt x="50" y="74"/>
                    </a:lnTo>
                    <a:lnTo>
                      <a:pt x="50" y="66"/>
                    </a:lnTo>
                    <a:lnTo>
                      <a:pt x="50" y="58"/>
                    </a:lnTo>
                    <a:lnTo>
                      <a:pt x="44" y="58"/>
                    </a:lnTo>
                    <a:lnTo>
                      <a:pt x="44" y="58"/>
                    </a:lnTo>
                    <a:lnTo>
                      <a:pt x="44" y="56"/>
                    </a:lnTo>
                    <a:lnTo>
                      <a:pt x="44" y="52"/>
                    </a:lnTo>
                    <a:lnTo>
                      <a:pt x="44" y="50"/>
                    </a:lnTo>
                    <a:lnTo>
                      <a:pt x="44" y="48"/>
                    </a:lnTo>
                    <a:lnTo>
                      <a:pt x="46" y="48"/>
                    </a:lnTo>
                    <a:lnTo>
                      <a:pt x="48" y="48"/>
                    </a:lnTo>
                    <a:lnTo>
                      <a:pt x="48" y="46"/>
                    </a:lnTo>
                    <a:lnTo>
                      <a:pt x="48" y="42"/>
                    </a:lnTo>
                    <a:lnTo>
                      <a:pt x="50" y="40"/>
                    </a:lnTo>
                    <a:lnTo>
                      <a:pt x="50" y="36"/>
                    </a:lnTo>
                    <a:lnTo>
                      <a:pt x="48" y="34"/>
                    </a:lnTo>
                    <a:lnTo>
                      <a:pt x="30" y="32"/>
                    </a:lnTo>
                    <a:lnTo>
                      <a:pt x="30" y="32"/>
                    </a:lnTo>
                    <a:lnTo>
                      <a:pt x="28" y="28"/>
                    </a:lnTo>
                    <a:lnTo>
                      <a:pt x="28" y="24"/>
                    </a:lnTo>
                    <a:lnTo>
                      <a:pt x="28" y="22"/>
                    </a:lnTo>
                    <a:lnTo>
                      <a:pt x="32" y="22"/>
                    </a:lnTo>
                    <a:lnTo>
                      <a:pt x="42" y="22"/>
                    </a:lnTo>
                    <a:lnTo>
                      <a:pt x="56" y="20"/>
                    </a:lnTo>
                    <a:lnTo>
                      <a:pt x="66" y="20"/>
                    </a:lnTo>
                    <a:lnTo>
                      <a:pt x="72" y="22"/>
                    </a:lnTo>
                    <a:lnTo>
                      <a:pt x="72" y="20"/>
                    </a:lnTo>
                    <a:lnTo>
                      <a:pt x="72" y="18"/>
                    </a:lnTo>
                    <a:lnTo>
                      <a:pt x="70" y="16"/>
                    </a:lnTo>
                    <a:lnTo>
                      <a:pt x="72" y="12"/>
                    </a:lnTo>
                    <a:lnTo>
                      <a:pt x="74" y="8"/>
                    </a:lnTo>
                    <a:lnTo>
                      <a:pt x="78" y="6"/>
                    </a:lnTo>
                    <a:lnTo>
                      <a:pt x="80" y="6"/>
                    </a:lnTo>
                    <a:lnTo>
                      <a:pt x="82" y="4"/>
                    </a:lnTo>
                    <a:lnTo>
                      <a:pt x="84" y="2"/>
                    </a:lnTo>
                    <a:lnTo>
                      <a:pt x="86" y="0"/>
                    </a:lnTo>
                    <a:lnTo>
                      <a:pt x="86" y="0"/>
                    </a:lnTo>
                    <a:lnTo>
                      <a:pt x="88" y="0"/>
                    </a:lnTo>
                    <a:lnTo>
                      <a:pt x="88" y="4"/>
                    </a:lnTo>
                    <a:lnTo>
                      <a:pt x="88" y="10"/>
                    </a:lnTo>
                    <a:lnTo>
                      <a:pt x="88" y="10"/>
                    </a:lnTo>
                    <a:lnTo>
                      <a:pt x="88" y="14"/>
                    </a:lnTo>
                    <a:lnTo>
                      <a:pt x="88" y="18"/>
                    </a:lnTo>
                    <a:lnTo>
                      <a:pt x="86" y="24"/>
                    </a:lnTo>
                    <a:lnTo>
                      <a:pt x="86" y="28"/>
                    </a:lnTo>
                    <a:lnTo>
                      <a:pt x="86" y="34"/>
                    </a:lnTo>
                    <a:lnTo>
                      <a:pt x="86" y="38"/>
                    </a:lnTo>
                    <a:lnTo>
                      <a:pt x="86" y="40"/>
                    </a:lnTo>
                    <a:lnTo>
                      <a:pt x="86" y="44"/>
                    </a:lnTo>
                    <a:lnTo>
                      <a:pt x="86" y="48"/>
                    </a:lnTo>
                    <a:lnTo>
                      <a:pt x="84" y="54"/>
                    </a:lnTo>
                    <a:lnTo>
                      <a:pt x="84" y="60"/>
                    </a:lnTo>
                    <a:lnTo>
                      <a:pt x="82" y="66"/>
                    </a:lnTo>
                    <a:lnTo>
                      <a:pt x="80" y="68"/>
                    </a:lnTo>
                    <a:lnTo>
                      <a:pt x="80" y="70"/>
                    </a:lnTo>
                    <a:lnTo>
                      <a:pt x="78" y="72"/>
                    </a:lnTo>
                    <a:lnTo>
                      <a:pt x="76" y="78"/>
                    </a:lnTo>
                    <a:lnTo>
                      <a:pt x="74" y="82"/>
                    </a:lnTo>
                    <a:lnTo>
                      <a:pt x="72" y="88"/>
                    </a:lnTo>
                    <a:lnTo>
                      <a:pt x="70" y="92"/>
                    </a:lnTo>
                    <a:lnTo>
                      <a:pt x="68" y="96"/>
                    </a:lnTo>
                    <a:lnTo>
                      <a:pt x="66" y="98"/>
                    </a:lnTo>
                    <a:lnTo>
                      <a:pt x="66" y="100"/>
                    </a:lnTo>
                    <a:lnTo>
                      <a:pt x="64" y="102"/>
                    </a:lnTo>
                    <a:lnTo>
                      <a:pt x="62" y="106"/>
                    </a:lnTo>
                    <a:lnTo>
                      <a:pt x="60" y="110"/>
                    </a:lnTo>
                    <a:lnTo>
                      <a:pt x="56" y="112"/>
                    </a:lnTo>
                    <a:lnTo>
                      <a:pt x="56" y="112"/>
                    </a:lnTo>
                    <a:lnTo>
                      <a:pt x="54" y="112"/>
                    </a:lnTo>
                    <a:lnTo>
                      <a:pt x="50" y="112"/>
                    </a:lnTo>
                    <a:lnTo>
                      <a:pt x="46" y="110"/>
                    </a:lnTo>
                    <a:lnTo>
                      <a:pt x="44" y="112"/>
                    </a:lnTo>
                    <a:lnTo>
                      <a:pt x="42" y="112"/>
                    </a:lnTo>
                    <a:lnTo>
                      <a:pt x="38" y="116"/>
                    </a:lnTo>
                    <a:lnTo>
                      <a:pt x="34" y="114"/>
                    </a:lnTo>
                    <a:lnTo>
                      <a:pt x="34" y="114"/>
                    </a:lnTo>
                    <a:lnTo>
                      <a:pt x="34" y="112"/>
                    </a:lnTo>
                    <a:lnTo>
                      <a:pt x="32" y="112"/>
                    </a:lnTo>
                    <a:lnTo>
                      <a:pt x="30" y="112"/>
                    </a:lnTo>
                    <a:lnTo>
                      <a:pt x="28" y="112"/>
                    </a:lnTo>
                    <a:lnTo>
                      <a:pt x="24" y="114"/>
                    </a:lnTo>
                    <a:lnTo>
                      <a:pt x="18" y="116"/>
                    </a:lnTo>
                    <a:lnTo>
                      <a:pt x="10" y="1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7" name="Google Shape;557;p8"/>
              <p:cNvSpPr/>
              <p:nvPr/>
            </p:nvSpPr>
            <p:spPr>
              <a:xfrm>
                <a:off x="1042" y="2934"/>
                <a:ext cx="130" cy="156"/>
              </a:xfrm>
              <a:custGeom>
                <a:avLst/>
                <a:gdLst/>
                <a:ahLst/>
                <a:cxnLst/>
                <a:rect l="l" t="t" r="r" b="b"/>
                <a:pathLst>
                  <a:path w="130" h="156" extrusionOk="0">
                    <a:moveTo>
                      <a:pt x="6" y="4"/>
                    </a:moveTo>
                    <a:lnTo>
                      <a:pt x="24" y="2"/>
                    </a:lnTo>
                    <a:lnTo>
                      <a:pt x="32" y="0"/>
                    </a:lnTo>
                    <a:lnTo>
                      <a:pt x="42" y="0"/>
                    </a:lnTo>
                    <a:lnTo>
                      <a:pt x="52" y="0"/>
                    </a:lnTo>
                    <a:lnTo>
                      <a:pt x="56" y="0"/>
                    </a:lnTo>
                    <a:lnTo>
                      <a:pt x="64" y="24"/>
                    </a:lnTo>
                    <a:lnTo>
                      <a:pt x="86" y="26"/>
                    </a:lnTo>
                    <a:lnTo>
                      <a:pt x="86" y="22"/>
                    </a:lnTo>
                    <a:lnTo>
                      <a:pt x="86" y="18"/>
                    </a:lnTo>
                    <a:lnTo>
                      <a:pt x="88" y="14"/>
                    </a:lnTo>
                    <a:lnTo>
                      <a:pt x="88" y="14"/>
                    </a:lnTo>
                    <a:lnTo>
                      <a:pt x="102" y="12"/>
                    </a:lnTo>
                    <a:lnTo>
                      <a:pt x="102" y="18"/>
                    </a:lnTo>
                    <a:lnTo>
                      <a:pt x="112" y="18"/>
                    </a:lnTo>
                    <a:lnTo>
                      <a:pt x="112" y="24"/>
                    </a:lnTo>
                    <a:lnTo>
                      <a:pt x="112" y="28"/>
                    </a:lnTo>
                    <a:lnTo>
                      <a:pt x="112" y="34"/>
                    </a:lnTo>
                    <a:lnTo>
                      <a:pt x="114" y="38"/>
                    </a:lnTo>
                    <a:lnTo>
                      <a:pt x="114" y="38"/>
                    </a:lnTo>
                    <a:lnTo>
                      <a:pt x="116" y="42"/>
                    </a:lnTo>
                    <a:lnTo>
                      <a:pt x="116" y="48"/>
                    </a:lnTo>
                    <a:lnTo>
                      <a:pt x="116" y="52"/>
                    </a:lnTo>
                    <a:lnTo>
                      <a:pt x="114" y="56"/>
                    </a:lnTo>
                    <a:lnTo>
                      <a:pt x="114" y="60"/>
                    </a:lnTo>
                    <a:lnTo>
                      <a:pt x="114" y="60"/>
                    </a:lnTo>
                    <a:lnTo>
                      <a:pt x="128" y="62"/>
                    </a:lnTo>
                    <a:lnTo>
                      <a:pt x="128" y="62"/>
                    </a:lnTo>
                    <a:lnTo>
                      <a:pt x="128" y="66"/>
                    </a:lnTo>
                    <a:lnTo>
                      <a:pt x="128" y="70"/>
                    </a:lnTo>
                    <a:lnTo>
                      <a:pt x="128" y="76"/>
                    </a:lnTo>
                    <a:lnTo>
                      <a:pt x="128" y="82"/>
                    </a:lnTo>
                    <a:lnTo>
                      <a:pt x="128" y="86"/>
                    </a:lnTo>
                    <a:lnTo>
                      <a:pt x="128" y="88"/>
                    </a:lnTo>
                    <a:lnTo>
                      <a:pt x="112" y="90"/>
                    </a:lnTo>
                    <a:lnTo>
                      <a:pt x="112" y="136"/>
                    </a:lnTo>
                    <a:lnTo>
                      <a:pt x="112" y="136"/>
                    </a:lnTo>
                    <a:lnTo>
                      <a:pt x="114" y="138"/>
                    </a:lnTo>
                    <a:lnTo>
                      <a:pt x="116" y="140"/>
                    </a:lnTo>
                    <a:lnTo>
                      <a:pt x="118" y="144"/>
                    </a:lnTo>
                    <a:lnTo>
                      <a:pt x="124" y="148"/>
                    </a:lnTo>
                    <a:lnTo>
                      <a:pt x="130" y="152"/>
                    </a:lnTo>
                    <a:lnTo>
                      <a:pt x="130" y="152"/>
                    </a:lnTo>
                    <a:lnTo>
                      <a:pt x="126" y="152"/>
                    </a:lnTo>
                    <a:lnTo>
                      <a:pt x="122" y="152"/>
                    </a:lnTo>
                    <a:lnTo>
                      <a:pt x="116" y="154"/>
                    </a:lnTo>
                    <a:lnTo>
                      <a:pt x="110" y="154"/>
                    </a:lnTo>
                    <a:lnTo>
                      <a:pt x="106" y="156"/>
                    </a:lnTo>
                    <a:lnTo>
                      <a:pt x="102" y="156"/>
                    </a:lnTo>
                    <a:lnTo>
                      <a:pt x="100" y="156"/>
                    </a:lnTo>
                    <a:lnTo>
                      <a:pt x="98" y="156"/>
                    </a:lnTo>
                    <a:lnTo>
                      <a:pt x="92" y="156"/>
                    </a:lnTo>
                    <a:lnTo>
                      <a:pt x="88" y="154"/>
                    </a:lnTo>
                    <a:lnTo>
                      <a:pt x="82" y="154"/>
                    </a:lnTo>
                    <a:lnTo>
                      <a:pt x="78" y="152"/>
                    </a:lnTo>
                    <a:lnTo>
                      <a:pt x="76" y="150"/>
                    </a:lnTo>
                    <a:lnTo>
                      <a:pt x="32" y="150"/>
                    </a:lnTo>
                    <a:lnTo>
                      <a:pt x="30" y="150"/>
                    </a:lnTo>
                    <a:lnTo>
                      <a:pt x="28" y="150"/>
                    </a:lnTo>
                    <a:lnTo>
                      <a:pt x="24" y="150"/>
                    </a:lnTo>
                    <a:lnTo>
                      <a:pt x="22" y="148"/>
                    </a:lnTo>
                    <a:lnTo>
                      <a:pt x="20" y="144"/>
                    </a:lnTo>
                    <a:lnTo>
                      <a:pt x="18" y="144"/>
                    </a:lnTo>
                    <a:lnTo>
                      <a:pt x="16" y="142"/>
                    </a:lnTo>
                    <a:lnTo>
                      <a:pt x="12" y="142"/>
                    </a:lnTo>
                    <a:lnTo>
                      <a:pt x="6" y="142"/>
                    </a:lnTo>
                    <a:lnTo>
                      <a:pt x="0" y="144"/>
                    </a:lnTo>
                    <a:lnTo>
                      <a:pt x="2" y="140"/>
                    </a:lnTo>
                    <a:lnTo>
                      <a:pt x="4" y="130"/>
                    </a:lnTo>
                    <a:lnTo>
                      <a:pt x="6" y="118"/>
                    </a:lnTo>
                    <a:lnTo>
                      <a:pt x="10" y="108"/>
                    </a:lnTo>
                    <a:lnTo>
                      <a:pt x="10" y="100"/>
                    </a:lnTo>
                    <a:lnTo>
                      <a:pt x="10" y="98"/>
                    </a:lnTo>
                    <a:lnTo>
                      <a:pt x="12" y="94"/>
                    </a:lnTo>
                    <a:lnTo>
                      <a:pt x="14" y="90"/>
                    </a:lnTo>
                    <a:lnTo>
                      <a:pt x="16" y="82"/>
                    </a:lnTo>
                    <a:lnTo>
                      <a:pt x="20" y="76"/>
                    </a:lnTo>
                    <a:lnTo>
                      <a:pt x="24" y="68"/>
                    </a:lnTo>
                    <a:lnTo>
                      <a:pt x="26" y="68"/>
                    </a:lnTo>
                    <a:lnTo>
                      <a:pt x="26" y="68"/>
                    </a:lnTo>
                    <a:lnTo>
                      <a:pt x="26" y="68"/>
                    </a:lnTo>
                    <a:lnTo>
                      <a:pt x="28" y="66"/>
                    </a:lnTo>
                    <a:lnTo>
                      <a:pt x="28" y="62"/>
                    </a:lnTo>
                    <a:lnTo>
                      <a:pt x="28" y="58"/>
                    </a:lnTo>
                    <a:lnTo>
                      <a:pt x="28" y="54"/>
                    </a:lnTo>
                    <a:lnTo>
                      <a:pt x="26" y="46"/>
                    </a:lnTo>
                    <a:lnTo>
                      <a:pt x="24" y="38"/>
                    </a:lnTo>
                    <a:lnTo>
                      <a:pt x="14" y="16"/>
                    </a:lnTo>
                    <a:lnTo>
                      <a:pt x="6" y="10"/>
                    </a:lnTo>
                    <a:lnTo>
                      <a:pt x="6"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8" name="Google Shape;558;p8"/>
              <p:cNvSpPr/>
              <p:nvPr/>
            </p:nvSpPr>
            <p:spPr>
              <a:xfrm>
                <a:off x="1046" y="2776"/>
                <a:ext cx="254" cy="258"/>
              </a:xfrm>
              <a:custGeom>
                <a:avLst/>
                <a:gdLst/>
                <a:ahLst/>
                <a:cxnLst/>
                <a:rect l="l" t="t" r="r" b="b"/>
                <a:pathLst>
                  <a:path w="254" h="258" extrusionOk="0">
                    <a:moveTo>
                      <a:pt x="0" y="152"/>
                    </a:moveTo>
                    <a:lnTo>
                      <a:pt x="24" y="134"/>
                    </a:lnTo>
                    <a:lnTo>
                      <a:pt x="24" y="132"/>
                    </a:lnTo>
                    <a:lnTo>
                      <a:pt x="26" y="132"/>
                    </a:lnTo>
                    <a:lnTo>
                      <a:pt x="28" y="130"/>
                    </a:lnTo>
                    <a:lnTo>
                      <a:pt x="32" y="128"/>
                    </a:lnTo>
                    <a:lnTo>
                      <a:pt x="38" y="130"/>
                    </a:lnTo>
                    <a:lnTo>
                      <a:pt x="38" y="130"/>
                    </a:lnTo>
                    <a:lnTo>
                      <a:pt x="40" y="130"/>
                    </a:lnTo>
                    <a:lnTo>
                      <a:pt x="42" y="130"/>
                    </a:lnTo>
                    <a:lnTo>
                      <a:pt x="44" y="130"/>
                    </a:lnTo>
                    <a:lnTo>
                      <a:pt x="46" y="128"/>
                    </a:lnTo>
                    <a:lnTo>
                      <a:pt x="48" y="124"/>
                    </a:lnTo>
                    <a:lnTo>
                      <a:pt x="50" y="124"/>
                    </a:lnTo>
                    <a:lnTo>
                      <a:pt x="50" y="120"/>
                    </a:lnTo>
                    <a:lnTo>
                      <a:pt x="54" y="114"/>
                    </a:lnTo>
                    <a:lnTo>
                      <a:pt x="58" y="106"/>
                    </a:lnTo>
                    <a:lnTo>
                      <a:pt x="66" y="86"/>
                    </a:lnTo>
                    <a:lnTo>
                      <a:pt x="66" y="86"/>
                    </a:lnTo>
                    <a:lnTo>
                      <a:pt x="68" y="84"/>
                    </a:lnTo>
                    <a:lnTo>
                      <a:pt x="68" y="80"/>
                    </a:lnTo>
                    <a:lnTo>
                      <a:pt x="70" y="74"/>
                    </a:lnTo>
                    <a:lnTo>
                      <a:pt x="70" y="72"/>
                    </a:lnTo>
                    <a:lnTo>
                      <a:pt x="72" y="70"/>
                    </a:lnTo>
                    <a:lnTo>
                      <a:pt x="72" y="64"/>
                    </a:lnTo>
                    <a:lnTo>
                      <a:pt x="72" y="58"/>
                    </a:lnTo>
                    <a:lnTo>
                      <a:pt x="72" y="52"/>
                    </a:lnTo>
                    <a:lnTo>
                      <a:pt x="72" y="52"/>
                    </a:lnTo>
                    <a:lnTo>
                      <a:pt x="72" y="46"/>
                    </a:lnTo>
                    <a:lnTo>
                      <a:pt x="72" y="40"/>
                    </a:lnTo>
                    <a:lnTo>
                      <a:pt x="74" y="34"/>
                    </a:lnTo>
                    <a:lnTo>
                      <a:pt x="74" y="32"/>
                    </a:lnTo>
                    <a:lnTo>
                      <a:pt x="76" y="30"/>
                    </a:lnTo>
                    <a:lnTo>
                      <a:pt x="76" y="24"/>
                    </a:lnTo>
                    <a:lnTo>
                      <a:pt x="74" y="20"/>
                    </a:lnTo>
                    <a:lnTo>
                      <a:pt x="72" y="18"/>
                    </a:lnTo>
                    <a:lnTo>
                      <a:pt x="72" y="16"/>
                    </a:lnTo>
                    <a:lnTo>
                      <a:pt x="72" y="14"/>
                    </a:lnTo>
                    <a:lnTo>
                      <a:pt x="74" y="12"/>
                    </a:lnTo>
                    <a:lnTo>
                      <a:pt x="76" y="10"/>
                    </a:lnTo>
                    <a:lnTo>
                      <a:pt x="80" y="6"/>
                    </a:lnTo>
                    <a:lnTo>
                      <a:pt x="84" y="6"/>
                    </a:lnTo>
                    <a:lnTo>
                      <a:pt x="90" y="4"/>
                    </a:lnTo>
                    <a:lnTo>
                      <a:pt x="90" y="6"/>
                    </a:lnTo>
                    <a:lnTo>
                      <a:pt x="92" y="8"/>
                    </a:lnTo>
                    <a:lnTo>
                      <a:pt x="94" y="10"/>
                    </a:lnTo>
                    <a:lnTo>
                      <a:pt x="96" y="14"/>
                    </a:lnTo>
                    <a:lnTo>
                      <a:pt x="96" y="16"/>
                    </a:lnTo>
                    <a:lnTo>
                      <a:pt x="98" y="16"/>
                    </a:lnTo>
                    <a:lnTo>
                      <a:pt x="100" y="14"/>
                    </a:lnTo>
                    <a:lnTo>
                      <a:pt x="104" y="14"/>
                    </a:lnTo>
                    <a:lnTo>
                      <a:pt x="110" y="12"/>
                    </a:lnTo>
                    <a:lnTo>
                      <a:pt x="116" y="12"/>
                    </a:lnTo>
                    <a:lnTo>
                      <a:pt x="122" y="12"/>
                    </a:lnTo>
                    <a:lnTo>
                      <a:pt x="122" y="12"/>
                    </a:lnTo>
                    <a:lnTo>
                      <a:pt x="126" y="12"/>
                    </a:lnTo>
                    <a:lnTo>
                      <a:pt x="130" y="12"/>
                    </a:lnTo>
                    <a:lnTo>
                      <a:pt x="134" y="10"/>
                    </a:lnTo>
                    <a:lnTo>
                      <a:pt x="180" y="0"/>
                    </a:lnTo>
                    <a:lnTo>
                      <a:pt x="180" y="2"/>
                    </a:lnTo>
                    <a:lnTo>
                      <a:pt x="182" y="4"/>
                    </a:lnTo>
                    <a:lnTo>
                      <a:pt x="184" y="6"/>
                    </a:lnTo>
                    <a:lnTo>
                      <a:pt x="188" y="10"/>
                    </a:lnTo>
                    <a:lnTo>
                      <a:pt x="194" y="12"/>
                    </a:lnTo>
                    <a:lnTo>
                      <a:pt x="200" y="14"/>
                    </a:lnTo>
                    <a:lnTo>
                      <a:pt x="202" y="14"/>
                    </a:lnTo>
                    <a:lnTo>
                      <a:pt x="204" y="16"/>
                    </a:lnTo>
                    <a:lnTo>
                      <a:pt x="208" y="16"/>
                    </a:lnTo>
                    <a:lnTo>
                      <a:pt x="212" y="18"/>
                    </a:lnTo>
                    <a:lnTo>
                      <a:pt x="216" y="24"/>
                    </a:lnTo>
                    <a:lnTo>
                      <a:pt x="218" y="24"/>
                    </a:lnTo>
                    <a:lnTo>
                      <a:pt x="222" y="24"/>
                    </a:lnTo>
                    <a:lnTo>
                      <a:pt x="228" y="24"/>
                    </a:lnTo>
                    <a:lnTo>
                      <a:pt x="236" y="26"/>
                    </a:lnTo>
                    <a:lnTo>
                      <a:pt x="244" y="26"/>
                    </a:lnTo>
                    <a:lnTo>
                      <a:pt x="244" y="26"/>
                    </a:lnTo>
                    <a:lnTo>
                      <a:pt x="244" y="28"/>
                    </a:lnTo>
                    <a:lnTo>
                      <a:pt x="242" y="32"/>
                    </a:lnTo>
                    <a:lnTo>
                      <a:pt x="242" y="36"/>
                    </a:lnTo>
                    <a:lnTo>
                      <a:pt x="242" y="38"/>
                    </a:lnTo>
                    <a:lnTo>
                      <a:pt x="240" y="40"/>
                    </a:lnTo>
                    <a:lnTo>
                      <a:pt x="238" y="42"/>
                    </a:lnTo>
                    <a:lnTo>
                      <a:pt x="238" y="46"/>
                    </a:lnTo>
                    <a:lnTo>
                      <a:pt x="238" y="50"/>
                    </a:lnTo>
                    <a:lnTo>
                      <a:pt x="238" y="52"/>
                    </a:lnTo>
                    <a:lnTo>
                      <a:pt x="238" y="56"/>
                    </a:lnTo>
                    <a:lnTo>
                      <a:pt x="236" y="60"/>
                    </a:lnTo>
                    <a:lnTo>
                      <a:pt x="234" y="64"/>
                    </a:lnTo>
                    <a:lnTo>
                      <a:pt x="232" y="70"/>
                    </a:lnTo>
                    <a:lnTo>
                      <a:pt x="230" y="74"/>
                    </a:lnTo>
                    <a:lnTo>
                      <a:pt x="230" y="102"/>
                    </a:lnTo>
                    <a:lnTo>
                      <a:pt x="230" y="106"/>
                    </a:lnTo>
                    <a:lnTo>
                      <a:pt x="234" y="118"/>
                    </a:lnTo>
                    <a:lnTo>
                      <a:pt x="238" y="134"/>
                    </a:lnTo>
                    <a:lnTo>
                      <a:pt x="240" y="152"/>
                    </a:lnTo>
                    <a:lnTo>
                      <a:pt x="244" y="170"/>
                    </a:lnTo>
                    <a:lnTo>
                      <a:pt x="248" y="184"/>
                    </a:lnTo>
                    <a:lnTo>
                      <a:pt x="250" y="192"/>
                    </a:lnTo>
                    <a:lnTo>
                      <a:pt x="250" y="194"/>
                    </a:lnTo>
                    <a:lnTo>
                      <a:pt x="248" y="194"/>
                    </a:lnTo>
                    <a:lnTo>
                      <a:pt x="246" y="194"/>
                    </a:lnTo>
                    <a:lnTo>
                      <a:pt x="242" y="194"/>
                    </a:lnTo>
                    <a:lnTo>
                      <a:pt x="240" y="194"/>
                    </a:lnTo>
                    <a:lnTo>
                      <a:pt x="236" y="194"/>
                    </a:lnTo>
                    <a:lnTo>
                      <a:pt x="232" y="196"/>
                    </a:lnTo>
                    <a:lnTo>
                      <a:pt x="230" y="198"/>
                    </a:lnTo>
                    <a:lnTo>
                      <a:pt x="228" y="200"/>
                    </a:lnTo>
                    <a:lnTo>
                      <a:pt x="226" y="204"/>
                    </a:lnTo>
                    <a:lnTo>
                      <a:pt x="226" y="210"/>
                    </a:lnTo>
                    <a:lnTo>
                      <a:pt x="226" y="210"/>
                    </a:lnTo>
                    <a:lnTo>
                      <a:pt x="228" y="214"/>
                    </a:lnTo>
                    <a:lnTo>
                      <a:pt x="230" y="218"/>
                    </a:lnTo>
                    <a:lnTo>
                      <a:pt x="232" y="224"/>
                    </a:lnTo>
                    <a:lnTo>
                      <a:pt x="234" y="228"/>
                    </a:lnTo>
                    <a:lnTo>
                      <a:pt x="236" y="234"/>
                    </a:lnTo>
                    <a:lnTo>
                      <a:pt x="238" y="238"/>
                    </a:lnTo>
                    <a:lnTo>
                      <a:pt x="240" y="240"/>
                    </a:lnTo>
                    <a:lnTo>
                      <a:pt x="254" y="242"/>
                    </a:lnTo>
                    <a:lnTo>
                      <a:pt x="254" y="256"/>
                    </a:lnTo>
                    <a:lnTo>
                      <a:pt x="250" y="258"/>
                    </a:lnTo>
                    <a:lnTo>
                      <a:pt x="238" y="254"/>
                    </a:lnTo>
                    <a:lnTo>
                      <a:pt x="222" y="244"/>
                    </a:lnTo>
                    <a:lnTo>
                      <a:pt x="214" y="230"/>
                    </a:lnTo>
                    <a:lnTo>
                      <a:pt x="214" y="232"/>
                    </a:lnTo>
                    <a:lnTo>
                      <a:pt x="212" y="232"/>
                    </a:lnTo>
                    <a:lnTo>
                      <a:pt x="210" y="230"/>
                    </a:lnTo>
                    <a:lnTo>
                      <a:pt x="208" y="230"/>
                    </a:lnTo>
                    <a:lnTo>
                      <a:pt x="206" y="228"/>
                    </a:lnTo>
                    <a:lnTo>
                      <a:pt x="206" y="224"/>
                    </a:lnTo>
                    <a:lnTo>
                      <a:pt x="206" y="226"/>
                    </a:lnTo>
                    <a:lnTo>
                      <a:pt x="204" y="228"/>
                    </a:lnTo>
                    <a:lnTo>
                      <a:pt x="204" y="230"/>
                    </a:lnTo>
                    <a:lnTo>
                      <a:pt x="200" y="230"/>
                    </a:lnTo>
                    <a:lnTo>
                      <a:pt x="198" y="230"/>
                    </a:lnTo>
                    <a:lnTo>
                      <a:pt x="192" y="230"/>
                    </a:lnTo>
                    <a:lnTo>
                      <a:pt x="182" y="228"/>
                    </a:lnTo>
                    <a:lnTo>
                      <a:pt x="170" y="226"/>
                    </a:lnTo>
                    <a:lnTo>
                      <a:pt x="164" y="224"/>
                    </a:lnTo>
                    <a:lnTo>
                      <a:pt x="162" y="224"/>
                    </a:lnTo>
                    <a:lnTo>
                      <a:pt x="160" y="222"/>
                    </a:lnTo>
                    <a:lnTo>
                      <a:pt x="158" y="222"/>
                    </a:lnTo>
                    <a:lnTo>
                      <a:pt x="158" y="220"/>
                    </a:lnTo>
                    <a:lnTo>
                      <a:pt x="156" y="220"/>
                    </a:lnTo>
                    <a:lnTo>
                      <a:pt x="156" y="220"/>
                    </a:lnTo>
                    <a:lnTo>
                      <a:pt x="154" y="218"/>
                    </a:lnTo>
                    <a:lnTo>
                      <a:pt x="150" y="218"/>
                    </a:lnTo>
                    <a:lnTo>
                      <a:pt x="146" y="218"/>
                    </a:lnTo>
                    <a:lnTo>
                      <a:pt x="144" y="218"/>
                    </a:lnTo>
                    <a:lnTo>
                      <a:pt x="140" y="218"/>
                    </a:lnTo>
                    <a:lnTo>
                      <a:pt x="136" y="218"/>
                    </a:lnTo>
                    <a:lnTo>
                      <a:pt x="130" y="218"/>
                    </a:lnTo>
                    <a:lnTo>
                      <a:pt x="124" y="220"/>
                    </a:lnTo>
                    <a:lnTo>
                      <a:pt x="110" y="218"/>
                    </a:lnTo>
                    <a:lnTo>
                      <a:pt x="110" y="218"/>
                    </a:lnTo>
                    <a:lnTo>
                      <a:pt x="110" y="214"/>
                    </a:lnTo>
                    <a:lnTo>
                      <a:pt x="112" y="210"/>
                    </a:lnTo>
                    <a:lnTo>
                      <a:pt x="112" y="206"/>
                    </a:lnTo>
                    <a:lnTo>
                      <a:pt x="112" y="200"/>
                    </a:lnTo>
                    <a:lnTo>
                      <a:pt x="110" y="196"/>
                    </a:lnTo>
                    <a:lnTo>
                      <a:pt x="110" y="196"/>
                    </a:lnTo>
                    <a:lnTo>
                      <a:pt x="108" y="192"/>
                    </a:lnTo>
                    <a:lnTo>
                      <a:pt x="108" y="186"/>
                    </a:lnTo>
                    <a:lnTo>
                      <a:pt x="108" y="182"/>
                    </a:lnTo>
                    <a:lnTo>
                      <a:pt x="108" y="176"/>
                    </a:lnTo>
                    <a:lnTo>
                      <a:pt x="98" y="176"/>
                    </a:lnTo>
                    <a:lnTo>
                      <a:pt x="98" y="170"/>
                    </a:lnTo>
                    <a:lnTo>
                      <a:pt x="84" y="172"/>
                    </a:lnTo>
                    <a:lnTo>
                      <a:pt x="84" y="172"/>
                    </a:lnTo>
                    <a:lnTo>
                      <a:pt x="82" y="176"/>
                    </a:lnTo>
                    <a:lnTo>
                      <a:pt x="82" y="180"/>
                    </a:lnTo>
                    <a:lnTo>
                      <a:pt x="82" y="184"/>
                    </a:lnTo>
                    <a:lnTo>
                      <a:pt x="60" y="182"/>
                    </a:lnTo>
                    <a:lnTo>
                      <a:pt x="52" y="158"/>
                    </a:lnTo>
                    <a:lnTo>
                      <a:pt x="48" y="158"/>
                    </a:lnTo>
                    <a:lnTo>
                      <a:pt x="38" y="158"/>
                    </a:lnTo>
                    <a:lnTo>
                      <a:pt x="28" y="158"/>
                    </a:lnTo>
                    <a:lnTo>
                      <a:pt x="20" y="160"/>
                    </a:lnTo>
                    <a:lnTo>
                      <a:pt x="2" y="162"/>
                    </a:lnTo>
                    <a:lnTo>
                      <a:pt x="0" y="15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9" name="Google Shape;559;p8"/>
              <p:cNvSpPr/>
              <p:nvPr/>
            </p:nvSpPr>
            <p:spPr>
              <a:xfrm>
                <a:off x="1154" y="2968"/>
                <a:ext cx="194" cy="120"/>
              </a:xfrm>
              <a:custGeom>
                <a:avLst/>
                <a:gdLst/>
                <a:ahLst/>
                <a:cxnLst/>
                <a:rect l="l" t="t" r="r" b="b"/>
                <a:pathLst>
                  <a:path w="194" h="120" extrusionOk="0">
                    <a:moveTo>
                      <a:pt x="142" y="0"/>
                    </a:moveTo>
                    <a:lnTo>
                      <a:pt x="142" y="2"/>
                    </a:lnTo>
                    <a:lnTo>
                      <a:pt x="140" y="2"/>
                    </a:lnTo>
                    <a:lnTo>
                      <a:pt x="138" y="2"/>
                    </a:lnTo>
                    <a:lnTo>
                      <a:pt x="134" y="2"/>
                    </a:lnTo>
                    <a:lnTo>
                      <a:pt x="132" y="2"/>
                    </a:lnTo>
                    <a:lnTo>
                      <a:pt x="128" y="2"/>
                    </a:lnTo>
                    <a:lnTo>
                      <a:pt x="124" y="4"/>
                    </a:lnTo>
                    <a:lnTo>
                      <a:pt x="122" y="6"/>
                    </a:lnTo>
                    <a:lnTo>
                      <a:pt x="120" y="8"/>
                    </a:lnTo>
                    <a:lnTo>
                      <a:pt x="118" y="12"/>
                    </a:lnTo>
                    <a:lnTo>
                      <a:pt x="118" y="18"/>
                    </a:lnTo>
                    <a:lnTo>
                      <a:pt x="118" y="18"/>
                    </a:lnTo>
                    <a:lnTo>
                      <a:pt x="120" y="22"/>
                    </a:lnTo>
                    <a:lnTo>
                      <a:pt x="122" y="26"/>
                    </a:lnTo>
                    <a:lnTo>
                      <a:pt x="124" y="32"/>
                    </a:lnTo>
                    <a:lnTo>
                      <a:pt x="126" y="36"/>
                    </a:lnTo>
                    <a:lnTo>
                      <a:pt x="128" y="42"/>
                    </a:lnTo>
                    <a:lnTo>
                      <a:pt x="130" y="46"/>
                    </a:lnTo>
                    <a:lnTo>
                      <a:pt x="132" y="48"/>
                    </a:lnTo>
                    <a:lnTo>
                      <a:pt x="146" y="50"/>
                    </a:lnTo>
                    <a:lnTo>
                      <a:pt x="146" y="64"/>
                    </a:lnTo>
                    <a:lnTo>
                      <a:pt x="142" y="66"/>
                    </a:lnTo>
                    <a:lnTo>
                      <a:pt x="130" y="62"/>
                    </a:lnTo>
                    <a:lnTo>
                      <a:pt x="114" y="52"/>
                    </a:lnTo>
                    <a:lnTo>
                      <a:pt x="106" y="38"/>
                    </a:lnTo>
                    <a:lnTo>
                      <a:pt x="106" y="40"/>
                    </a:lnTo>
                    <a:lnTo>
                      <a:pt x="104" y="40"/>
                    </a:lnTo>
                    <a:lnTo>
                      <a:pt x="102" y="38"/>
                    </a:lnTo>
                    <a:lnTo>
                      <a:pt x="100" y="38"/>
                    </a:lnTo>
                    <a:lnTo>
                      <a:pt x="98" y="36"/>
                    </a:lnTo>
                    <a:lnTo>
                      <a:pt x="98" y="32"/>
                    </a:lnTo>
                    <a:lnTo>
                      <a:pt x="98" y="34"/>
                    </a:lnTo>
                    <a:lnTo>
                      <a:pt x="96" y="36"/>
                    </a:lnTo>
                    <a:lnTo>
                      <a:pt x="96" y="38"/>
                    </a:lnTo>
                    <a:lnTo>
                      <a:pt x="92" y="38"/>
                    </a:lnTo>
                    <a:lnTo>
                      <a:pt x="90" y="38"/>
                    </a:lnTo>
                    <a:lnTo>
                      <a:pt x="84" y="38"/>
                    </a:lnTo>
                    <a:lnTo>
                      <a:pt x="74" y="36"/>
                    </a:lnTo>
                    <a:lnTo>
                      <a:pt x="62" y="34"/>
                    </a:lnTo>
                    <a:lnTo>
                      <a:pt x="56" y="32"/>
                    </a:lnTo>
                    <a:lnTo>
                      <a:pt x="54" y="32"/>
                    </a:lnTo>
                    <a:lnTo>
                      <a:pt x="52" y="30"/>
                    </a:lnTo>
                    <a:lnTo>
                      <a:pt x="50" y="30"/>
                    </a:lnTo>
                    <a:lnTo>
                      <a:pt x="50" y="28"/>
                    </a:lnTo>
                    <a:lnTo>
                      <a:pt x="48" y="28"/>
                    </a:lnTo>
                    <a:lnTo>
                      <a:pt x="48" y="28"/>
                    </a:lnTo>
                    <a:lnTo>
                      <a:pt x="46" y="26"/>
                    </a:lnTo>
                    <a:lnTo>
                      <a:pt x="42" y="26"/>
                    </a:lnTo>
                    <a:lnTo>
                      <a:pt x="38" y="26"/>
                    </a:lnTo>
                    <a:lnTo>
                      <a:pt x="36" y="26"/>
                    </a:lnTo>
                    <a:lnTo>
                      <a:pt x="32" y="26"/>
                    </a:lnTo>
                    <a:lnTo>
                      <a:pt x="28" y="26"/>
                    </a:lnTo>
                    <a:lnTo>
                      <a:pt x="22" y="26"/>
                    </a:lnTo>
                    <a:lnTo>
                      <a:pt x="16" y="28"/>
                    </a:lnTo>
                    <a:lnTo>
                      <a:pt x="16" y="28"/>
                    </a:lnTo>
                    <a:lnTo>
                      <a:pt x="16" y="32"/>
                    </a:lnTo>
                    <a:lnTo>
                      <a:pt x="16" y="38"/>
                    </a:lnTo>
                    <a:lnTo>
                      <a:pt x="14" y="42"/>
                    </a:lnTo>
                    <a:lnTo>
                      <a:pt x="14" y="48"/>
                    </a:lnTo>
                    <a:lnTo>
                      <a:pt x="16" y="52"/>
                    </a:lnTo>
                    <a:lnTo>
                      <a:pt x="16" y="54"/>
                    </a:lnTo>
                    <a:lnTo>
                      <a:pt x="0" y="56"/>
                    </a:lnTo>
                    <a:lnTo>
                      <a:pt x="0" y="102"/>
                    </a:lnTo>
                    <a:lnTo>
                      <a:pt x="0" y="102"/>
                    </a:lnTo>
                    <a:lnTo>
                      <a:pt x="2" y="104"/>
                    </a:lnTo>
                    <a:lnTo>
                      <a:pt x="4" y="108"/>
                    </a:lnTo>
                    <a:lnTo>
                      <a:pt x="8" y="112"/>
                    </a:lnTo>
                    <a:lnTo>
                      <a:pt x="12" y="114"/>
                    </a:lnTo>
                    <a:lnTo>
                      <a:pt x="18" y="118"/>
                    </a:lnTo>
                    <a:lnTo>
                      <a:pt x="20" y="118"/>
                    </a:lnTo>
                    <a:lnTo>
                      <a:pt x="24" y="116"/>
                    </a:lnTo>
                    <a:lnTo>
                      <a:pt x="30" y="116"/>
                    </a:lnTo>
                    <a:lnTo>
                      <a:pt x="36" y="116"/>
                    </a:lnTo>
                    <a:lnTo>
                      <a:pt x="46" y="116"/>
                    </a:lnTo>
                    <a:lnTo>
                      <a:pt x="48" y="116"/>
                    </a:lnTo>
                    <a:lnTo>
                      <a:pt x="54" y="116"/>
                    </a:lnTo>
                    <a:lnTo>
                      <a:pt x="60" y="118"/>
                    </a:lnTo>
                    <a:lnTo>
                      <a:pt x="66" y="118"/>
                    </a:lnTo>
                    <a:lnTo>
                      <a:pt x="72" y="120"/>
                    </a:lnTo>
                    <a:lnTo>
                      <a:pt x="78" y="120"/>
                    </a:lnTo>
                    <a:lnTo>
                      <a:pt x="82" y="120"/>
                    </a:lnTo>
                    <a:lnTo>
                      <a:pt x="90" y="120"/>
                    </a:lnTo>
                    <a:lnTo>
                      <a:pt x="102" y="118"/>
                    </a:lnTo>
                    <a:lnTo>
                      <a:pt x="110" y="114"/>
                    </a:lnTo>
                    <a:lnTo>
                      <a:pt x="114" y="104"/>
                    </a:lnTo>
                    <a:lnTo>
                      <a:pt x="192" y="88"/>
                    </a:lnTo>
                    <a:lnTo>
                      <a:pt x="192" y="64"/>
                    </a:lnTo>
                    <a:lnTo>
                      <a:pt x="190" y="56"/>
                    </a:lnTo>
                    <a:lnTo>
                      <a:pt x="194" y="50"/>
                    </a:lnTo>
                    <a:lnTo>
                      <a:pt x="194" y="46"/>
                    </a:lnTo>
                    <a:lnTo>
                      <a:pt x="190" y="34"/>
                    </a:lnTo>
                    <a:lnTo>
                      <a:pt x="184" y="20"/>
                    </a:lnTo>
                    <a:lnTo>
                      <a:pt x="174" y="10"/>
                    </a:lnTo>
                    <a:lnTo>
                      <a:pt x="160" y="4"/>
                    </a:lnTo>
                    <a:lnTo>
                      <a:pt x="14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0" name="Google Shape;560;p8"/>
              <p:cNvSpPr/>
              <p:nvPr/>
            </p:nvSpPr>
            <p:spPr>
              <a:xfrm>
                <a:off x="1040" y="3076"/>
                <a:ext cx="192" cy="166"/>
              </a:xfrm>
              <a:custGeom>
                <a:avLst/>
                <a:gdLst/>
                <a:ahLst/>
                <a:cxnLst/>
                <a:rect l="l" t="t" r="r" b="b"/>
                <a:pathLst>
                  <a:path w="192" h="166" extrusionOk="0">
                    <a:moveTo>
                      <a:pt x="132" y="10"/>
                    </a:moveTo>
                    <a:lnTo>
                      <a:pt x="130" y="10"/>
                    </a:lnTo>
                    <a:lnTo>
                      <a:pt x="128" y="10"/>
                    </a:lnTo>
                    <a:lnTo>
                      <a:pt x="122" y="10"/>
                    </a:lnTo>
                    <a:lnTo>
                      <a:pt x="118" y="12"/>
                    </a:lnTo>
                    <a:lnTo>
                      <a:pt x="112" y="12"/>
                    </a:lnTo>
                    <a:lnTo>
                      <a:pt x="106" y="14"/>
                    </a:lnTo>
                    <a:lnTo>
                      <a:pt x="104" y="14"/>
                    </a:lnTo>
                    <a:lnTo>
                      <a:pt x="102" y="14"/>
                    </a:lnTo>
                    <a:lnTo>
                      <a:pt x="98" y="14"/>
                    </a:lnTo>
                    <a:lnTo>
                      <a:pt x="94" y="14"/>
                    </a:lnTo>
                    <a:lnTo>
                      <a:pt x="88" y="12"/>
                    </a:lnTo>
                    <a:lnTo>
                      <a:pt x="84" y="12"/>
                    </a:lnTo>
                    <a:lnTo>
                      <a:pt x="80" y="10"/>
                    </a:lnTo>
                    <a:lnTo>
                      <a:pt x="76" y="8"/>
                    </a:lnTo>
                    <a:lnTo>
                      <a:pt x="34" y="8"/>
                    </a:lnTo>
                    <a:lnTo>
                      <a:pt x="32" y="8"/>
                    </a:lnTo>
                    <a:lnTo>
                      <a:pt x="30" y="8"/>
                    </a:lnTo>
                    <a:lnTo>
                      <a:pt x="26" y="8"/>
                    </a:lnTo>
                    <a:lnTo>
                      <a:pt x="24" y="6"/>
                    </a:lnTo>
                    <a:lnTo>
                      <a:pt x="20" y="2"/>
                    </a:lnTo>
                    <a:lnTo>
                      <a:pt x="20" y="2"/>
                    </a:lnTo>
                    <a:lnTo>
                      <a:pt x="18" y="0"/>
                    </a:lnTo>
                    <a:lnTo>
                      <a:pt x="14" y="0"/>
                    </a:lnTo>
                    <a:lnTo>
                      <a:pt x="8" y="0"/>
                    </a:lnTo>
                    <a:lnTo>
                      <a:pt x="2" y="2"/>
                    </a:lnTo>
                    <a:lnTo>
                      <a:pt x="0" y="10"/>
                    </a:lnTo>
                    <a:lnTo>
                      <a:pt x="2" y="12"/>
                    </a:lnTo>
                    <a:lnTo>
                      <a:pt x="6" y="20"/>
                    </a:lnTo>
                    <a:lnTo>
                      <a:pt x="12" y="32"/>
                    </a:lnTo>
                    <a:lnTo>
                      <a:pt x="16" y="42"/>
                    </a:lnTo>
                    <a:lnTo>
                      <a:pt x="18" y="54"/>
                    </a:lnTo>
                    <a:lnTo>
                      <a:pt x="20" y="58"/>
                    </a:lnTo>
                    <a:lnTo>
                      <a:pt x="24" y="72"/>
                    </a:lnTo>
                    <a:lnTo>
                      <a:pt x="28" y="90"/>
                    </a:lnTo>
                    <a:lnTo>
                      <a:pt x="34" y="110"/>
                    </a:lnTo>
                    <a:lnTo>
                      <a:pt x="42" y="126"/>
                    </a:lnTo>
                    <a:lnTo>
                      <a:pt x="46" y="136"/>
                    </a:lnTo>
                    <a:lnTo>
                      <a:pt x="48" y="136"/>
                    </a:lnTo>
                    <a:lnTo>
                      <a:pt x="48" y="140"/>
                    </a:lnTo>
                    <a:lnTo>
                      <a:pt x="50" y="144"/>
                    </a:lnTo>
                    <a:lnTo>
                      <a:pt x="52" y="148"/>
                    </a:lnTo>
                    <a:lnTo>
                      <a:pt x="56" y="152"/>
                    </a:lnTo>
                    <a:lnTo>
                      <a:pt x="58" y="158"/>
                    </a:lnTo>
                    <a:lnTo>
                      <a:pt x="60" y="162"/>
                    </a:lnTo>
                    <a:lnTo>
                      <a:pt x="60" y="164"/>
                    </a:lnTo>
                    <a:lnTo>
                      <a:pt x="72" y="160"/>
                    </a:lnTo>
                    <a:lnTo>
                      <a:pt x="72" y="160"/>
                    </a:lnTo>
                    <a:lnTo>
                      <a:pt x="74" y="158"/>
                    </a:lnTo>
                    <a:lnTo>
                      <a:pt x="74" y="156"/>
                    </a:lnTo>
                    <a:lnTo>
                      <a:pt x="76" y="154"/>
                    </a:lnTo>
                    <a:lnTo>
                      <a:pt x="76" y="152"/>
                    </a:lnTo>
                    <a:lnTo>
                      <a:pt x="76" y="152"/>
                    </a:lnTo>
                    <a:lnTo>
                      <a:pt x="78" y="150"/>
                    </a:lnTo>
                    <a:lnTo>
                      <a:pt x="80" y="152"/>
                    </a:lnTo>
                    <a:lnTo>
                      <a:pt x="82" y="152"/>
                    </a:lnTo>
                    <a:lnTo>
                      <a:pt x="82" y="154"/>
                    </a:lnTo>
                    <a:lnTo>
                      <a:pt x="82" y="156"/>
                    </a:lnTo>
                    <a:lnTo>
                      <a:pt x="82" y="160"/>
                    </a:lnTo>
                    <a:lnTo>
                      <a:pt x="82" y="162"/>
                    </a:lnTo>
                    <a:lnTo>
                      <a:pt x="84" y="164"/>
                    </a:lnTo>
                    <a:lnTo>
                      <a:pt x="86" y="164"/>
                    </a:lnTo>
                    <a:lnTo>
                      <a:pt x="88" y="164"/>
                    </a:lnTo>
                    <a:lnTo>
                      <a:pt x="94" y="164"/>
                    </a:lnTo>
                    <a:lnTo>
                      <a:pt x="98" y="166"/>
                    </a:lnTo>
                    <a:lnTo>
                      <a:pt x="104" y="166"/>
                    </a:lnTo>
                    <a:lnTo>
                      <a:pt x="108" y="164"/>
                    </a:lnTo>
                    <a:lnTo>
                      <a:pt x="112" y="162"/>
                    </a:lnTo>
                    <a:lnTo>
                      <a:pt x="114" y="160"/>
                    </a:lnTo>
                    <a:lnTo>
                      <a:pt x="114" y="60"/>
                    </a:lnTo>
                    <a:lnTo>
                      <a:pt x="128" y="60"/>
                    </a:lnTo>
                    <a:lnTo>
                      <a:pt x="128" y="16"/>
                    </a:lnTo>
                    <a:lnTo>
                      <a:pt x="132" y="16"/>
                    </a:lnTo>
                    <a:lnTo>
                      <a:pt x="144" y="16"/>
                    </a:lnTo>
                    <a:lnTo>
                      <a:pt x="156" y="14"/>
                    </a:lnTo>
                    <a:lnTo>
                      <a:pt x="164" y="16"/>
                    </a:lnTo>
                    <a:lnTo>
                      <a:pt x="164" y="16"/>
                    </a:lnTo>
                    <a:lnTo>
                      <a:pt x="168" y="18"/>
                    </a:lnTo>
                    <a:lnTo>
                      <a:pt x="168" y="20"/>
                    </a:lnTo>
                    <a:lnTo>
                      <a:pt x="170" y="22"/>
                    </a:lnTo>
                    <a:lnTo>
                      <a:pt x="170" y="22"/>
                    </a:lnTo>
                    <a:lnTo>
                      <a:pt x="172" y="20"/>
                    </a:lnTo>
                    <a:lnTo>
                      <a:pt x="176" y="18"/>
                    </a:lnTo>
                    <a:lnTo>
                      <a:pt x="182" y="16"/>
                    </a:lnTo>
                    <a:lnTo>
                      <a:pt x="186" y="14"/>
                    </a:lnTo>
                    <a:lnTo>
                      <a:pt x="190" y="12"/>
                    </a:lnTo>
                    <a:lnTo>
                      <a:pt x="192" y="12"/>
                    </a:lnTo>
                    <a:lnTo>
                      <a:pt x="188" y="12"/>
                    </a:lnTo>
                    <a:lnTo>
                      <a:pt x="178" y="10"/>
                    </a:lnTo>
                    <a:lnTo>
                      <a:pt x="166" y="8"/>
                    </a:lnTo>
                    <a:lnTo>
                      <a:pt x="156" y="8"/>
                    </a:lnTo>
                    <a:lnTo>
                      <a:pt x="132"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1" name="Google Shape;561;p8"/>
              <p:cNvSpPr/>
              <p:nvPr/>
            </p:nvSpPr>
            <p:spPr>
              <a:xfrm>
                <a:off x="1154" y="3090"/>
                <a:ext cx="120" cy="138"/>
              </a:xfrm>
              <a:custGeom>
                <a:avLst/>
                <a:gdLst/>
                <a:ahLst/>
                <a:cxnLst/>
                <a:rect l="l" t="t" r="r" b="b"/>
                <a:pathLst>
                  <a:path w="120" h="138" extrusionOk="0">
                    <a:moveTo>
                      <a:pt x="102" y="48"/>
                    </a:moveTo>
                    <a:lnTo>
                      <a:pt x="98" y="48"/>
                    </a:lnTo>
                    <a:lnTo>
                      <a:pt x="100" y="46"/>
                    </a:lnTo>
                    <a:lnTo>
                      <a:pt x="98" y="44"/>
                    </a:lnTo>
                    <a:lnTo>
                      <a:pt x="98" y="40"/>
                    </a:lnTo>
                    <a:lnTo>
                      <a:pt x="96" y="38"/>
                    </a:lnTo>
                    <a:lnTo>
                      <a:pt x="92" y="34"/>
                    </a:lnTo>
                    <a:lnTo>
                      <a:pt x="90" y="32"/>
                    </a:lnTo>
                    <a:lnTo>
                      <a:pt x="90" y="30"/>
                    </a:lnTo>
                    <a:lnTo>
                      <a:pt x="88" y="28"/>
                    </a:lnTo>
                    <a:lnTo>
                      <a:pt x="86" y="26"/>
                    </a:lnTo>
                    <a:lnTo>
                      <a:pt x="84" y="22"/>
                    </a:lnTo>
                    <a:lnTo>
                      <a:pt x="82" y="16"/>
                    </a:lnTo>
                    <a:lnTo>
                      <a:pt x="80" y="10"/>
                    </a:lnTo>
                    <a:lnTo>
                      <a:pt x="80" y="4"/>
                    </a:lnTo>
                    <a:lnTo>
                      <a:pt x="78" y="0"/>
                    </a:lnTo>
                    <a:lnTo>
                      <a:pt x="78" y="0"/>
                    </a:lnTo>
                    <a:lnTo>
                      <a:pt x="76" y="0"/>
                    </a:lnTo>
                    <a:lnTo>
                      <a:pt x="72" y="0"/>
                    </a:lnTo>
                    <a:lnTo>
                      <a:pt x="68" y="2"/>
                    </a:lnTo>
                    <a:lnTo>
                      <a:pt x="64" y="4"/>
                    </a:lnTo>
                    <a:lnTo>
                      <a:pt x="60" y="6"/>
                    </a:lnTo>
                    <a:lnTo>
                      <a:pt x="56" y="8"/>
                    </a:lnTo>
                    <a:lnTo>
                      <a:pt x="56" y="10"/>
                    </a:lnTo>
                    <a:lnTo>
                      <a:pt x="52" y="4"/>
                    </a:lnTo>
                    <a:lnTo>
                      <a:pt x="46" y="2"/>
                    </a:lnTo>
                    <a:lnTo>
                      <a:pt x="36" y="0"/>
                    </a:lnTo>
                    <a:lnTo>
                      <a:pt x="26" y="2"/>
                    </a:lnTo>
                    <a:lnTo>
                      <a:pt x="18" y="2"/>
                    </a:lnTo>
                    <a:lnTo>
                      <a:pt x="14" y="4"/>
                    </a:lnTo>
                    <a:lnTo>
                      <a:pt x="14" y="46"/>
                    </a:lnTo>
                    <a:lnTo>
                      <a:pt x="0" y="48"/>
                    </a:lnTo>
                    <a:lnTo>
                      <a:pt x="0" y="100"/>
                    </a:lnTo>
                    <a:lnTo>
                      <a:pt x="2" y="102"/>
                    </a:lnTo>
                    <a:lnTo>
                      <a:pt x="4" y="102"/>
                    </a:lnTo>
                    <a:lnTo>
                      <a:pt x="6" y="104"/>
                    </a:lnTo>
                    <a:lnTo>
                      <a:pt x="10" y="108"/>
                    </a:lnTo>
                    <a:lnTo>
                      <a:pt x="12" y="112"/>
                    </a:lnTo>
                    <a:lnTo>
                      <a:pt x="14" y="118"/>
                    </a:lnTo>
                    <a:lnTo>
                      <a:pt x="12" y="126"/>
                    </a:lnTo>
                    <a:lnTo>
                      <a:pt x="12" y="126"/>
                    </a:lnTo>
                    <a:lnTo>
                      <a:pt x="10" y="128"/>
                    </a:lnTo>
                    <a:lnTo>
                      <a:pt x="8" y="130"/>
                    </a:lnTo>
                    <a:lnTo>
                      <a:pt x="8" y="134"/>
                    </a:lnTo>
                    <a:lnTo>
                      <a:pt x="10" y="136"/>
                    </a:lnTo>
                    <a:lnTo>
                      <a:pt x="12" y="138"/>
                    </a:lnTo>
                    <a:lnTo>
                      <a:pt x="16" y="138"/>
                    </a:lnTo>
                    <a:lnTo>
                      <a:pt x="20" y="136"/>
                    </a:lnTo>
                    <a:lnTo>
                      <a:pt x="26" y="134"/>
                    </a:lnTo>
                    <a:lnTo>
                      <a:pt x="32" y="130"/>
                    </a:lnTo>
                    <a:lnTo>
                      <a:pt x="38" y="124"/>
                    </a:lnTo>
                    <a:lnTo>
                      <a:pt x="40" y="124"/>
                    </a:lnTo>
                    <a:lnTo>
                      <a:pt x="40" y="122"/>
                    </a:lnTo>
                    <a:lnTo>
                      <a:pt x="42" y="118"/>
                    </a:lnTo>
                    <a:lnTo>
                      <a:pt x="44" y="116"/>
                    </a:lnTo>
                    <a:lnTo>
                      <a:pt x="44" y="112"/>
                    </a:lnTo>
                    <a:lnTo>
                      <a:pt x="44" y="112"/>
                    </a:lnTo>
                    <a:lnTo>
                      <a:pt x="46" y="110"/>
                    </a:lnTo>
                    <a:lnTo>
                      <a:pt x="50" y="110"/>
                    </a:lnTo>
                    <a:lnTo>
                      <a:pt x="52" y="108"/>
                    </a:lnTo>
                    <a:lnTo>
                      <a:pt x="56" y="108"/>
                    </a:lnTo>
                    <a:lnTo>
                      <a:pt x="60" y="110"/>
                    </a:lnTo>
                    <a:lnTo>
                      <a:pt x="64" y="114"/>
                    </a:lnTo>
                    <a:lnTo>
                      <a:pt x="64" y="114"/>
                    </a:lnTo>
                    <a:lnTo>
                      <a:pt x="68" y="116"/>
                    </a:lnTo>
                    <a:lnTo>
                      <a:pt x="70" y="116"/>
                    </a:lnTo>
                    <a:lnTo>
                      <a:pt x="74" y="116"/>
                    </a:lnTo>
                    <a:lnTo>
                      <a:pt x="74" y="114"/>
                    </a:lnTo>
                    <a:lnTo>
                      <a:pt x="74" y="112"/>
                    </a:lnTo>
                    <a:lnTo>
                      <a:pt x="76" y="106"/>
                    </a:lnTo>
                    <a:lnTo>
                      <a:pt x="80" y="102"/>
                    </a:lnTo>
                    <a:lnTo>
                      <a:pt x="82" y="98"/>
                    </a:lnTo>
                    <a:lnTo>
                      <a:pt x="86" y="94"/>
                    </a:lnTo>
                    <a:lnTo>
                      <a:pt x="90" y="90"/>
                    </a:lnTo>
                    <a:lnTo>
                      <a:pt x="90" y="90"/>
                    </a:lnTo>
                    <a:lnTo>
                      <a:pt x="94" y="88"/>
                    </a:lnTo>
                    <a:lnTo>
                      <a:pt x="98" y="86"/>
                    </a:lnTo>
                    <a:lnTo>
                      <a:pt x="104" y="84"/>
                    </a:lnTo>
                    <a:lnTo>
                      <a:pt x="106" y="82"/>
                    </a:lnTo>
                    <a:lnTo>
                      <a:pt x="108" y="80"/>
                    </a:lnTo>
                    <a:lnTo>
                      <a:pt x="110" y="78"/>
                    </a:lnTo>
                    <a:lnTo>
                      <a:pt x="112" y="78"/>
                    </a:lnTo>
                    <a:lnTo>
                      <a:pt x="116" y="76"/>
                    </a:lnTo>
                    <a:lnTo>
                      <a:pt x="118" y="72"/>
                    </a:lnTo>
                    <a:lnTo>
                      <a:pt x="120" y="70"/>
                    </a:lnTo>
                    <a:lnTo>
                      <a:pt x="120" y="68"/>
                    </a:lnTo>
                    <a:lnTo>
                      <a:pt x="120" y="66"/>
                    </a:lnTo>
                    <a:lnTo>
                      <a:pt x="116" y="62"/>
                    </a:lnTo>
                    <a:lnTo>
                      <a:pt x="112" y="60"/>
                    </a:lnTo>
                    <a:lnTo>
                      <a:pt x="112" y="60"/>
                    </a:lnTo>
                    <a:lnTo>
                      <a:pt x="110" y="60"/>
                    </a:lnTo>
                    <a:lnTo>
                      <a:pt x="110" y="60"/>
                    </a:lnTo>
                    <a:lnTo>
                      <a:pt x="108" y="58"/>
                    </a:lnTo>
                    <a:lnTo>
                      <a:pt x="106" y="56"/>
                    </a:lnTo>
                    <a:lnTo>
                      <a:pt x="104" y="54"/>
                    </a:lnTo>
                    <a:lnTo>
                      <a:pt x="102" y="4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2" name="Google Shape;562;p8"/>
              <p:cNvSpPr/>
              <p:nvPr/>
            </p:nvSpPr>
            <p:spPr>
              <a:xfrm>
                <a:off x="1432" y="2694"/>
                <a:ext cx="116" cy="164"/>
              </a:xfrm>
              <a:custGeom>
                <a:avLst/>
                <a:gdLst/>
                <a:ahLst/>
                <a:cxnLst/>
                <a:rect l="l" t="t" r="r" b="b"/>
                <a:pathLst>
                  <a:path w="116" h="164" extrusionOk="0">
                    <a:moveTo>
                      <a:pt x="4" y="164"/>
                    </a:moveTo>
                    <a:lnTo>
                      <a:pt x="28" y="148"/>
                    </a:lnTo>
                    <a:lnTo>
                      <a:pt x="32" y="144"/>
                    </a:lnTo>
                    <a:lnTo>
                      <a:pt x="38" y="136"/>
                    </a:lnTo>
                    <a:lnTo>
                      <a:pt x="50" y="126"/>
                    </a:lnTo>
                    <a:lnTo>
                      <a:pt x="62" y="112"/>
                    </a:lnTo>
                    <a:lnTo>
                      <a:pt x="72" y="98"/>
                    </a:lnTo>
                    <a:lnTo>
                      <a:pt x="82" y="84"/>
                    </a:lnTo>
                    <a:lnTo>
                      <a:pt x="92" y="66"/>
                    </a:lnTo>
                    <a:lnTo>
                      <a:pt x="100" y="50"/>
                    </a:lnTo>
                    <a:lnTo>
                      <a:pt x="106" y="36"/>
                    </a:lnTo>
                    <a:lnTo>
                      <a:pt x="108" y="32"/>
                    </a:lnTo>
                    <a:lnTo>
                      <a:pt x="116" y="18"/>
                    </a:lnTo>
                    <a:lnTo>
                      <a:pt x="116" y="0"/>
                    </a:lnTo>
                    <a:lnTo>
                      <a:pt x="108" y="0"/>
                    </a:lnTo>
                    <a:lnTo>
                      <a:pt x="108" y="0"/>
                    </a:lnTo>
                    <a:lnTo>
                      <a:pt x="106" y="2"/>
                    </a:lnTo>
                    <a:lnTo>
                      <a:pt x="102" y="2"/>
                    </a:lnTo>
                    <a:lnTo>
                      <a:pt x="98" y="4"/>
                    </a:lnTo>
                    <a:lnTo>
                      <a:pt x="92" y="4"/>
                    </a:lnTo>
                    <a:lnTo>
                      <a:pt x="80" y="6"/>
                    </a:lnTo>
                    <a:lnTo>
                      <a:pt x="66" y="8"/>
                    </a:lnTo>
                    <a:lnTo>
                      <a:pt x="54" y="10"/>
                    </a:lnTo>
                    <a:lnTo>
                      <a:pt x="50" y="10"/>
                    </a:lnTo>
                    <a:lnTo>
                      <a:pt x="28" y="14"/>
                    </a:lnTo>
                    <a:lnTo>
                      <a:pt x="28" y="14"/>
                    </a:lnTo>
                    <a:lnTo>
                      <a:pt x="26" y="12"/>
                    </a:lnTo>
                    <a:lnTo>
                      <a:pt x="24" y="12"/>
                    </a:lnTo>
                    <a:lnTo>
                      <a:pt x="20" y="10"/>
                    </a:lnTo>
                    <a:lnTo>
                      <a:pt x="14" y="20"/>
                    </a:lnTo>
                    <a:lnTo>
                      <a:pt x="16" y="22"/>
                    </a:lnTo>
                    <a:lnTo>
                      <a:pt x="14" y="28"/>
                    </a:lnTo>
                    <a:lnTo>
                      <a:pt x="24" y="34"/>
                    </a:lnTo>
                    <a:lnTo>
                      <a:pt x="56" y="52"/>
                    </a:lnTo>
                    <a:lnTo>
                      <a:pt x="70" y="54"/>
                    </a:lnTo>
                    <a:lnTo>
                      <a:pt x="40" y="96"/>
                    </a:lnTo>
                    <a:lnTo>
                      <a:pt x="24" y="102"/>
                    </a:lnTo>
                    <a:lnTo>
                      <a:pt x="22" y="108"/>
                    </a:lnTo>
                    <a:lnTo>
                      <a:pt x="6" y="108"/>
                    </a:lnTo>
                    <a:lnTo>
                      <a:pt x="0" y="122"/>
                    </a:lnTo>
                    <a:lnTo>
                      <a:pt x="0" y="156"/>
                    </a:lnTo>
                    <a:lnTo>
                      <a:pt x="4" y="16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3" name="Google Shape;563;p8"/>
              <p:cNvSpPr/>
              <p:nvPr/>
            </p:nvSpPr>
            <p:spPr>
              <a:xfrm>
                <a:off x="1332" y="2790"/>
                <a:ext cx="106" cy="124"/>
              </a:xfrm>
              <a:custGeom>
                <a:avLst/>
                <a:gdLst/>
                <a:ahLst/>
                <a:cxnLst/>
                <a:rect l="l" t="t" r="r" b="b"/>
                <a:pathLst>
                  <a:path w="106" h="124" extrusionOk="0">
                    <a:moveTo>
                      <a:pt x="66" y="116"/>
                    </a:moveTo>
                    <a:lnTo>
                      <a:pt x="82" y="100"/>
                    </a:lnTo>
                    <a:lnTo>
                      <a:pt x="102" y="68"/>
                    </a:lnTo>
                    <a:lnTo>
                      <a:pt x="104" y="68"/>
                    </a:lnTo>
                    <a:lnTo>
                      <a:pt x="100" y="60"/>
                    </a:lnTo>
                    <a:lnTo>
                      <a:pt x="100" y="26"/>
                    </a:lnTo>
                    <a:lnTo>
                      <a:pt x="106" y="12"/>
                    </a:lnTo>
                    <a:lnTo>
                      <a:pt x="104" y="6"/>
                    </a:lnTo>
                    <a:lnTo>
                      <a:pt x="84" y="10"/>
                    </a:lnTo>
                    <a:lnTo>
                      <a:pt x="76" y="18"/>
                    </a:lnTo>
                    <a:lnTo>
                      <a:pt x="58" y="16"/>
                    </a:lnTo>
                    <a:lnTo>
                      <a:pt x="40" y="0"/>
                    </a:lnTo>
                    <a:lnTo>
                      <a:pt x="26" y="0"/>
                    </a:lnTo>
                    <a:lnTo>
                      <a:pt x="26" y="0"/>
                    </a:lnTo>
                    <a:lnTo>
                      <a:pt x="26" y="0"/>
                    </a:lnTo>
                    <a:lnTo>
                      <a:pt x="24" y="2"/>
                    </a:lnTo>
                    <a:lnTo>
                      <a:pt x="22" y="4"/>
                    </a:lnTo>
                    <a:lnTo>
                      <a:pt x="16" y="4"/>
                    </a:lnTo>
                    <a:lnTo>
                      <a:pt x="8" y="6"/>
                    </a:lnTo>
                    <a:lnTo>
                      <a:pt x="10" y="12"/>
                    </a:lnTo>
                    <a:lnTo>
                      <a:pt x="14" y="40"/>
                    </a:lnTo>
                    <a:lnTo>
                      <a:pt x="0" y="56"/>
                    </a:lnTo>
                    <a:lnTo>
                      <a:pt x="0" y="56"/>
                    </a:lnTo>
                    <a:lnTo>
                      <a:pt x="2" y="58"/>
                    </a:lnTo>
                    <a:lnTo>
                      <a:pt x="4" y="62"/>
                    </a:lnTo>
                    <a:lnTo>
                      <a:pt x="4" y="66"/>
                    </a:lnTo>
                    <a:lnTo>
                      <a:pt x="6" y="70"/>
                    </a:lnTo>
                    <a:lnTo>
                      <a:pt x="4" y="74"/>
                    </a:lnTo>
                    <a:lnTo>
                      <a:pt x="2" y="78"/>
                    </a:lnTo>
                    <a:lnTo>
                      <a:pt x="46" y="110"/>
                    </a:lnTo>
                    <a:lnTo>
                      <a:pt x="46" y="110"/>
                    </a:lnTo>
                    <a:lnTo>
                      <a:pt x="48" y="112"/>
                    </a:lnTo>
                    <a:lnTo>
                      <a:pt x="48" y="114"/>
                    </a:lnTo>
                    <a:lnTo>
                      <a:pt x="50" y="116"/>
                    </a:lnTo>
                    <a:lnTo>
                      <a:pt x="62" y="1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4" name="Google Shape;564;p8"/>
              <p:cNvSpPr/>
              <p:nvPr/>
            </p:nvSpPr>
            <p:spPr>
              <a:xfrm>
                <a:off x="1274" y="2796"/>
                <a:ext cx="72" cy="76"/>
              </a:xfrm>
              <a:custGeom>
                <a:avLst/>
                <a:gdLst/>
                <a:ahLst/>
                <a:cxnLst/>
                <a:rect l="l" t="t" r="r" b="b"/>
                <a:pathLst>
                  <a:path w="72" h="76" extrusionOk="0">
                    <a:moveTo>
                      <a:pt x="16" y="6"/>
                    </a:moveTo>
                    <a:lnTo>
                      <a:pt x="16" y="6"/>
                    </a:lnTo>
                    <a:lnTo>
                      <a:pt x="14" y="8"/>
                    </a:lnTo>
                    <a:lnTo>
                      <a:pt x="14" y="12"/>
                    </a:lnTo>
                    <a:lnTo>
                      <a:pt x="14" y="16"/>
                    </a:lnTo>
                    <a:lnTo>
                      <a:pt x="14" y="18"/>
                    </a:lnTo>
                    <a:lnTo>
                      <a:pt x="12" y="20"/>
                    </a:lnTo>
                    <a:lnTo>
                      <a:pt x="10" y="22"/>
                    </a:lnTo>
                    <a:lnTo>
                      <a:pt x="10" y="26"/>
                    </a:lnTo>
                    <a:lnTo>
                      <a:pt x="10" y="30"/>
                    </a:lnTo>
                    <a:lnTo>
                      <a:pt x="10" y="32"/>
                    </a:lnTo>
                    <a:lnTo>
                      <a:pt x="8" y="34"/>
                    </a:lnTo>
                    <a:lnTo>
                      <a:pt x="8" y="38"/>
                    </a:lnTo>
                    <a:lnTo>
                      <a:pt x="6" y="44"/>
                    </a:lnTo>
                    <a:lnTo>
                      <a:pt x="4" y="48"/>
                    </a:lnTo>
                    <a:lnTo>
                      <a:pt x="2" y="52"/>
                    </a:lnTo>
                    <a:lnTo>
                      <a:pt x="2" y="54"/>
                    </a:lnTo>
                    <a:lnTo>
                      <a:pt x="0" y="58"/>
                    </a:lnTo>
                    <a:lnTo>
                      <a:pt x="0" y="62"/>
                    </a:lnTo>
                    <a:lnTo>
                      <a:pt x="0" y="68"/>
                    </a:lnTo>
                    <a:lnTo>
                      <a:pt x="2" y="72"/>
                    </a:lnTo>
                    <a:lnTo>
                      <a:pt x="2" y="76"/>
                    </a:lnTo>
                    <a:lnTo>
                      <a:pt x="4" y="76"/>
                    </a:lnTo>
                    <a:lnTo>
                      <a:pt x="8" y="74"/>
                    </a:lnTo>
                    <a:lnTo>
                      <a:pt x="12" y="74"/>
                    </a:lnTo>
                    <a:lnTo>
                      <a:pt x="18" y="72"/>
                    </a:lnTo>
                    <a:lnTo>
                      <a:pt x="24" y="70"/>
                    </a:lnTo>
                    <a:lnTo>
                      <a:pt x="28" y="68"/>
                    </a:lnTo>
                    <a:lnTo>
                      <a:pt x="44" y="56"/>
                    </a:lnTo>
                    <a:lnTo>
                      <a:pt x="44" y="54"/>
                    </a:lnTo>
                    <a:lnTo>
                      <a:pt x="44" y="54"/>
                    </a:lnTo>
                    <a:lnTo>
                      <a:pt x="44" y="52"/>
                    </a:lnTo>
                    <a:lnTo>
                      <a:pt x="46" y="50"/>
                    </a:lnTo>
                    <a:lnTo>
                      <a:pt x="50" y="50"/>
                    </a:lnTo>
                    <a:lnTo>
                      <a:pt x="56" y="50"/>
                    </a:lnTo>
                    <a:lnTo>
                      <a:pt x="72" y="34"/>
                    </a:lnTo>
                    <a:lnTo>
                      <a:pt x="68" y="10"/>
                    </a:lnTo>
                    <a:lnTo>
                      <a:pt x="68" y="8"/>
                    </a:lnTo>
                    <a:lnTo>
                      <a:pt x="68" y="6"/>
                    </a:lnTo>
                    <a:lnTo>
                      <a:pt x="68" y="4"/>
                    </a:lnTo>
                    <a:lnTo>
                      <a:pt x="66" y="2"/>
                    </a:lnTo>
                    <a:lnTo>
                      <a:pt x="64" y="0"/>
                    </a:lnTo>
                    <a:lnTo>
                      <a:pt x="64" y="0"/>
                    </a:lnTo>
                    <a:lnTo>
                      <a:pt x="60" y="2"/>
                    </a:lnTo>
                    <a:lnTo>
                      <a:pt x="54" y="2"/>
                    </a:lnTo>
                    <a:lnTo>
                      <a:pt x="48" y="2"/>
                    </a:lnTo>
                    <a:lnTo>
                      <a:pt x="44" y="4"/>
                    </a:lnTo>
                    <a:lnTo>
                      <a:pt x="42" y="4"/>
                    </a:lnTo>
                    <a:lnTo>
                      <a:pt x="22" y="4"/>
                    </a:lnTo>
                    <a:lnTo>
                      <a:pt x="16"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5" name="Google Shape;565;p8"/>
              <p:cNvSpPr/>
              <p:nvPr/>
            </p:nvSpPr>
            <p:spPr>
              <a:xfrm>
                <a:off x="1326" y="2618"/>
                <a:ext cx="178" cy="190"/>
              </a:xfrm>
              <a:custGeom>
                <a:avLst/>
                <a:gdLst/>
                <a:ahLst/>
                <a:cxnLst/>
                <a:rect l="l" t="t" r="r" b="b"/>
                <a:pathLst>
                  <a:path w="178" h="190" extrusionOk="0">
                    <a:moveTo>
                      <a:pt x="66" y="0"/>
                    </a:moveTo>
                    <a:lnTo>
                      <a:pt x="66" y="0"/>
                    </a:lnTo>
                    <a:lnTo>
                      <a:pt x="64" y="2"/>
                    </a:lnTo>
                    <a:lnTo>
                      <a:pt x="62" y="4"/>
                    </a:lnTo>
                    <a:lnTo>
                      <a:pt x="58" y="8"/>
                    </a:lnTo>
                    <a:lnTo>
                      <a:pt x="56" y="10"/>
                    </a:lnTo>
                    <a:lnTo>
                      <a:pt x="54" y="10"/>
                    </a:lnTo>
                    <a:lnTo>
                      <a:pt x="52" y="12"/>
                    </a:lnTo>
                    <a:lnTo>
                      <a:pt x="48" y="14"/>
                    </a:lnTo>
                    <a:lnTo>
                      <a:pt x="46" y="18"/>
                    </a:lnTo>
                    <a:lnTo>
                      <a:pt x="42" y="22"/>
                    </a:lnTo>
                    <a:lnTo>
                      <a:pt x="40" y="26"/>
                    </a:lnTo>
                    <a:lnTo>
                      <a:pt x="38" y="28"/>
                    </a:lnTo>
                    <a:lnTo>
                      <a:pt x="36" y="30"/>
                    </a:lnTo>
                    <a:lnTo>
                      <a:pt x="34" y="40"/>
                    </a:lnTo>
                    <a:lnTo>
                      <a:pt x="30" y="50"/>
                    </a:lnTo>
                    <a:lnTo>
                      <a:pt x="26" y="60"/>
                    </a:lnTo>
                    <a:lnTo>
                      <a:pt x="24" y="62"/>
                    </a:lnTo>
                    <a:lnTo>
                      <a:pt x="16" y="68"/>
                    </a:lnTo>
                    <a:lnTo>
                      <a:pt x="12" y="76"/>
                    </a:lnTo>
                    <a:lnTo>
                      <a:pt x="8" y="82"/>
                    </a:lnTo>
                    <a:lnTo>
                      <a:pt x="6" y="86"/>
                    </a:lnTo>
                    <a:lnTo>
                      <a:pt x="4" y="90"/>
                    </a:lnTo>
                    <a:lnTo>
                      <a:pt x="4" y="90"/>
                    </a:lnTo>
                    <a:lnTo>
                      <a:pt x="4" y="98"/>
                    </a:lnTo>
                    <a:lnTo>
                      <a:pt x="4" y="104"/>
                    </a:lnTo>
                    <a:lnTo>
                      <a:pt x="4" y="108"/>
                    </a:lnTo>
                    <a:lnTo>
                      <a:pt x="4" y="112"/>
                    </a:lnTo>
                    <a:lnTo>
                      <a:pt x="4" y="114"/>
                    </a:lnTo>
                    <a:lnTo>
                      <a:pt x="0" y="116"/>
                    </a:lnTo>
                    <a:lnTo>
                      <a:pt x="0" y="120"/>
                    </a:lnTo>
                    <a:lnTo>
                      <a:pt x="0" y="122"/>
                    </a:lnTo>
                    <a:lnTo>
                      <a:pt x="2" y="124"/>
                    </a:lnTo>
                    <a:lnTo>
                      <a:pt x="4" y="126"/>
                    </a:lnTo>
                    <a:lnTo>
                      <a:pt x="6" y="126"/>
                    </a:lnTo>
                    <a:lnTo>
                      <a:pt x="8" y="128"/>
                    </a:lnTo>
                    <a:lnTo>
                      <a:pt x="10" y="130"/>
                    </a:lnTo>
                    <a:lnTo>
                      <a:pt x="14" y="134"/>
                    </a:lnTo>
                    <a:lnTo>
                      <a:pt x="18" y="140"/>
                    </a:lnTo>
                    <a:lnTo>
                      <a:pt x="22" y="144"/>
                    </a:lnTo>
                    <a:lnTo>
                      <a:pt x="24" y="148"/>
                    </a:lnTo>
                    <a:lnTo>
                      <a:pt x="28" y="152"/>
                    </a:lnTo>
                    <a:lnTo>
                      <a:pt x="28" y="154"/>
                    </a:lnTo>
                    <a:lnTo>
                      <a:pt x="30" y="154"/>
                    </a:lnTo>
                    <a:lnTo>
                      <a:pt x="32" y="172"/>
                    </a:lnTo>
                    <a:lnTo>
                      <a:pt x="46" y="172"/>
                    </a:lnTo>
                    <a:lnTo>
                      <a:pt x="64" y="188"/>
                    </a:lnTo>
                    <a:lnTo>
                      <a:pt x="82" y="190"/>
                    </a:lnTo>
                    <a:lnTo>
                      <a:pt x="90" y="182"/>
                    </a:lnTo>
                    <a:lnTo>
                      <a:pt x="110" y="178"/>
                    </a:lnTo>
                    <a:lnTo>
                      <a:pt x="112" y="184"/>
                    </a:lnTo>
                    <a:lnTo>
                      <a:pt x="128" y="184"/>
                    </a:lnTo>
                    <a:lnTo>
                      <a:pt x="130" y="178"/>
                    </a:lnTo>
                    <a:lnTo>
                      <a:pt x="146" y="172"/>
                    </a:lnTo>
                    <a:lnTo>
                      <a:pt x="178" y="130"/>
                    </a:lnTo>
                    <a:lnTo>
                      <a:pt x="162" y="128"/>
                    </a:lnTo>
                    <a:lnTo>
                      <a:pt x="130" y="110"/>
                    </a:lnTo>
                    <a:lnTo>
                      <a:pt x="120" y="104"/>
                    </a:lnTo>
                    <a:lnTo>
                      <a:pt x="122" y="98"/>
                    </a:lnTo>
                    <a:lnTo>
                      <a:pt x="120" y="96"/>
                    </a:lnTo>
                    <a:lnTo>
                      <a:pt x="106" y="92"/>
                    </a:lnTo>
                    <a:lnTo>
                      <a:pt x="104" y="80"/>
                    </a:lnTo>
                    <a:lnTo>
                      <a:pt x="112" y="72"/>
                    </a:lnTo>
                    <a:lnTo>
                      <a:pt x="114" y="74"/>
                    </a:lnTo>
                    <a:lnTo>
                      <a:pt x="118" y="70"/>
                    </a:lnTo>
                    <a:lnTo>
                      <a:pt x="118" y="68"/>
                    </a:lnTo>
                    <a:lnTo>
                      <a:pt x="118" y="68"/>
                    </a:lnTo>
                    <a:lnTo>
                      <a:pt x="118" y="66"/>
                    </a:lnTo>
                    <a:lnTo>
                      <a:pt x="116" y="64"/>
                    </a:lnTo>
                    <a:lnTo>
                      <a:pt x="114" y="60"/>
                    </a:lnTo>
                    <a:lnTo>
                      <a:pt x="110" y="56"/>
                    </a:lnTo>
                    <a:lnTo>
                      <a:pt x="104" y="50"/>
                    </a:lnTo>
                    <a:lnTo>
                      <a:pt x="96" y="44"/>
                    </a:lnTo>
                    <a:lnTo>
                      <a:pt x="96" y="42"/>
                    </a:lnTo>
                    <a:lnTo>
                      <a:pt x="94" y="40"/>
                    </a:lnTo>
                    <a:lnTo>
                      <a:pt x="90" y="38"/>
                    </a:lnTo>
                    <a:lnTo>
                      <a:pt x="86" y="34"/>
                    </a:lnTo>
                    <a:lnTo>
                      <a:pt x="82" y="30"/>
                    </a:lnTo>
                    <a:lnTo>
                      <a:pt x="78" y="26"/>
                    </a:lnTo>
                    <a:lnTo>
                      <a:pt x="76" y="20"/>
                    </a:lnTo>
                    <a:lnTo>
                      <a:pt x="74" y="16"/>
                    </a:lnTo>
                    <a:lnTo>
                      <a:pt x="72" y="14"/>
                    </a:lnTo>
                    <a:lnTo>
                      <a:pt x="72" y="12"/>
                    </a:lnTo>
                    <a:lnTo>
                      <a:pt x="70" y="10"/>
                    </a:lnTo>
                    <a:lnTo>
                      <a:pt x="70" y="6"/>
                    </a:lnTo>
                    <a:lnTo>
                      <a:pt x="6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6" name="Google Shape;566;p8"/>
              <p:cNvSpPr/>
              <p:nvPr/>
            </p:nvSpPr>
            <p:spPr>
              <a:xfrm>
                <a:off x="1276" y="2866"/>
                <a:ext cx="22" cy="26"/>
              </a:xfrm>
              <a:custGeom>
                <a:avLst/>
                <a:gdLst/>
                <a:ahLst/>
                <a:cxnLst/>
                <a:rect l="l" t="t" r="r" b="b"/>
                <a:pathLst>
                  <a:path w="22" h="26" extrusionOk="0">
                    <a:moveTo>
                      <a:pt x="0" y="6"/>
                    </a:moveTo>
                    <a:lnTo>
                      <a:pt x="18" y="0"/>
                    </a:lnTo>
                    <a:lnTo>
                      <a:pt x="20" y="0"/>
                    </a:lnTo>
                    <a:lnTo>
                      <a:pt x="20" y="2"/>
                    </a:lnTo>
                    <a:lnTo>
                      <a:pt x="22" y="4"/>
                    </a:lnTo>
                    <a:lnTo>
                      <a:pt x="22" y="6"/>
                    </a:lnTo>
                    <a:lnTo>
                      <a:pt x="22" y="6"/>
                    </a:lnTo>
                    <a:lnTo>
                      <a:pt x="22" y="8"/>
                    </a:lnTo>
                    <a:lnTo>
                      <a:pt x="22" y="12"/>
                    </a:lnTo>
                    <a:lnTo>
                      <a:pt x="22" y="16"/>
                    </a:lnTo>
                    <a:lnTo>
                      <a:pt x="22" y="20"/>
                    </a:lnTo>
                    <a:lnTo>
                      <a:pt x="18" y="22"/>
                    </a:lnTo>
                    <a:lnTo>
                      <a:pt x="18" y="22"/>
                    </a:lnTo>
                    <a:lnTo>
                      <a:pt x="16" y="22"/>
                    </a:lnTo>
                    <a:lnTo>
                      <a:pt x="12" y="24"/>
                    </a:lnTo>
                    <a:lnTo>
                      <a:pt x="12" y="26"/>
                    </a:lnTo>
                    <a:lnTo>
                      <a:pt x="12" y="26"/>
                    </a:lnTo>
                    <a:lnTo>
                      <a:pt x="10" y="26"/>
                    </a:lnTo>
                    <a:lnTo>
                      <a:pt x="8" y="26"/>
                    </a:lnTo>
                    <a:lnTo>
                      <a:pt x="2" y="24"/>
                    </a:lnTo>
                    <a:lnTo>
                      <a:pt x="2" y="24"/>
                    </a:lnTo>
                    <a:lnTo>
                      <a:pt x="2" y="22"/>
                    </a:lnTo>
                    <a:lnTo>
                      <a:pt x="0" y="18"/>
                    </a:lnTo>
                    <a:lnTo>
                      <a:pt x="0" y="14"/>
                    </a:lnTo>
                    <a:lnTo>
                      <a:pt x="0" y="10"/>
                    </a:lnTo>
                    <a:lnTo>
                      <a:pt x="0" y="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7" name="Google Shape;567;p8"/>
              <p:cNvSpPr/>
              <p:nvPr/>
            </p:nvSpPr>
            <p:spPr>
              <a:xfrm>
                <a:off x="1278" y="2884"/>
                <a:ext cx="24" cy="32"/>
              </a:xfrm>
              <a:custGeom>
                <a:avLst/>
                <a:gdLst/>
                <a:ahLst/>
                <a:cxnLst/>
                <a:rect l="l" t="t" r="r" b="b"/>
                <a:pathLst>
                  <a:path w="24" h="32" extrusionOk="0">
                    <a:moveTo>
                      <a:pt x="18" y="0"/>
                    </a:moveTo>
                    <a:lnTo>
                      <a:pt x="18" y="2"/>
                    </a:lnTo>
                    <a:lnTo>
                      <a:pt x="16" y="2"/>
                    </a:lnTo>
                    <a:lnTo>
                      <a:pt x="12" y="6"/>
                    </a:lnTo>
                    <a:lnTo>
                      <a:pt x="12" y="6"/>
                    </a:lnTo>
                    <a:lnTo>
                      <a:pt x="12" y="6"/>
                    </a:lnTo>
                    <a:lnTo>
                      <a:pt x="10" y="6"/>
                    </a:lnTo>
                    <a:lnTo>
                      <a:pt x="10" y="8"/>
                    </a:lnTo>
                    <a:lnTo>
                      <a:pt x="8" y="8"/>
                    </a:lnTo>
                    <a:lnTo>
                      <a:pt x="6" y="8"/>
                    </a:lnTo>
                    <a:lnTo>
                      <a:pt x="2" y="6"/>
                    </a:lnTo>
                    <a:lnTo>
                      <a:pt x="0" y="6"/>
                    </a:lnTo>
                    <a:lnTo>
                      <a:pt x="8" y="32"/>
                    </a:lnTo>
                    <a:lnTo>
                      <a:pt x="8" y="32"/>
                    </a:lnTo>
                    <a:lnTo>
                      <a:pt x="10" y="30"/>
                    </a:lnTo>
                    <a:lnTo>
                      <a:pt x="14" y="28"/>
                    </a:lnTo>
                    <a:lnTo>
                      <a:pt x="16" y="24"/>
                    </a:lnTo>
                    <a:lnTo>
                      <a:pt x="20" y="20"/>
                    </a:lnTo>
                    <a:lnTo>
                      <a:pt x="22" y="16"/>
                    </a:lnTo>
                    <a:lnTo>
                      <a:pt x="24" y="12"/>
                    </a:lnTo>
                    <a:lnTo>
                      <a:pt x="24" y="10"/>
                    </a:lnTo>
                    <a:lnTo>
                      <a:pt x="22" y="8"/>
                    </a:lnTo>
                    <a:lnTo>
                      <a:pt x="20" y="6"/>
                    </a:lnTo>
                    <a:lnTo>
                      <a:pt x="20" y="4"/>
                    </a:lnTo>
                    <a:lnTo>
                      <a:pt x="1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8" name="Google Shape;568;p8"/>
              <p:cNvSpPr/>
              <p:nvPr/>
            </p:nvSpPr>
            <p:spPr>
              <a:xfrm>
                <a:off x="1286" y="2864"/>
                <a:ext cx="126" cy="142"/>
              </a:xfrm>
              <a:custGeom>
                <a:avLst/>
                <a:gdLst/>
                <a:ahLst/>
                <a:cxnLst/>
                <a:rect l="l" t="t" r="r" b="b"/>
                <a:pathLst>
                  <a:path w="126" h="142" extrusionOk="0">
                    <a:moveTo>
                      <a:pt x="48" y="4"/>
                    </a:moveTo>
                    <a:lnTo>
                      <a:pt x="40" y="4"/>
                    </a:lnTo>
                    <a:lnTo>
                      <a:pt x="40" y="4"/>
                    </a:lnTo>
                    <a:lnTo>
                      <a:pt x="40" y="6"/>
                    </a:lnTo>
                    <a:lnTo>
                      <a:pt x="38" y="10"/>
                    </a:lnTo>
                    <a:lnTo>
                      <a:pt x="38" y="12"/>
                    </a:lnTo>
                    <a:lnTo>
                      <a:pt x="36" y="16"/>
                    </a:lnTo>
                    <a:lnTo>
                      <a:pt x="32" y="18"/>
                    </a:lnTo>
                    <a:lnTo>
                      <a:pt x="28" y="18"/>
                    </a:lnTo>
                    <a:lnTo>
                      <a:pt x="28" y="18"/>
                    </a:lnTo>
                    <a:lnTo>
                      <a:pt x="24" y="16"/>
                    </a:lnTo>
                    <a:lnTo>
                      <a:pt x="22" y="12"/>
                    </a:lnTo>
                    <a:lnTo>
                      <a:pt x="20" y="10"/>
                    </a:lnTo>
                    <a:lnTo>
                      <a:pt x="18" y="6"/>
                    </a:lnTo>
                    <a:lnTo>
                      <a:pt x="18" y="0"/>
                    </a:lnTo>
                    <a:lnTo>
                      <a:pt x="10" y="2"/>
                    </a:lnTo>
                    <a:lnTo>
                      <a:pt x="10" y="4"/>
                    </a:lnTo>
                    <a:lnTo>
                      <a:pt x="10" y="6"/>
                    </a:lnTo>
                    <a:lnTo>
                      <a:pt x="12" y="10"/>
                    </a:lnTo>
                    <a:lnTo>
                      <a:pt x="12" y="14"/>
                    </a:lnTo>
                    <a:lnTo>
                      <a:pt x="12" y="14"/>
                    </a:lnTo>
                    <a:lnTo>
                      <a:pt x="14" y="16"/>
                    </a:lnTo>
                    <a:lnTo>
                      <a:pt x="12" y="18"/>
                    </a:lnTo>
                    <a:lnTo>
                      <a:pt x="12" y="22"/>
                    </a:lnTo>
                    <a:lnTo>
                      <a:pt x="12" y="22"/>
                    </a:lnTo>
                    <a:lnTo>
                      <a:pt x="12" y="26"/>
                    </a:lnTo>
                    <a:lnTo>
                      <a:pt x="14" y="28"/>
                    </a:lnTo>
                    <a:lnTo>
                      <a:pt x="16" y="32"/>
                    </a:lnTo>
                    <a:lnTo>
                      <a:pt x="16" y="32"/>
                    </a:lnTo>
                    <a:lnTo>
                      <a:pt x="16" y="34"/>
                    </a:lnTo>
                    <a:lnTo>
                      <a:pt x="16" y="36"/>
                    </a:lnTo>
                    <a:lnTo>
                      <a:pt x="14" y="38"/>
                    </a:lnTo>
                    <a:lnTo>
                      <a:pt x="10" y="42"/>
                    </a:lnTo>
                    <a:lnTo>
                      <a:pt x="6" y="48"/>
                    </a:lnTo>
                    <a:lnTo>
                      <a:pt x="0" y="54"/>
                    </a:lnTo>
                    <a:lnTo>
                      <a:pt x="10" y="104"/>
                    </a:lnTo>
                    <a:lnTo>
                      <a:pt x="10" y="104"/>
                    </a:lnTo>
                    <a:lnTo>
                      <a:pt x="14" y="104"/>
                    </a:lnTo>
                    <a:lnTo>
                      <a:pt x="16" y="106"/>
                    </a:lnTo>
                    <a:lnTo>
                      <a:pt x="22" y="106"/>
                    </a:lnTo>
                    <a:lnTo>
                      <a:pt x="26" y="108"/>
                    </a:lnTo>
                    <a:lnTo>
                      <a:pt x="30" y="108"/>
                    </a:lnTo>
                    <a:lnTo>
                      <a:pt x="34" y="108"/>
                    </a:lnTo>
                    <a:lnTo>
                      <a:pt x="34" y="108"/>
                    </a:lnTo>
                    <a:lnTo>
                      <a:pt x="36" y="108"/>
                    </a:lnTo>
                    <a:lnTo>
                      <a:pt x="40" y="108"/>
                    </a:lnTo>
                    <a:lnTo>
                      <a:pt x="42" y="108"/>
                    </a:lnTo>
                    <a:lnTo>
                      <a:pt x="48" y="108"/>
                    </a:lnTo>
                    <a:lnTo>
                      <a:pt x="52" y="112"/>
                    </a:lnTo>
                    <a:lnTo>
                      <a:pt x="56" y="116"/>
                    </a:lnTo>
                    <a:lnTo>
                      <a:pt x="60" y="124"/>
                    </a:lnTo>
                    <a:lnTo>
                      <a:pt x="60" y="126"/>
                    </a:lnTo>
                    <a:lnTo>
                      <a:pt x="62" y="128"/>
                    </a:lnTo>
                    <a:lnTo>
                      <a:pt x="62" y="132"/>
                    </a:lnTo>
                    <a:lnTo>
                      <a:pt x="64" y="138"/>
                    </a:lnTo>
                    <a:lnTo>
                      <a:pt x="68" y="142"/>
                    </a:lnTo>
                    <a:lnTo>
                      <a:pt x="80" y="142"/>
                    </a:lnTo>
                    <a:lnTo>
                      <a:pt x="84" y="140"/>
                    </a:lnTo>
                    <a:lnTo>
                      <a:pt x="86" y="142"/>
                    </a:lnTo>
                    <a:lnTo>
                      <a:pt x="106" y="142"/>
                    </a:lnTo>
                    <a:lnTo>
                      <a:pt x="126" y="134"/>
                    </a:lnTo>
                    <a:lnTo>
                      <a:pt x="110" y="108"/>
                    </a:lnTo>
                    <a:lnTo>
                      <a:pt x="108" y="90"/>
                    </a:lnTo>
                    <a:lnTo>
                      <a:pt x="106" y="90"/>
                    </a:lnTo>
                    <a:lnTo>
                      <a:pt x="104" y="88"/>
                    </a:lnTo>
                    <a:lnTo>
                      <a:pt x="102" y="84"/>
                    </a:lnTo>
                    <a:lnTo>
                      <a:pt x="102" y="80"/>
                    </a:lnTo>
                    <a:lnTo>
                      <a:pt x="100" y="76"/>
                    </a:lnTo>
                    <a:lnTo>
                      <a:pt x="102" y="70"/>
                    </a:lnTo>
                    <a:lnTo>
                      <a:pt x="110" y="50"/>
                    </a:lnTo>
                    <a:lnTo>
                      <a:pt x="98" y="44"/>
                    </a:lnTo>
                    <a:lnTo>
                      <a:pt x="96" y="42"/>
                    </a:lnTo>
                    <a:lnTo>
                      <a:pt x="94" y="40"/>
                    </a:lnTo>
                    <a:lnTo>
                      <a:pt x="94" y="38"/>
                    </a:lnTo>
                    <a:lnTo>
                      <a:pt x="94" y="36"/>
                    </a:lnTo>
                    <a:lnTo>
                      <a:pt x="48"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69" name="Google Shape;569;p8"/>
              <p:cNvSpPr/>
              <p:nvPr/>
            </p:nvSpPr>
            <p:spPr>
              <a:xfrm>
                <a:off x="1302" y="2998"/>
                <a:ext cx="112" cy="212"/>
              </a:xfrm>
              <a:custGeom>
                <a:avLst/>
                <a:gdLst/>
                <a:ahLst/>
                <a:cxnLst/>
                <a:rect l="l" t="t" r="r" b="b"/>
                <a:pathLst>
                  <a:path w="112" h="212" extrusionOk="0">
                    <a:moveTo>
                      <a:pt x="2" y="156"/>
                    </a:moveTo>
                    <a:lnTo>
                      <a:pt x="8" y="148"/>
                    </a:lnTo>
                    <a:lnTo>
                      <a:pt x="20" y="140"/>
                    </a:lnTo>
                    <a:lnTo>
                      <a:pt x="28" y="128"/>
                    </a:lnTo>
                    <a:lnTo>
                      <a:pt x="30" y="112"/>
                    </a:lnTo>
                    <a:lnTo>
                      <a:pt x="28" y="96"/>
                    </a:lnTo>
                    <a:lnTo>
                      <a:pt x="30" y="82"/>
                    </a:lnTo>
                    <a:lnTo>
                      <a:pt x="18" y="76"/>
                    </a:lnTo>
                    <a:lnTo>
                      <a:pt x="8" y="72"/>
                    </a:lnTo>
                    <a:lnTo>
                      <a:pt x="8" y="66"/>
                    </a:lnTo>
                    <a:lnTo>
                      <a:pt x="44" y="58"/>
                    </a:lnTo>
                    <a:lnTo>
                      <a:pt x="44" y="34"/>
                    </a:lnTo>
                    <a:lnTo>
                      <a:pt x="42" y="26"/>
                    </a:lnTo>
                    <a:lnTo>
                      <a:pt x="46" y="20"/>
                    </a:lnTo>
                    <a:lnTo>
                      <a:pt x="50" y="28"/>
                    </a:lnTo>
                    <a:lnTo>
                      <a:pt x="54" y="28"/>
                    </a:lnTo>
                    <a:lnTo>
                      <a:pt x="56" y="34"/>
                    </a:lnTo>
                    <a:lnTo>
                      <a:pt x="58" y="36"/>
                    </a:lnTo>
                    <a:lnTo>
                      <a:pt x="60" y="38"/>
                    </a:lnTo>
                    <a:lnTo>
                      <a:pt x="62" y="40"/>
                    </a:lnTo>
                    <a:lnTo>
                      <a:pt x="64" y="40"/>
                    </a:lnTo>
                    <a:lnTo>
                      <a:pt x="64" y="40"/>
                    </a:lnTo>
                    <a:lnTo>
                      <a:pt x="64" y="32"/>
                    </a:lnTo>
                    <a:lnTo>
                      <a:pt x="62" y="26"/>
                    </a:lnTo>
                    <a:lnTo>
                      <a:pt x="60" y="26"/>
                    </a:lnTo>
                    <a:lnTo>
                      <a:pt x="58" y="24"/>
                    </a:lnTo>
                    <a:lnTo>
                      <a:pt x="56" y="22"/>
                    </a:lnTo>
                    <a:lnTo>
                      <a:pt x="56" y="20"/>
                    </a:lnTo>
                    <a:lnTo>
                      <a:pt x="52" y="8"/>
                    </a:lnTo>
                    <a:lnTo>
                      <a:pt x="64" y="8"/>
                    </a:lnTo>
                    <a:lnTo>
                      <a:pt x="68" y="6"/>
                    </a:lnTo>
                    <a:lnTo>
                      <a:pt x="70" y="8"/>
                    </a:lnTo>
                    <a:lnTo>
                      <a:pt x="92" y="8"/>
                    </a:lnTo>
                    <a:lnTo>
                      <a:pt x="110" y="0"/>
                    </a:lnTo>
                    <a:lnTo>
                      <a:pt x="110" y="4"/>
                    </a:lnTo>
                    <a:lnTo>
                      <a:pt x="110" y="10"/>
                    </a:lnTo>
                    <a:lnTo>
                      <a:pt x="110" y="18"/>
                    </a:lnTo>
                    <a:lnTo>
                      <a:pt x="110" y="24"/>
                    </a:lnTo>
                    <a:lnTo>
                      <a:pt x="110" y="32"/>
                    </a:lnTo>
                    <a:lnTo>
                      <a:pt x="110" y="36"/>
                    </a:lnTo>
                    <a:lnTo>
                      <a:pt x="112" y="40"/>
                    </a:lnTo>
                    <a:lnTo>
                      <a:pt x="112" y="42"/>
                    </a:lnTo>
                    <a:lnTo>
                      <a:pt x="112" y="58"/>
                    </a:lnTo>
                    <a:lnTo>
                      <a:pt x="108" y="70"/>
                    </a:lnTo>
                    <a:lnTo>
                      <a:pt x="102" y="76"/>
                    </a:lnTo>
                    <a:lnTo>
                      <a:pt x="96" y="80"/>
                    </a:lnTo>
                    <a:lnTo>
                      <a:pt x="90" y="82"/>
                    </a:lnTo>
                    <a:lnTo>
                      <a:pt x="88" y="82"/>
                    </a:lnTo>
                    <a:lnTo>
                      <a:pt x="82" y="86"/>
                    </a:lnTo>
                    <a:lnTo>
                      <a:pt x="78" y="88"/>
                    </a:lnTo>
                    <a:lnTo>
                      <a:pt x="74" y="92"/>
                    </a:lnTo>
                    <a:lnTo>
                      <a:pt x="72" y="94"/>
                    </a:lnTo>
                    <a:lnTo>
                      <a:pt x="72" y="94"/>
                    </a:lnTo>
                    <a:lnTo>
                      <a:pt x="68" y="100"/>
                    </a:lnTo>
                    <a:lnTo>
                      <a:pt x="62" y="106"/>
                    </a:lnTo>
                    <a:lnTo>
                      <a:pt x="60" y="108"/>
                    </a:lnTo>
                    <a:lnTo>
                      <a:pt x="56" y="110"/>
                    </a:lnTo>
                    <a:lnTo>
                      <a:pt x="56" y="110"/>
                    </a:lnTo>
                    <a:lnTo>
                      <a:pt x="50" y="114"/>
                    </a:lnTo>
                    <a:lnTo>
                      <a:pt x="48" y="118"/>
                    </a:lnTo>
                    <a:lnTo>
                      <a:pt x="46" y="122"/>
                    </a:lnTo>
                    <a:lnTo>
                      <a:pt x="44" y="126"/>
                    </a:lnTo>
                    <a:lnTo>
                      <a:pt x="44" y="126"/>
                    </a:lnTo>
                    <a:lnTo>
                      <a:pt x="44" y="142"/>
                    </a:lnTo>
                    <a:lnTo>
                      <a:pt x="44" y="158"/>
                    </a:lnTo>
                    <a:lnTo>
                      <a:pt x="46" y="168"/>
                    </a:lnTo>
                    <a:lnTo>
                      <a:pt x="46" y="172"/>
                    </a:lnTo>
                    <a:lnTo>
                      <a:pt x="46" y="176"/>
                    </a:lnTo>
                    <a:lnTo>
                      <a:pt x="46" y="180"/>
                    </a:lnTo>
                    <a:lnTo>
                      <a:pt x="46" y="184"/>
                    </a:lnTo>
                    <a:lnTo>
                      <a:pt x="46" y="184"/>
                    </a:lnTo>
                    <a:lnTo>
                      <a:pt x="42" y="188"/>
                    </a:lnTo>
                    <a:lnTo>
                      <a:pt x="38" y="190"/>
                    </a:lnTo>
                    <a:lnTo>
                      <a:pt x="34" y="192"/>
                    </a:lnTo>
                    <a:lnTo>
                      <a:pt x="30" y="194"/>
                    </a:lnTo>
                    <a:lnTo>
                      <a:pt x="30" y="194"/>
                    </a:lnTo>
                    <a:lnTo>
                      <a:pt x="24" y="196"/>
                    </a:lnTo>
                    <a:lnTo>
                      <a:pt x="22" y="198"/>
                    </a:lnTo>
                    <a:lnTo>
                      <a:pt x="20" y="200"/>
                    </a:lnTo>
                    <a:lnTo>
                      <a:pt x="20" y="202"/>
                    </a:lnTo>
                    <a:lnTo>
                      <a:pt x="20" y="202"/>
                    </a:lnTo>
                    <a:lnTo>
                      <a:pt x="20" y="206"/>
                    </a:lnTo>
                    <a:lnTo>
                      <a:pt x="22" y="208"/>
                    </a:lnTo>
                    <a:lnTo>
                      <a:pt x="22" y="208"/>
                    </a:lnTo>
                    <a:lnTo>
                      <a:pt x="22" y="210"/>
                    </a:lnTo>
                    <a:lnTo>
                      <a:pt x="20" y="212"/>
                    </a:lnTo>
                    <a:lnTo>
                      <a:pt x="20" y="212"/>
                    </a:lnTo>
                    <a:lnTo>
                      <a:pt x="18" y="212"/>
                    </a:lnTo>
                    <a:lnTo>
                      <a:pt x="14" y="212"/>
                    </a:lnTo>
                    <a:lnTo>
                      <a:pt x="12" y="204"/>
                    </a:lnTo>
                    <a:lnTo>
                      <a:pt x="10" y="198"/>
                    </a:lnTo>
                    <a:lnTo>
                      <a:pt x="10" y="194"/>
                    </a:lnTo>
                    <a:lnTo>
                      <a:pt x="8" y="192"/>
                    </a:lnTo>
                    <a:lnTo>
                      <a:pt x="8" y="192"/>
                    </a:lnTo>
                    <a:lnTo>
                      <a:pt x="6" y="192"/>
                    </a:lnTo>
                    <a:lnTo>
                      <a:pt x="6" y="192"/>
                    </a:lnTo>
                    <a:lnTo>
                      <a:pt x="8" y="182"/>
                    </a:lnTo>
                    <a:lnTo>
                      <a:pt x="6" y="174"/>
                    </a:lnTo>
                    <a:lnTo>
                      <a:pt x="4" y="168"/>
                    </a:lnTo>
                    <a:lnTo>
                      <a:pt x="2" y="164"/>
                    </a:lnTo>
                    <a:lnTo>
                      <a:pt x="0" y="162"/>
                    </a:lnTo>
                    <a:lnTo>
                      <a:pt x="0" y="160"/>
                    </a:lnTo>
                    <a:lnTo>
                      <a:pt x="2" y="15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 name="Google Shape;570;p8"/>
              <p:cNvSpPr/>
              <p:nvPr/>
            </p:nvSpPr>
            <p:spPr>
              <a:xfrm>
                <a:off x="1100" y="3158"/>
                <a:ext cx="224" cy="176"/>
              </a:xfrm>
              <a:custGeom>
                <a:avLst/>
                <a:gdLst/>
                <a:ahLst/>
                <a:cxnLst/>
                <a:rect l="l" t="t" r="r" b="b"/>
                <a:pathLst>
                  <a:path w="224" h="176" extrusionOk="0">
                    <a:moveTo>
                      <a:pt x="176" y="0"/>
                    </a:moveTo>
                    <a:lnTo>
                      <a:pt x="174" y="4"/>
                    </a:lnTo>
                    <a:lnTo>
                      <a:pt x="170" y="6"/>
                    </a:lnTo>
                    <a:lnTo>
                      <a:pt x="166" y="8"/>
                    </a:lnTo>
                    <a:lnTo>
                      <a:pt x="164" y="10"/>
                    </a:lnTo>
                    <a:lnTo>
                      <a:pt x="162" y="10"/>
                    </a:lnTo>
                    <a:lnTo>
                      <a:pt x="160" y="14"/>
                    </a:lnTo>
                    <a:lnTo>
                      <a:pt x="158" y="16"/>
                    </a:lnTo>
                    <a:lnTo>
                      <a:pt x="152" y="18"/>
                    </a:lnTo>
                    <a:lnTo>
                      <a:pt x="148" y="20"/>
                    </a:lnTo>
                    <a:lnTo>
                      <a:pt x="146" y="20"/>
                    </a:lnTo>
                    <a:lnTo>
                      <a:pt x="144" y="22"/>
                    </a:lnTo>
                    <a:lnTo>
                      <a:pt x="140" y="24"/>
                    </a:lnTo>
                    <a:lnTo>
                      <a:pt x="136" y="28"/>
                    </a:lnTo>
                    <a:lnTo>
                      <a:pt x="134" y="34"/>
                    </a:lnTo>
                    <a:lnTo>
                      <a:pt x="132" y="38"/>
                    </a:lnTo>
                    <a:lnTo>
                      <a:pt x="130" y="42"/>
                    </a:lnTo>
                    <a:lnTo>
                      <a:pt x="128" y="46"/>
                    </a:lnTo>
                    <a:lnTo>
                      <a:pt x="128" y="48"/>
                    </a:lnTo>
                    <a:lnTo>
                      <a:pt x="124" y="48"/>
                    </a:lnTo>
                    <a:lnTo>
                      <a:pt x="122" y="46"/>
                    </a:lnTo>
                    <a:lnTo>
                      <a:pt x="120" y="44"/>
                    </a:lnTo>
                    <a:lnTo>
                      <a:pt x="118" y="44"/>
                    </a:lnTo>
                    <a:lnTo>
                      <a:pt x="114" y="40"/>
                    </a:lnTo>
                    <a:lnTo>
                      <a:pt x="110" y="40"/>
                    </a:lnTo>
                    <a:lnTo>
                      <a:pt x="106" y="40"/>
                    </a:lnTo>
                    <a:lnTo>
                      <a:pt x="102" y="42"/>
                    </a:lnTo>
                    <a:lnTo>
                      <a:pt x="100" y="42"/>
                    </a:lnTo>
                    <a:lnTo>
                      <a:pt x="98" y="44"/>
                    </a:lnTo>
                    <a:lnTo>
                      <a:pt x="98" y="46"/>
                    </a:lnTo>
                    <a:lnTo>
                      <a:pt x="96" y="50"/>
                    </a:lnTo>
                    <a:lnTo>
                      <a:pt x="94" y="52"/>
                    </a:lnTo>
                    <a:lnTo>
                      <a:pt x="94" y="54"/>
                    </a:lnTo>
                    <a:lnTo>
                      <a:pt x="94" y="56"/>
                    </a:lnTo>
                    <a:lnTo>
                      <a:pt x="88" y="62"/>
                    </a:lnTo>
                    <a:lnTo>
                      <a:pt x="80" y="66"/>
                    </a:lnTo>
                    <a:lnTo>
                      <a:pt x="74" y="68"/>
                    </a:lnTo>
                    <a:lnTo>
                      <a:pt x="70" y="68"/>
                    </a:lnTo>
                    <a:lnTo>
                      <a:pt x="66" y="68"/>
                    </a:lnTo>
                    <a:lnTo>
                      <a:pt x="64" y="68"/>
                    </a:lnTo>
                    <a:lnTo>
                      <a:pt x="62" y="64"/>
                    </a:lnTo>
                    <a:lnTo>
                      <a:pt x="64" y="62"/>
                    </a:lnTo>
                    <a:lnTo>
                      <a:pt x="66" y="58"/>
                    </a:lnTo>
                    <a:lnTo>
                      <a:pt x="66" y="58"/>
                    </a:lnTo>
                    <a:lnTo>
                      <a:pt x="68" y="56"/>
                    </a:lnTo>
                    <a:lnTo>
                      <a:pt x="68" y="50"/>
                    </a:lnTo>
                    <a:lnTo>
                      <a:pt x="66" y="44"/>
                    </a:lnTo>
                    <a:lnTo>
                      <a:pt x="64" y="38"/>
                    </a:lnTo>
                    <a:lnTo>
                      <a:pt x="60" y="36"/>
                    </a:lnTo>
                    <a:lnTo>
                      <a:pt x="58" y="34"/>
                    </a:lnTo>
                    <a:lnTo>
                      <a:pt x="56" y="32"/>
                    </a:lnTo>
                    <a:lnTo>
                      <a:pt x="54" y="32"/>
                    </a:lnTo>
                    <a:lnTo>
                      <a:pt x="54" y="78"/>
                    </a:lnTo>
                    <a:lnTo>
                      <a:pt x="54" y="78"/>
                    </a:lnTo>
                    <a:lnTo>
                      <a:pt x="54" y="80"/>
                    </a:lnTo>
                    <a:lnTo>
                      <a:pt x="52" y="80"/>
                    </a:lnTo>
                    <a:lnTo>
                      <a:pt x="50" y="82"/>
                    </a:lnTo>
                    <a:lnTo>
                      <a:pt x="46" y="82"/>
                    </a:lnTo>
                    <a:lnTo>
                      <a:pt x="38" y="82"/>
                    </a:lnTo>
                    <a:lnTo>
                      <a:pt x="28" y="82"/>
                    </a:lnTo>
                    <a:lnTo>
                      <a:pt x="26" y="82"/>
                    </a:lnTo>
                    <a:lnTo>
                      <a:pt x="26" y="82"/>
                    </a:lnTo>
                    <a:lnTo>
                      <a:pt x="24" y="80"/>
                    </a:lnTo>
                    <a:lnTo>
                      <a:pt x="24" y="80"/>
                    </a:lnTo>
                    <a:lnTo>
                      <a:pt x="22" y="76"/>
                    </a:lnTo>
                    <a:lnTo>
                      <a:pt x="22" y="70"/>
                    </a:lnTo>
                    <a:lnTo>
                      <a:pt x="20" y="70"/>
                    </a:lnTo>
                    <a:lnTo>
                      <a:pt x="20" y="68"/>
                    </a:lnTo>
                    <a:lnTo>
                      <a:pt x="18" y="68"/>
                    </a:lnTo>
                    <a:lnTo>
                      <a:pt x="16" y="68"/>
                    </a:lnTo>
                    <a:lnTo>
                      <a:pt x="12" y="78"/>
                    </a:lnTo>
                    <a:lnTo>
                      <a:pt x="0" y="82"/>
                    </a:lnTo>
                    <a:lnTo>
                      <a:pt x="8" y="110"/>
                    </a:lnTo>
                    <a:lnTo>
                      <a:pt x="20" y="126"/>
                    </a:lnTo>
                    <a:lnTo>
                      <a:pt x="20" y="160"/>
                    </a:lnTo>
                    <a:lnTo>
                      <a:pt x="20" y="162"/>
                    </a:lnTo>
                    <a:lnTo>
                      <a:pt x="28" y="168"/>
                    </a:lnTo>
                    <a:lnTo>
                      <a:pt x="38" y="172"/>
                    </a:lnTo>
                    <a:lnTo>
                      <a:pt x="56" y="176"/>
                    </a:lnTo>
                    <a:lnTo>
                      <a:pt x="60" y="176"/>
                    </a:lnTo>
                    <a:lnTo>
                      <a:pt x="70" y="172"/>
                    </a:lnTo>
                    <a:lnTo>
                      <a:pt x="82" y="166"/>
                    </a:lnTo>
                    <a:lnTo>
                      <a:pt x="92" y="164"/>
                    </a:lnTo>
                    <a:lnTo>
                      <a:pt x="100" y="164"/>
                    </a:lnTo>
                    <a:lnTo>
                      <a:pt x="104" y="164"/>
                    </a:lnTo>
                    <a:lnTo>
                      <a:pt x="116" y="164"/>
                    </a:lnTo>
                    <a:lnTo>
                      <a:pt x="128" y="160"/>
                    </a:lnTo>
                    <a:lnTo>
                      <a:pt x="142" y="154"/>
                    </a:lnTo>
                    <a:lnTo>
                      <a:pt x="144" y="152"/>
                    </a:lnTo>
                    <a:lnTo>
                      <a:pt x="146" y="150"/>
                    </a:lnTo>
                    <a:lnTo>
                      <a:pt x="148" y="148"/>
                    </a:lnTo>
                    <a:lnTo>
                      <a:pt x="152" y="144"/>
                    </a:lnTo>
                    <a:lnTo>
                      <a:pt x="154" y="142"/>
                    </a:lnTo>
                    <a:lnTo>
                      <a:pt x="156" y="138"/>
                    </a:lnTo>
                    <a:lnTo>
                      <a:pt x="158" y="136"/>
                    </a:lnTo>
                    <a:lnTo>
                      <a:pt x="166" y="126"/>
                    </a:lnTo>
                    <a:lnTo>
                      <a:pt x="174" y="116"/>
                    </a:lnTo>
                    <a:lnTo>
                      <a:pt x="182" y="108"/>
                    </a:lnTo>
                    <a:lnTo>
                      <a:pt x="186" y="104"/>
                    </a:lnTo>
                    <a:lnTo>
                      <a:pt x="186" y="102"/>
                    </a:lnTo>
                    <a:lnTo>
                      <a:pt x="188" y="100"/>
                    </a:lnTo>
                    <a:lnTo>
                      <a:pt x="190" y="96"/>
                    </a:lnTo>
                    <a:lnTo>
                      <a:pt x="194" y="94"/>
                    </a:lnTo>
                    <a:lnTo>
                      <a:pt x="196" y="90"/>
                    </a:lnTo>
                    <a:lnTo>
                      <a:pt x="198" y="88"/>
                    </a:lnTo>
                    <a:lnTo>
                      <a:pt x="198" y="86"/>
                    </a:lnTo>
                    <a:lnTo>
                      <a:pt x="200" y="86"/>
                    </a:lnTo>
                    <a:lnTo>
                      <a:pt x="202" y="84"/>
                    </a:lnTo>
                    <a:lnTo>
                      <a:pt x="206" y="82"/>
                    </a:lnTo>
                    <a:lnTo>
                      <a:pt x="208" y="80"/>
                    </a:lnTo>
                    <a:lnTo>
                      <a:pt x="212" y="76"/>
                    </a:lnTo>
                    <a:lnTo>
                      <a:pt x="214" y="74"/>
                    </a:lnTo>
                    <a:lnTo>
                      <a:pt x="216" y="72"/>
                    </a:lnTo>
                    <a:lnTo>
                      <a:pt x="216" y="70"/>
                    </a:lnTo>
                    <a:lnTo>
                      <a:pt x="218" y="68"/>
                    </a:lnTo>
                    <a:lnTo>
                      <a:pt x="220" y="62"/>
                    </a:lnTo>
                    <a:lnTo>
                      <a:pt x="222" y="58"/>
                    </a:lnTo>
                    <a:lnTo>
                      <a:pt x="224" y="54"/>
                    </a:lnTo>
                    <a:lnTo>
                      <a:pt x="224" y="52"/>
                    </a:lnTo>
                    <a:lnTo>
                      <a:pt x="216" y="52"/>
                    </a:lnTo>
                    <a:lnTo>
                      <a:pt x="214" y="52"/>
                    </a:lnTo>
                    <a:lnTo>
                      <a:pt x="214" y="48"/>
                    </a:lnTo>
                    <a:lnTo>
                      <a:pt x="214" y="44"/>
                    </a:lnTo>
                    <a:lnTo>
                      <a:pt x="214" y="40"/>
                    </a:lnTo>
                    <a:lnTo>
                      <a:pt x="212" y="36"/>
                    </a:lnTo>
                    <a:lnTo>
                      <a:pt x="210" y="32"/>
                    </a:lnTo>
                    <a:lnTo>
                      <a:pt x="208" y="30"/>
                    </a:lnTo>
                    <a:lnTo>
                      <a:pt x="208" y="30"/>
                    </a:lnTo>
                    <a:lnTo>
                      <a:pt x="210" y="26"/>
                    </a:lnTo>
                    <a:lnTo>
                      <a:pt x="210" y="20"/>
                    </a:lnTo>
                    <a:lnTo>
                      <a:pt x="208" y="14"/>
                    </a:lnTo>
                    <a:lnTo>
                      <a:pt x="208" y="8"/>
                    </a:lnTo>
                    <a:lnTo>
                      <a:pt x="204" y="4"/>
                    </a:lnTo>
                    <a:lnTo>
                      <a:pt x="202" y="0"/>
                    </a:lnTo>
                    <a:lnTo>
                      <a:pt x="17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1" name="Google Shape;571;p8"/>
              <p:cNvSpPr/>
              <p:nvPr/>
            </p:nvSpPr>
            <p:spPr>
              <a:xfrm>
                <a:off x="1302" y="3188"/>
                <a:ext cx="14" cy="28"/>
              </a:xfrm>
              <a:custGeom>
                <a:avLst/>
                <a:gdLst/>
                <a:ahLst/>
                <a:cxnLst/>
                <a:rect l="l" t="t" r="r" b="b"/>
                <a:pathLst>
                  <a:path w="14" h="28" extrusionOk="0">
                    <a:moveTo>
                      <a:pt x="4" y="2"/>
                    </a:moveTo>
                    <a:lnTo>
                      <a:pt x="4" y="2"/>
                    </a:lnTo>
                    <a:lnTo>
                      <a:pt x="6" y="2"/>
                    </a:lnTo>
                    <a:lnTo>
                      <a:pt x="6" y="0"/>
                    </a:lnTo>
                    <a:lnTo>
                      <a:pt x="6" y="2"/>
                    </a:lnTo>
                    <a:lnTo>
                      <a:pt x="8" y="2"/>
                    </a:lnTo>
                    <a:lnTo>
                      <a:pt x="8" y="4"/>
                    </a:lnTo>
                    <a:lnTo>
                      <a:pt x="10" y="6"/>
                    </a:lnTo>
                    <a:lnTo>
                      <a:pt x="12" y="10"/>
                    </a:lnTo>
                    <a:lnTo>
                      <a:pt x="12" y="14"/>
                    </a:lnTo>
                    <a:lnTo>
                      <a:pt x="14" y="22"/>
                    </a:lnTo>
                    <a:lnTo>
                      <a:pt x="12" y="24"/>
                    </a:lnTo>
                    <a:lnTo>
                      <a:pt x="12" y="24"/>
                    </a:lnTo>
                    <a:lnTo>
                      <a:pt x="10" y="26"/>
                    </a:lnTo>
                    <a:lnTo>
                      <a:pt x="6" y="28"/>
                    </a:lnTo>
                    <a:lnTo>
                      <a:pt x="4" y="26"/>
                    </a:lnTo>
                    <a:lnTo>
                      <a:pt x="2" y="24"/>
                    </a:lnTo>
                    <a:lnTo>
                      <a:pt x="2" y="22"/>
                    </a:lnTo>
                    <a:lnTo>
                      <a:pt x="0" y="18"/>
                    </a:lnTo>
                    <a:lnTo>
                      <a:pt x="0" y="14"/>
                    </a:lnTo>
                    <a:lnTo>
                      <a:pt x="0" y="8"/>
                    </a:lnTo>
                    <a:lnTo>
                      <a:pt x="4"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2" name="Google Shape;572;p8"/>
              <p:cNvSpPr/>
              <p:nvPr/>
            </p:nvSpPr>
            <p:spPr>
              <a:xfrm>
                <a:off x="1244" y="3234"/>
                <a:ext cx="22" cy="26"/>
              </a:xfrm>
              <a:custGeom>
                <a:avLst/>
                <a:gdLst/>
                <a:ahLst/>
                <a:cxnLst/>
                <a:rect l="l" t="t" r="r" b="b"/>
                <a:pathLst>
                  <a:path w="22" h="26" extrusionOk="0">
                    <a:moveTo>
                      <a:pt x="0" y="12"/>
                    </a:moveTo>
                    <a:lnTo>
                      <a:pt x="4" y="6"/>
                    </a:lnTo>
                    <a:lnTo>
                      <a:pt x="4" y="6"/>
                    </a:lnTo>
                    <a:lnTo>
                      <a:pt x="4" y="6"/>
                    </a:lnTo>
                    <a:lnTo>
                      <a:pt x="4" y="4"/>
                    </a:lnTo>
                    <a:lnTo>
                      <a:pt x="6" y="2"/>
                    </a:lnTo>
                    <a:lnTo>
                      <a:pt x="8" y="2"/>
                    </a:lnTo>
                    <a:lnTo>
                      <a:pt x="12" y="0"/>
                    </a:lnTo>
                    <a:lnTo>
                      <a:pt x="22" y="8"/>
                    </a:lnTo>
                    <a:lnTo>
                      <a:pt x="16" y="18"/>
                    </a:lnTo>
                    <a:lnTo>
                      <a:pt x="14" y="20"/>
                    </a:lnTo>
                    <a:lnTo>
                      <a:pt x="14" y="22"/>
                    </a:lnTo>
                    <a:lnTo>
                      <a:pt x="12" y="24"/>
                    </a:lnTo>
                    <a:lnTo>
                      <a:pt x="12" y="26"/>
                    </a:lnTo>
                    <a:lnTo>
                      <a:pt x="8" y="26"/>
                    </a:lnTo>
                    <a:lnTo>
                      <a:pt x="0" y="1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3" name="Google Shape;573;p8"/>
              <p:cNvSpPr/>
              <p:nvPr/>
            </p:nvSpPr>
            <p:spPr>
              <a:xfrm>
                <a:off x="1232" y="3062"/>
                <a:ext cx="100" cy="96"/>
              </a:xfrm>
              <a:custGeom>
                <a:avLst/>
                <a:gdLst/>
                <a:ahLst/>
                <a:cxnLst/>
                <a:rect l="l" t="t" r="r" b="b"/>
                <a:pathLst>
                  <a:path w="100" h="96" extrusionOk="0">
                    <a:moveTo>
                      <a:pt x="0" y="26"/>
                    </a:moveTo>
                    <a:lnTo>
                      <a:pt x="18" y="26"/>
                    </a:lnTo>
                    <a:lnTo>
                      <a:pt x="30" y="22"/>
                    </a:lnTo>
                    <a:lnTo>
                      <a:pt x="34" y="16"/>
                    </a:lnTo>
                    <a:lnTo>
                      <a:pt x="36" y="12"/>
                    </a:lnTo>
                    <a:lnTo>
                      <a:pt x="36" y="10"/>
                    </a:lnTo>
                    <a:lnTo>
                      <a:pt x="78" y="0"/>
                    </a:lnTo>
                    <a:lnTo>
                      <a:pt x="78" y="8"/>
                    </a:lnTo>
                    <a:lnTo>
                      <a:pt x="88" y="12"/>
                    </a:lnTo>
                    <a:lnTo>
                      <a:pt x="100" y="18"/>
                    </a:lnTo>
                    <a:lnTo>
                      <a:pt x="98" y="32"/>
                    </a:lnTo>
                    <a:lnTo>
                      <a:pt x="100" y="48"/>
                    </a:lnTo>
                    <a:lnTo>
                      <a:pt x="98" y="64"/>
                    </a:lnTo>
                    <a:lnTo>
                      <a:pt x="90" y="76"/>
                    </a:lnTo>
                    <a:lnTo>
                      <a:pt x="78" y="86"/>
                    </a:lnTo>
                    <a:lnTo>
                      <a:pt x="72" y="92"/>
                    </a:lnTo>
                    <a:lnTo>
                      <a:pt x="70" y="96"/>
                    </a:lnTo>
                    <a:lnTo>
                      <a:pt x="42" y="96"/>
                    </a:lnTo>
                    <a:lnTo>
                      <a:pt x="42" y="96"/>
                    </a:lnTo>
                    <a:lnTo>
                      <a:pt x="40" y="94"/>
                    </a:lnTo>
                    <a:lnTo>
                      <a:pt x="38" y="90"/>
                    </a:lnTo>
                    <a:lnTo>
                      <a:pt x="34" y="88"/>
                    </a:lnTo>
                    <a:lnTo>
                      <a:pt x="34" y="88"/>
                    </a:lnTo>
                    <a:lnTo>
                      <a:pt x="32" y="88"/>
                    </a:lnTo>
                    <a:lnTo>
                      <a:pt x="30" y="88"/>
                    </a:lnTo>
                    <a:lnTo>
                      <a:pt x="28" y="86"/>
                    </a:lnTo>
                    <a:lnTo>
                      <a:pt x="26" y="84"/>
                    </a:lnTo>
                    <a:lnTo>
                      <a:pt x="26" y="80"/>
                    </a:lnTo>
                    <a:lnTo>
                      <a:pt x="24" y="76"/>
                    </a:lnTo>
                    <a:lnTo>
                      <a:pt x="20" y="74"/>
                    </a:lnTo>
                    <a:lnTo>
                      <a:pt x="20" y="74"/>
                    </a:lnTo>
                    <a:lnTo>
                      <a:pt x="20" y="74"/>
                    </a:lnTo>
                    <a:lnTo>
                      <a:pt x="20" y="72"/>
                    </a:lnTo>
                    <a:lnTo>
                      <a:pt x="18" y="68"/>
                    </a:lnTo>
                    <a:lnTo>
                      <a:pt x="16" y="64"/>
                    </a:lnTo>
                    <a:lnTo>
                      <a:pt x="12" y="58"/>
                    </a:lnTo>
                    <a:lnTo>
                      <a:pt x="8" y="52"/>
                    </a:lnTo>
                    <a:lnTo>
                      <a:pt x="4" y="46"/>
                    </a:lnTo>
                    <a:lnTo>
                      <a:pt x="0" y="26"/>
                    </a:lnTo>
                    <a:lnTo>
                      <a:pt x="0" y="28"/>
                    </a:lnTo>
                    <a:lnTo>
                      <a:pt x="2" y="32"/>
                    </a:lnTo>
                    <a:lnTo>
                      <a:pt x="2" y="38"/>
                    </a:lnTo>
                    <a:lnTo>
                      <a:pt x="4" y="44"/>
                    </a:lnTo>
                    <a:lnTo>
                      <a:pt x="6" y="50"/>
                    </a:lnTo>
                    <a:lnTo>
                      <a:pt x="8" y="54"/>
                    </a:lnTo>
                    <a:lnTo>
                      <a:pt x="10" y="56"/>
                    </a:lnTo>
                    <a:lnTo>
                      <a:pt x="10" y="56"/>
                    </a:lnTo>
                    <a:lnTo>
                      <a:pt x="12" y="58"/>
                    </a:lnTo>
                    <a:lnTo>
                      <a:pt x="14" y="62"/>
                    </a:lnTo>
                    <a:lnTo>
                      <a:pt x="16" y="64"/>
                    </a:lnTo>
                    <a:lnTo>
                      <a:pt x="18" y="68"/>
                    </a:lnTo>
                    <a:lnTo>
                      <a:pt x="20" y="72"/>
                    </a:lnTo>
                    <a:lnTo>
                      <a:pt x="20" y="74"/>
                    </a:lnTo>
                    <a:lnTo>
                      <a:pt x="20" y="74"/>
                    </a:lnTo>
                    <a:lnTo>
                      <a:pt x="24" y="76"/>
                    </a:lnTo>
                    <a:lnTo>
                      <a:pt x="26" y="80"/>
                    </a:lnTo>
                    <a:lnTo>
                      <a:pt x="28" y="84"/>
                    </a:lnTo>
                    <a:lnTo>
                      <a:pt x="28" y="86"/>
                    </a:lnTo>
                    <a:lnTo>
                      <a:pt x="30" y="88"/>
                    </a:lnTo>
                    <a:lnTo>
                      <a:pt x="32" y="88"/>
                    </a:lnTo>
                    <a:lnTo>
                      <a:pt x="34" y="88"/>
                    </a:lnTo>
                    <a:lnTo>
                      <a:pt x="34" y="88"/>
                    </a:lnTo>
                    <a:lnTo>
                      <a:pt x="38" y="90"/>
                    </a:lnTo>
                    <a:lnTo>
                      <a:pt x="40" y="94"/>
                    </a:lnTo>
                    <a:lnTo>
                      <a:pt x="42" y="96"/>
                    </a:lnTo>
                    <a:lnTo>
                      <a:pt x="42" y="9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4" name="Google Shape;574;p8"/>
              <p:cNvSpPr/>
              <p:nvPr/>
            </p:nvSpPr>
            <p:spPr>
              <a:xfrm>
                <a:off x="736" y="2502"/>
                <a:ext cx="210" cy="200"/>
              </a:xfrm>
              <a:custGeom>
                <a:avLst/>
                <a:gdLst/>
                <a:ahLst/>
                <a:cxnLst/>
                <a:rect l="l" t="t" r="r" b="b"/>
                <a:pathLst>
                  <a:path w="210" h="200" extrusionOk="0">
                    <a:moveTo>
                      <a:pt x="94" y="0"/>
                    </a:moveTo>
                    <a:lnTo>
                      <a:pt x="74" y="0"/>
                    </a:lnTo>
                    <a:lnTo>
                      <a:pt x="74" y="0"/>
                    </a:lnTo>
                    <a:lnTo>
                      <a:pt x="74" y="0"/>
                    </a:lnTo>
                    <a:lnTo>
                      <a:pt x="72" y="0"/>
                    </a:lnTo>
                    <a:lnTo>
                      <a:pt x="72" y="2"/>
                    </a:lnTo>
                    <a:lnTo>
                      <a:pt x="78" y="114"/>
                    </a:lnTo>
                    <a:lnTo>
                      <a:pt x="78" y="114"/>
                    </a:lnTo>
                    <a:lnTo>
                      <a:pt x="80" y="118"/>
                    </a:lnTo>
                    <a:lnTo>
                      <a:pt x="80" y="120"/>
                    </a:lnTo>
                    <a:lnTo>
                      <a:pt x="82" y="124"/>
                    </a:lnTo>
                    <a:lnTo>
                      <a:pt x="82" y="128"/>
                    </a:lnTo>
                    <a:lnTo>
                      <a:pt x="76" y="136"/>
                    </a:lnTo>
                    <a:lnTo>
                      <a:pt x="24" y="130"/>
                    </a:lnTo>
                    <a:lnTo>
                      <a:pt x="24" y="130"/>
                    </a:lnTo>
                    <a:lnTo>
                      <a:pt x="22" y="132"/>
                    </a:lnTo>
                    <a:lnTo>
                      <a:pt x="20" y="134"/>
                    </a:lnTo>
                    <a:lnTo>
                      <a:pt x="18" y="134"/>
                    </a:lnTo>
                    <a:lnTo>
                      <a:pt x="16" y="132"/>
                    </a:lnTo>
                    <a:lnTo>
                      <a:pt x="16" y="132"/>
                    </a:lnTo>
                    <a:lnTo>
                      <a:pt x="16" y="132"/>
                    </a:lnTo>
                    <a:lnTo>
                      <a:pt x="14" y="132"/>
                    </a:lnTo>
                    <a:lnTo>
                      <a:pt x="12" y="134"/>
                    </a:lnTo>
                    <a:lnTo>
                      <a:pt x="12" y="136"/>
                    </a:lnTo>
                    <a:lnTo>
                      <a:pt x="12" y="138"/>
                    </a:lnTo>
                    <a:lnTo>
                      <a:pt x="12" y="140"/>
                    </a:lnTo>
                    <a:lnTo>
                      <a:pt x="12" y="144"/>
                    </a:lnTo>
                    <a:lnTo>
                      <a:pt x="10" y="144"/>
                    </a:lnTo>
                    <a:lnTo>
                      <a:pt x="8" y="144"/>
                    </a:lnTo>
                    <a:lnTo>
                      <a:pt x="8" y="146"/>
                    </a:lnTo>
                    <a:lnTo>
                      <a:pt x="8" y="148"/>
                    </a:lnTo>
                    <a:lnTo>
                      <a:pt x="6" y="150"/>
                    </a:lnTo>
                    <a:lnTo>
                      <a:pt x="4" y="154"/>
                    </a:lnTo>
                    <a:lnTo>
                      <a:pt x="2" y="154"/>
                    </a:lnTo>
                    <a:lnTo>
                      <a:pt x="0" y="154"/>
                    </a:lnTo>
                    <a:lnTo>
                      <a:pt x="0" y="156"/>
                    </a:lnTo>
                    <a:lnTo>
                      <a:pt x="0" y="158"/>
                    </a:lnTo>
                    <a:lnTo>
                      <a:pt x="0" y="164"/>
                    </a:lnTo>
                    <a:lnTo>
                      <a:pt x="2" y="168"/>
                    </a:lnTo>
                    <a:lnTo>
                      <a:pt x="2" y="172"/>
                    </a:lnTo>
                    <a:lnTo>
                      <a:pt x="2" y="174"/>
                    </a:lnTo>
                    <a:lnTo>
                      <a:pt x="2" y="174"/>
                    </a:lnTo>
                    <a:lnTo>
                      <a:pt x="2" y="176"/>
                    </a:lnTo>
                    <a:lnTo>
                      <a:pt x="4" y="176"/>
                    </a:lnTo>
                    <a:lnTo>
                      <a:pt x="6" y="178"/>
                    </a:lnTo>
                    <a:lnTo>
                      <a:pt x="10" y="178"/>
                    </a:lnTo>
                    <a:lnTo>
                      <a:pt x="10" y="178"/>
                    </a:lnTo>
                    <a:lnTo>
                      <a:pt x="14" y="180"/>
                    </a:lnTo>
                    <a:lnTo>
                      <a:pt x="18" y="182"/>
                    </a:lnTo>
                    <a:lnTo>
                      <a:pt x="22" y="182"/>
                    </a:lnTo>
                    <a:lnTo>
                      <a:pt x="22" y="182"/>
                    </a:lnTo>
                    <a:lnTo>
                      <a:pt x="24" y="182"/>
                    </a:lnTo>
                    <a:lnTo>
                      <a:pt x="28" y="182"/>
                    </a:lnTo>
                    <a:lnTo>
                      <a:pt x="30" y="182"/>
                    </a:lnTo>
                    <a:lnTo>
                      <a:pt x="30" y="180"/>
                    </a:lnTo>
                    <a:lnTo>
                      <a:pt x="30" y="176"/>
                    </a:lnTo>
                    <a:lnTo>
                      <a:pt x="32" y="176"/>
                    </a:lnTo>
                    <a:lnTo>
                      <a:pt x="32" y="176"/>
                    </a:lnTo>
                    <a:lnTo>
                      <a:pt x="36" y="174"/>
                    </a:lnTo>
                    <a:lnTo>
                      <a:pt x="38" y="174"/>
                    </a:lnTo>
                    <a:lnTo>
                      <a:pt x="42" y="176"/>
                    </a:lnTo>
                    <a:lnTo>
                      <a:pt x="44" y="178"/>
                    </a:lnTo>
                    <a:lnTo>
                      <a:pt x="44" y="180"/>
                    </a:lnTo>
                    <a:lnTo>
                      <a:pt x="44" y="182"/>
                    </a:lnTo>
                    <a:lnTo>
                      <a:pt x="46" y="186"/>
                    </a:lnTo>
                    <a:lnTo>
                      <a:pt x="48" y="190"/>
                    </a:lnTo>
                    <a:lnTo>
                      <a:pt x="50" y="194"/>
                    </a:lnTo>
                    <a:lnTo>
                      <a:pt x="56" y="198"/>
                    </a:lnTo>
                    <a:lnTo>
                      <a:pt x="56" y="198"/>
                    </a:lnTo>
                    <a:lnTo>
                      <a:pt x="60" y="200"/>
                    </a:lnTo>
                    <a:lnTo>
                      <a:pt x="64" y="200"/>
                    </a:lnTo>
                    <a:lnTo>
                      <a:pt x="70" y="198"/>
                    </a:lnTo>
                    <a:lnTo>
                      <a:pt x="74" y="196"/>
                    </a:lnTo>
                    <a:lnTo>
                      <a:pt x="74" y="196"/>
                    </a:lnTo>
                    <a:lnTo>
                      <a:pt x="76" y="194"/>
                    </a:lnTo>
                    <a:lnTo>
                      <a:pt x="78" y="192"/>
                    </a:lnTo>
                    <a:lnTo>
                      <a:pt x="82" y="192"/>
                    </a:lnTo>
                    <a:lnTo>
                      <a:pt x="84" y="196"/>
                    </a:lnTo>
                    <a:lnTo>
                      <a:pt x="86" y="196"/>
                    </a:lnTo>
                    <a:lnTo>
                      <a:pt x="86" y="196"/>
                    </a:lnTo>
                    <a:lnTo>
                      <a:pt x="88" y="198"/>
                    </a:lnTo>
                    <a:lnTo>
                      <a:pt x="90" y="196"/>
                    </a:lnTo>
                    <a:lnTo>
                      <a:pt x="92" y="194"/>
                    </a:lnTo>
                    <a:lnTo>
                      <a:pt x="92" y="194"/>
                    </a:lnTo>
                    <a:lnTo>
                      <a:pt x="92" y="190"/>
                    </a:lnTo>
                    <a:lnTo>
                      <a:pt x="94" y="186"/>
                    </a:lnTo>
                    <a:lnTo>
                      <a:pt x="96" y="180"/>
                    </a:lnTo>
                    <a:lnTo>
                      <a:pt x="98" y="176"/>
                    </a:lnTo>
                    <a:lnTo>
                      <a:pt x="100" y="172"/>
                    </a:lnTo>
                    <a:lnTo>
                      <a:pt x="102" y="170"/>
                    </a:lnTo>
                    <a:lnTo>
                      <a:pt x="102" y="168"/>
                    </a:lnTo>
                    <a:lnTo>
                      <a:pt x="106" y="166"/>
                    </a:lnTo>
                    <a:lnTo>
                      <a:pt x="108" y="164"/>
                    </a:lnTo>
                    <a:lnTo>
                      <a:pt x="114" y="164"/>
                    </a:lnTo>
                    <a:lnTo>
                      <a:pt x="120" y="164"/>
                    </a:lnTo>
                    <a:lnTo>
                      <a:pt x="130" y="162"/>
                    </a:lnTo>
                    <a:lnTo>
                      <a:pt x="140" y="160"/>
                    </a:lnTo>
                    <a:lnTo>
                      <a:pt x="148" y="156"/>
                    </a:lnTo>
                    <a:lnTo>
                      <a:pt x="152" y="150"/>
                    </a:lnTo>
                    <a:lnTo>
                      <a:pt x="154" y="150"/>
                    </a:lnTo>
                    <a:lnTo>
                      <a:pt x="158" y="150"/>
                    </a:lnTo>
                    <a:lnTo>
                      <a:pt x="162" y="150"/>
                    </a:lnTo>
                    <a:lnTo>
                      <a:pt x="168" y="150"/>
                    </a:lnTo>
                    <a:lnTo>
                      <a:pt x="176" y="148"/>
                    </a:lnTo>
                    <a:lnTo>
                      <a:pt x="176" y="148"/>
                    </a:lnTo>
                    <a:lnTo>
                      <a:pt x="180" y="148"/>
                    </a:lnTo>
                    <a:lnTo>
                      <a:pt x="182" y="146"/>
                    </a:lnTo>
                    <a:lnTo>
                      <a:pt x="186" y="142"/>
                    </a:lnTo>
                    <a:lnTo>
                      <a:pt x="192" y="138"/>
                    </a:lnTo>
                    <a:lnTo>
                      <a:pt x="196" y="132"/>
                    </a:lnTo>
                    <a:lnTo>
                      <a:pt x="200" y="124"/>
                    </a:lnTo>
                    <a:lnTo>
                      <a:pt x="202" y="120"/>
                    </a:lnTo>
                    <a:lnTo>
                      <a:pt x="204" y="108"/>
                    </a:lnTo>
                    <a:lnTo>
                      <a:pt x="208" y="92"/>
                    </a:lnTo>
                    <a:lnTo>
                      <a:pt x="210" y="72"/>
                    </a:lnTo>
                    <a:lnTo>
                      <a:pt x="202" y="74"/>
                    </a:lnTo>
                    <a:lnTo>
                      <a:pt x="198" y="58"/>
                    </a:lnTo>
                    <a:lnTo>
                      <a:pt x="170" y="58"/>
                    </a:lnTo>
                    <a:lnTo>
                      <a:pt x="9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5" name="Google Shape;575;p8"/>
              <p:cNvSpPr/>
              <p:nvPr/>
            </p:nvSpPr>
            <p:spPr>
              <a:xfrm>
                <a:off x="1224" y="2422"/>
                <a:ext cx="138" cy="150"/>
              </a:xfrm>
              <a:custGeom>
                <a:avLst/>
                <a:gdLst/>
                <a:ahLst/>
                <a:cxnLst/>
                <a:rect l="l" t="t" r="r" b="b"/>
                <a:pathLst>
                  <a:path w="138" h="150" extrusionOk="0">
                    <a:moveTo>
                      <a:pt x="0" y="150"/>
                    </a:moveTo>
                    <a:lnTo>
                      <a:pt x="0" y="0"/>
                    </a:lnTo>
                    <a:lnTo>
                      <a:pt x="2" y="0"/>
                    </a:lnTo>
                    <a:lnTo>
                      <a:pt x="6" y="2"/>
                    </a:lnTo>
                    <a:lnTo>
                      <a:pt x="12" y="2"/>
                    </a:lnTo>
                    <a:lnTo>
                      <a:pt x="18" y="2"/>
                    </a:lnTo>
                    <a:lnTo>
                      <a:pt x="22" y="2"/>
                    </a:lnTo>
                    <a:lnTo>
                      <a:pt x="26" y="4"/>
                    </a:lnTo>
                    <a:lnTo>
                      <a:pt x="28" y="4"/>
                    </a:lnTo>
                    <a:lnTo>
                      <a:pt x="30" y="6"/>
                    </a:lnTo>
                    <a:lnTo>
                      <a:pt x="34" y="8"/>
                    </a:lnTo>
                    <a:lnTo>
                      <a:pt x="38" y="10"/>
                    </a:lnTo>
                    <a:lnTo>
                      <a:pt x="44" y="10"/>
                    </a:lnTo>
                    <a:lnTo>
                      <a:pt x="68" y="4"/>
                    </a:lnTo>
                    <a:lnTo>
                      <a:pt x="68" y="4"/>
                    </a:lnTo>
                    <a:lnTo>
                      <a:pt x="70" y="4"/>
                    </a:lnTo>
                    <a:lnTo>
                      <a:pt x="72" y="2"/>
                    </a:lnTo>
                    <a:lnTo>
                      <a:pt x="76" y="2"/>
                    </a:lnTo>
                    <a:lnTo>
                      <a:pt x="80" y="4"/>
                    </a:lnTo>
                    <a:lnTo>
                      <a:pt x="86" y="6"/>
                    </a:lnTo>
                    <a:lnTo>
                      <a:pt x="86" y="6"/>
                    </a:lnTo>
                    <a:lnTo>
                      <a:pt x="86" y="10"/>
                    </a:lnTo>
                    <a:lnTo>
                      <a:pt x="86" y="14"/>
                    </a:lnTo>
                    <a:lnTo>
                      <a:pt x="88" y="20"/>
                    </a:lnTo>
                    <a:lnTo>
                      <a:pt x="92" y="26"/>
                    </a:lnTo>
                    <a:lnTo>
                      <a:pt x="92" y="30"/>
                    </a:lnTo>
                    <a:lnTo>
                      <a:pt x="98" y="40"/>
                    </a:lnTo>
                    <a:lnTo>
                      <a:pt x="106" y="56"/>
                    </a:lnTo>
                    <a:lnTo>
                      <a:pt x="114" y="74"/>
                    </a:lnTo>
                    <a:lnTo>
                      <a:pt x="122" y="92"/>
                    </a:lnTo>
                    <a:lnTo>
                      <a:pt x="130" y="108"/>
                    </a:lnTo>
                    <a:lnTo>
                      <a:pt x="136" y="122"/>
                    </a:lnTo>
                    <a:lnTo>
                      <a:pt x="138" y="128"/>
                    </a:lnTo>
                    <a:lnTo>
                      <a:pt x="138" y="130"/>
                    </a:lnTo>
                    <a:lnTo>
                      <a:pt x="136" y="132"/>
                    </a:lnTo>
                    <a:lnTo>
                      <a:pt x="132" y="138"/>
                    </a:lnTo>
                    <a:lnTo>
                      <a:pt x="126" y="142"/>
                    </a:lnTo>
                    <a:lnTo>
                      <a:pt x="120" y="146"/>
                    </a:lnTo>
                    <a:lnTo>
                      <a:pt x="110" y="150"/>
                    </a:lnTo>
                    <a:lnTo>
                      <a:pt x="0" y="1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6" name="Google Shape;576;p8"/>
              <p:cNvSpPr/>
              <p:nvPr/>
            </p:nvSpPr>
            <p:spPr>
              <a:xfrm>
                <a:off x="1310" y="2426"/>
                <a:ext cx="40" cy="50"/>
              </a:xfrm>
              <a:custGeom>
                <a:avLst/>
                <a:gdLst/>
                <a:ahLst/>
                <a:cxnLst/>
                <a:rect l="l" t="t" r="r" b="b"/>
                <a:pathLst>
                  <a:path w="40" h="50" extrusionOk="0">
                    <a:moveTo>
                      <a:pt x="0" y="0"/>
                    </a:moveTo>
                    <a:lnTo>
                      <a:pt x="0" y="8"/>
                    </a:lnTo>
                    <a:lnTo>
                      <a:pt x="0" y="10"/>
                    </a:lnTo>
                    <a:lnTo>
                      <a:pt x="2" y="12"/>
                    </a:lnTo>
                    <a:lnTo>
                      <a:pt x="2" y="16"/>
                    </a:lnTo>
                    <a:lnTo>
                      <a:pt x="4" y="20"/>
                    </a:lnTo>
                    <a:lnTo>
                      <a:pt x="6" y="24"/>
                    </a:lnTo>
                    <a:lnTo>
                      <a:pt x="8" y="28"/>
                    </a:lnTo>
                    <a:lnTo>
                      <a:pt x="10" y="30"/>
                    </a:lnTo>
                    <a:lnTo>
                      <a:pt x="14" y="34"/>
                    </a:lnTo>
                    <a:lnTo>
                      <a:pt x="16" y="38"/>
                    </a:lnTo>
                    <a:lnTo>
                      <a:pt x="22" y="42"/>
                    </a:lnTo>
                    <a:lnTo>
                      <a:pt x="26" y="44"/>
                    </a:lnTo>
                    <a:lnTo>
                      <a:pt x="30" y="48"/>
                    </a:lnTo>
                    <a:lnTo>
                      <a:pt x="32" y="50"/>
                    </a:lnTo>
                    <a:lnTo>
                      <a:pt x="32" y="50"/>
                    </a:lnTo>
                    <a:lnTo>
                      <a:pt x="34" y="50"/>
                    </a:lnTo>
                    <a:lnTo>
                      <a:pt x="36" y="48"/>
                    </a:lnTo>
                    <a:lnTo>
                      <a:pt x="38" y="44"/>
                    </a:lnTo>
                    <a:lnTo>
                      <a:pt x="40" y="32"/>
                    </a:lnTo>
                    <a:lnTo>
                      <a:pt x="38" y="28"/>
                    </a:lnTo>
                    <a:lnTo>
                      <a:pt x="32" y="18"/>
                    </a:lnTo>
                    <a:lnTo>
                      <a:pt x="26" y="8"/>
                    </a:lnTo>
                    <a:lnTo>
                      <a:pt x="22" y="0"/>
                    </a:lnTo>
                    <a:lnTo>
                      <a:pt x="22" y="0"/>
                    </a:lnTo>
                    <a:lnTo>
                      <a:pt x="18" y="0"/>
                    </a:lnTo>
                    <a:lnTo>
                      <a:pt x="12" y="0"/>
                    </a:lnTo>
                    <a:lnTo>
                      <a:pt x="8" y="0"/>
                    </a:lnTo>
                    <a:lnTo>
                      <a:pt x="2" y="0"/>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7" name="Google Shape;577;p8"/>
              <p:cNvSpPr/>
              <p:nvPr/>
            </p:nvSpPr>
            <p:spPr>
              <a:xfrm>
                <a:off x="1448" y="3000"/>
                <a:ext cx="86" cy="182"/>
              </a:xfrm>
              <a:custGeom>
                <a:avLst/>
                <a:gdLst/>
                <a:ahLst/>
                <a:cxnLst/>
                <a:rect l="l" t="t" r="r" b="b"/>
                <a:pathLst>
                  <a:path w="86" h="182" extrusionOk="0">
                    <a:moveTo>
                      <a:pt x="78" y="0"/>
                    </a:moveTo>
                    <a:lnTo>
                      <a:pt x="78" y="0"/>
                    </a:lnTo>
                    <a:lnTo>
                      <a:pt x="76" y="2"/>
                    </a:lnTo>
                    <a:lnTo>
                      <a:pt x="72" y="4"/>
                    </a:lnTo>
                    <a:lnTo>
                      <a:pt x="68" y="6"/>
                    </a:lnTo>
                    <a:lnTo>
                      <a:pt x="64" y="12"/>
                    </a:lnTo>
                    <a:lnTo>
                      <a:pt x="62" y="20"/>
                    </a:lnTo>
                    <a:lnTo>
                      <a:pt x="60" y="20"/>
                    </a:lnTo>
                    <a:lnTo>
                      <a:pt x="58" y="22"/>
                    </a:lnTo>
                    <a:lnTo>
                      <a:pt x="56" y="24"/>
                    </a:lnTo>
                    <a:lnTo>
                      <a:pt x="52" y="28"/>
                    </a:lnTo>
                    <a:lnTo>
                      <a:pt x="48" y="32"/>
                    </a:lnTo>
                    <a:lnTo>
                      <a:pt x="44" y="36"/>
                    </a:lnTo>
                    <a:lnTo>
                      <a:pt x="40" y="42"/>
                    </a:lnTo>
                    <a:lnTo>
                      <a:pt x="38" y="46"/>
                    </a:lnTo>
                    <a:lnTo>
                      <a:pt x="34" y="50"/>
                    </a:lnTo>
                    <a:lnTo>
                      <a:pt x="30" y="52"/>
                    </a:lnTo>
                    <a:lnTo>
                      <a:pt x="28" y="54"/>
                    </a:lnTo>
                    <a:lnTo>
                      <a:pt x="26" y="54"/>
                    </a:lnTo>
                    <a:lnTo>
                      <a:pt x="24" y="54"/>
                    </a:lnTo>
                    <a:lnTo>
                      <a:pt x="24" y="54"/>
                    </a:lnTo>
                    <a:lnTo>
                      <a:pt x="22" y="54"/>
                    </a:lnTo>
                    <a:lnTo>
                      <a:pt x="20" y="54"/>
                    </a:lnTo>
                    <a:lnTo>
                      <a:pt x="16" y="54"/>
                    </a:lnTo>
                    <a:lnTo>
                      <a:pt x="14" y="56"/>
                    </a:lnTo>
                    <a:lnTo>
                      <a:pt x="10" y="60"/>
                    </a:lnTo>
                    <a:lnTo>
                      <a:pt x="8" y="64"/>
                    </a:lnTo>
                    <a:lnTo>
                      <a:pt x="6" y="68"/>
                    </a:lnTo>
                    <a:lnTo>
                      <a:pt x="6" y="76"/>
                    </a:lnTo>
                    <a:lnTo>
                      <a:pt x="6" y="82"/>
                    </a:lnTo>
                    <a:lnTo>
                      <a:pt x="6" y="88"/>
                    </a:lnTo>
                    <a:lnTo>
                      <a:pt x="4" y="90"/>
                    </a:lnTo>
                    <a:lnTo>
                      <a:pt x="6" y="90"/>
                    </a:lnTo>
                    <a:lnTo>
                      <a:pt x="6" y="92"/>
                    </a:lnTo>
                    <a:lnTo>
                      <a:pt x="6" y="92"/>
                    </a:lnTo>
                    <a:lnTo>
                      <a:pt x="8" y="92"/>
                    </a:lnTo>
                    <a:lnTo>
                      <a:pt x="12" y="96"/>
                    </a:lnTo>
                    <a:lnTo>
                      <a:pt x="14" y="100"/>
                    </a:lnTo>
                    <a:lnTo>
                      <a:pt x="14" y="102"/>
                    </a:lnTo>
                    <a:lnTo>
                      <a:pt x="14" y="106"/>
                    </a:lnTo>
                    <a:lnTo>
                      <a:pt x="12" y="108"/>
                    </a:lnTo>
                    <a:lnTo>
                      <a:pt x="10" y="110"/>
                    </a:lnTo>
                    <a:lnTo>
                      <a:pt x="8" y="112"/>
                    </a:lnTo>
                    <a:lnTo>
                      <a:pt x="6" y="116"/>
                    </a:lnTo>
                    <a:lnTo>
                      <a:pt x="2" y="124"/>
                    </a:lnTo>
                    <a:lnTo>
                      <a:pt x="0" y="138"/>
                    </a:lnTo>
                    <a:lnTo>
                      <a:pt x="0" y="154"/>
                    </a:lnTo>
                    <a:lnTo>
                      <a:pt x="6" y="172"/>
                    </a:lnTo>
                    <a:lnTo>
                      <a:pt x="8" y="172"/>
                    </a:lnTo>
                    <a:lnTo>
                      <a:pt x="8" y="172"/>
                    </a:lnTo>
                    <a:lnTo>
                      <a:pt x="12" y="172"/>
                    </a:lnTo>
                    <a:lnTo>
                      <a:pt x="16" y="172"/>
                    </a:lnTo>
                    <a:lnTo>
                      <a:pt x="20" y="172"/>
                    </a:lnTo>
                    <a:lnTo>
                      <a:pt x="22" y="172"/>
                    </a:lnTo>
                    <a:lnTo>
                      <a:pt x="22" y="172"/>
                    </a:lnTo>
                    <a:lnTo>
                      <a:pt x="20" y="174"/>
                    </a:lnTo>
                    <a:lnTo>
                      <a:pt x="22" y="176"/>
                    </a:lnTo>
                    <a:lnTo>
                      <a:pt x="24" y="178"/>
                    </a:lnTo>
                    <a:lnTo>
                      <a:pt x="26" y="180"/>
                    </a:lnTo>
                    <a:lnTo>
                      <a:pt x="28" y="182"/>
                    </a:lnTo>
                    <a:lnTo>
                      <a:pt x="32" y="182"/>
                    </a:lnTo>
                    <a:lnTo>
                      <a:pt x="36" y="182"/>
                    </a:lnTo>
                    <a:lnTo>
                      <a:pt x="40" y="182"/>
                    </a:lnTo>
                    <a:lnTo>
                      <a:pt x="44" y="178"/>
                    </a:lnTo>
                    <a:lnTo>
                      <a:pt x="46" y="172"/>
                    </a:lnTo>
                    <a:lnTo>
                      <a:pt x="50" y="164"/>
                    </a:lnTo>
                    <a:lnTo>
                      <a:pt x="56" y="146"/>
                    </a:lnTo>
                    <a:lnTo>
                      <a:pt x="58" y="134"/>
                    </a:lnTo>
                    <a:lnTo>
                      <a:pt x="60" y="128"/>
                    </a:lnTo>
                    <a:lnTo>
                      <a:pt x="58" y="126"/>
                    </a:lnTo>
                    <a:lnTo>
                      <a:pt x="58" y="124"/>
                    </a:lnTo>
                    <a:lnTo>
                      <a:pt x="60" y="120"/>
                    </a:lnTo>
                    <a:lnTo>
                      <a:pt x="62" y="114"/>
                    </a:lnTo>
                    <a:lnTo>
                      <a:pt x="66" y="108"/>
                    </a:lnTo>
                    <a:lnTo>
                      <a:pt x="70" y="98"/>
                    </a:lnTo>
                    <a:lnTo>
                      <a:pt x="72" y="82"/>
                    </a:lnTo>
                    <a:lnTo>
                      <a:pt x="76" y="66"/>
                    </a:lnTo>
                    <a:lnTo>
                      <a:pt x="78" y="54"/>
                    </a:lnTo>
                    <a:lnTo>
                      <a:pt x="78" y="52"/>
                    </a:lnTo>
                    <a:lnTo>
                      <a:pt x="78" y="50"/>
                    </a:lnTo>
                    <a:lnTo>
                      <a:pt x="80" y="44"/>
                    </a:lnTo>
                    <a:lnTo>
                      <a:pt x="82" y="40"/>
                    </a:lnTo>
                    <a:lnTo>
                      <a:pt x="82" y="34"/>
                    </a:lnTo>
                    <a:lnTo>
                      <a:pt x="84" y="28"/>
                    </a:lnTo>
                    <a:lnTo>
                      <a:pt x="84" y="24"/>
                    </a:lnTo>
                    <a:lnTo>
                      <a:pt x="84" y="20"/>
                    </a:lnTo>
                    <a:lnTo>
                      <a:pt x="86" y="16"/>
                    </a:lnTo>
                    <a:lnTo>
                      <a:pt x="86" y="12"/>
                    </a:lnTo>
                    <a:lnTo>
                      <a:pt x="86" y="8"/>
                    </a:lnTo>
                    <a:lnTo>
                      <a:pt x="86" y="4"/>
                    </a:lnTo>
                    <a:lnTo>
                      <a:pt x="84" y="2"/>
                    </a:lnTo>
                    <a:lnTo>
                      <a:pt x="78"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8" name="Google Shape;578;p8"/>
              <p:cNvSpPr/>
              <p:nvPr/>
            </p:nvSpPr>
            <p:spPr>
              <a:xfrm>
                <a:off x="2732" y="3460"/>
                <a:ext cx="58" cy="56"/>
              </a:xfrm>
              <a:custGeom>
                <a:avLst/>
                <a:gdLst/>
                <a:ahLst/>
                <a:cxnLst/>
                <a:rect l="l" t="t" r="r" b="b"/>
                <a:pathLst>
                  <a:path w="58" h="56" extrusionOk="0">
                    <a:moveTo>
                      <a:pt x="10" y="2"/>
                    </a:moveTo>
                    <a:lnTo>
                      <a:pt x="10" y="2"/>
                    </a:lnTo>
                    <a:lnTo>
                      <a:pt x="8" y="2"/>
                    </a:lnTo>
                    <a:lnTo>
                      <a:pt x="6" y="2"/>
                    </a:lnTo>
                    <a:lnTo>
                      <a:pt x="4" y="4"/>
                    </a:lnTo>
                    <a:lnTo>
                      <a:pt x="2" y="6"/>
                    </a:lnTo>
                    <a:lnTo>
                      <a:pt x="0" y="8"/>
                    </a:lnTo>
                    <a:lnTo>
                      <a:pt x="0" y="14"/>
                    </a:lnTo>
                    <a:lnTo>
                      <a:pt x="6" y="30"/>
                    </a:lnTo>
                    <a:lnTo>
                      <a:pt x="6" y="30"/>
                    </a:lnTo>
                    <a:lnTo>
                      <a:pt x="8" y="32"/>
                    </a:lnTo>
                    <a:lnTo>
                      <a:pt x="10" y="36"/>
                    </a:lnTo>
                    <a:lnTo>
                      <a:pt x="14" y="40"/>
                    </a:lnTo>
                    <a:lnTo>
                      <a:pt x="14" y="44"/>
                    </a:lnTo>
                    <a:lnTo>
                      <a:pt x="18" y="46"/>
                    </a:lnTo>
                    <a:lnTo>
                      <a:pt x="22" y="50"/>
                    </a:lnTo>
                    <a:lnTo>
                      <a:pt x="26" y="52"/>
                    </a:lnTo>
                    <a:lnTo>
                      <a:pt x="32" y="54"/>
                    </a:lnTo>
                    <a:lnTo>
                      <a:pt x="36" y="56"/>
                    </a:lnTo>
                    <a:lnTo>
                      <a:pt x="40" y="54"/>
                    </a:lnTo>
                    <a:lnTo>
                      <a:pt x="42" y="52"/>
                    </a:lnTo>
                    <a:lnTo>
                      <a:pt x="46" y="50"/>
                    </a:lnTo>
                    <a:lnTo>
                      <a:pt x="50" y="44"/>
                    </a:lnTo>
                    <a:lnTo>
                      <a:pt x="54" y="40"/>
                    </a:lnTo>
                    <a:lnTo>
                      <a:pt x="56" y="34"/>
                    </a:lnTo>
                    <a:lnTo>
                      <a:pt x="58" y="30"/>
                    </a:lnTo>
                    <a:lnTo>
                      <a:pt x="56" y="24"/>
                    </a:lnTo>
                    <a:lnTo>
                      <a:pt x="56" y="18"/>
                    </a:lnTo>
                    <a:lnTo>
                      <a:pt x="56" y="12"/>
                    </a:lnTo>
                    <a:lnTo>
                      <a:pt x="56" y="8"/>
                    </a:lnTo>
                    <a:lnTo>
                      <a:pt x="56" y="6"/>
                    </a:lnTo>
                    <a:lnTo>
                      <a:pt x="54" y="6"/>
                    </a:lnTo>
                    <a:lnTo>
                      <a:pt x="52" y="4"/>
                    </a:lnTo>
                    <a:lnTo>
                      <a:pt x="50" y="2"/>
                    </a:lnTo>
                    <a:lnTo>
                      <a:pt x="46" y="0"/>
                    </a:lnTo>
                    <a:lnTo>
                      <a:pt x="42" y="0"/>
                    </a:lnTo>
                    <a:lnTo>
                      <a:pt x="40" y="0"/>
                    </a:lnTo>
                    <a:lnTo>
                      <a:pt x="38" y="2"/>
                    </a:lnTo>
                    <a:lnTo>
                      <a:pt x="36" y="4"/>
                    </a:lnTo>
                    <a:lnTo>
                      <a:pt x="34" y="8"/>
                    </a:lnTo>
                    <a:lnTo>
                      <a:pt x="32" y="10"/>
                    </a:lnTo>
                    <a:lnTo>
                      <a:pt x="32" y="10"/>
                    </a:lnTo>
                    <a:lnTo>
                      <a:pt x="16" y="2"/>
                    </a:lnTo>
                    <a:lnTo>
                      <a:pt x="1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9" name="Google Shape;579;p8"/>
              <p:cNvSpPr/>
              <p:nvPr/>
            </p:nvSpPr>
            <p:spPr>
              <a:xfrm>
                <a:off x="2786" y="2872"/>
                <a:ext cx="70" cy="54"/>
              </a:xfrm>
              <a:custGeom>
                <a:avLst/>
                <a:gdLst/>
                <a:ahLst/>
                <a:cxnLst/>
                <a:rect l="l" t="t" r="r" b="b"/>
                <a:pathLst>
                  <a:path w="70" h="54" extrusionOk="0">
                    <a:moveTo>
                      <a:pt x="2" y="44"/>
                    </a:moveTo>
                    <a:lnTo>
                      <a:pt x="34" y="28"/>
                    </a:lnTo>
                    <a:lnTo>
                      <a:pt x="34" y="28"/>
                    </a:lnTo>
                    <a:lnTo>
                      <a:pt x="38" y="26"/>
                    </a:lnTo>
                    <a:lnTo>
                      <a:pt x="40" y="22"/>
                    </a:lnTo>
                    <a:lnTo>
                      <a:pt x="44" y="18"/>
                    </a:lnTo>
                    <a:lnTo>
                      <a:pt x="48" y="14"/>
                    </a:lnTo>
                    <a:lnTo>
                      <a:pt x="52" y="10"/>
                    </a:lnTo>
                    <a:lnTo>
                      <a:pt x="54" y="4"/>
                    </a:lnTo>
                    <a:lnTo>
                      <a:pt x="54" y="0"/>
                    </a:lnTo>
                    <a:lnTo>
                      <a:pt x="64" y="0"/>
                    </a:lnTo>
                    <a:lnTo>
                      <a:pt x="70" y="8"/>
                    </a:lnTo>
                    <a:lnTo>
                      <a:pt x="68" y="12"/>
                    </a:lnTo>
                    <a:lnTo>
                      <a:pt x="64" y="22"/>
                    </a:lnTo>
                    <a:lnTo>
                      <a:pt x="56" y="32"/>
                    </a:lnTo>
                    <a:lnTo>
                      <a:pt x="46" y="42"/>
                    </a:lnTo>
                    <a:lnTo>
                      <a:pt x="28" y="50"/>
                    </a:lnTo>
                    <a:lnTo>
                      <a:pt x="16" y="54"/>
                    </a:lnTo>
                    <a:lnTo>
                      <a:pt x="10" y="54"/>
                    </a:lnTo>
                    <a:lnTo>
                      <a:pt x="10" y="54"/>
                    </a:lnTo>
                    <a:lnTo>
                      <a:pt x="8" y="54"/>
                    </a:lnTo>
                    <a:lnTo>
                      <a:pt x="6" y="54"/>
                    </a:lnTo>
                    <a:lnTo>
                      <a:pt x="4" y="52"/>
                    </a:lnTo>
                    <a:lnTo>
                      <a:pt x="2" y="52"/>
                    </a:lnTo>
                    <a:lnTo>
                      <a:pt x="0" y="50"/>
                    </a:lnTo>
                    <a:lnTo>
                      <a:pt x="0" y="48"/>
                    </a:lnTo>
                    <a:lnTo>
                      <a:pt x="2" y="4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0" name="Google Shape;580;p8"/>
              <p:cNvSpPr/>
              <p:nvPr/>
            </p:nvSpPr>
            <p:spPr>
              <a:xfrm>
                <a:off x="3013" y="3440"/>
                <a:ext cx="74" cy="110"/>
              </a:xfrm>
              <a:custGeom>
                <a:avLst/>
                <a:gdLst/>
                <a:ahLst/>
                <a:cxnLst/>
                <a:rect l="l" t="t" r="r" b="b"/>
                <a:pathLst>
                  <a:path w="74" h="110" extrusionOk="0">
                    <a:moveTo>
                      <a:pt x="10" y="0"/>
                    </a:moveTo>
                    <a:lnTo>
                      <a:pt x="8" y="0"/>
                    </a:lnTo>
                    <a:lnTo>
                      <a:pt x="6" y="2"/>
                    </a:lnTo>
                    <a:lnTo>
                      <a:pt x="4" y="2"/>
                    </a:lnTo>
                    <a:lnTo>
                      <a:pt x="2" y="2"/>
                    </a:lnTo>
                    <a:lnTo>
                      <a:pt x="2" y="4"/>
                    </a:lnTo>
                    <a:lnTo>
                      <a:pt x="0" y="8"/>
                    </a:lnTo>
                    <a:lnTo>
                      <a:pt x="2" y="12"/>
                    </a:lnTo>
                    <a:lnTo>
                      <a:pt x="4" y="16"/>
                    </a:lnTo>
                    <a:lnTo>
                      <a:pt x="8" y="20"/>
                    </a:lnTo>
                    <a:lnTo>
                      <a:pt x="10" y="26"/>
                    </a:lnTo>
                    <a:lnTo>
                      <a:pt x="14" y="30"/>
                    </a:lnTo>
                    <a:lnTo>
                      <a:pt x="16" y="34"/>
                    </a:lnTo>
                    <a:lnTo>
                      <a:pt x="20" y="38"/>
                    </a:lnTo>
                    <a:lnTo>
                      <a:pt x="22" y="40"/>
                    </a:lnTo>
                    <a:lnTo>
                      <a:pt x="22" y="40"/>
                    </a:lnTo>
                    <a:lnTo>
                      <a:pt x="22" y="44"/>
                    </a:lnTo>
                    <a:lnTo>
                      <a:pt x="22" y="54"/>
                    </a:lnTo>
                    <a:lnTo>
                      <a:pt x="20" y="64"/>
                    </a:lnTo>
                    <a:lnTo>
                      <a:pt x="18" y="74"/>
                    </a:lnTo>
                    <a:lnTo>
                      <a:pt x="18" y="74"/>
                    </a:lnTo>
                    <a:lnTo>
                      <a:pt x="18" y="78"/>
                    </a:lnTo>
                    <a:lnTo>
                      <a:pt x="18" y="80"/>
                    </a:lnTo>
                    <a:lnTo>
                      <a:pt x="22" y="84"/>
                    </a:lnTo>
                    <a:lnTo>
                      <a:pt x="24" y="88"/>
                    </a:lnTo>
                    <a:lnTo>
                      <a:pt x="28" y="92"/>
                    </a:lnTo>
                    <a:lnTo>
                      <a:pt x="30" y="96"/>
                    </a:lnTo>
                    <a:lnTo>
                      <a:pt x="32" y="102"/>
                    </a:lnTo>
                    <a:lnTo>
                      <a:pt x="34" y="106"/>
                    </a:lnTo>
                    <a:lnTo>
                      <a:pt x="36" y="110"/>
                    </a:lnTo>
                    <a:lnTo>
                      <a:pt x="36" y="110"/>
                    </a:lnTo>
                    <a:lnTo>
                      <a:pt x="38" y="110"/>
                    </a:lnTo>
                    <a:lnTo>
                      <a:pt x="38" y="106"/>
                    </a:lnTo>
                    <a:lnTo>
                      <a:pt x="40" y="102"/>
                    </a:lnTo>
                    <a:lnTo>
                      <a:pt x="44" y="96"/>
                    </a:lnTo>
                    <a:lnTo>
                      <a:pt x="46" y="90"/>
                    </a:lnTo>
                    <a:lnTo>
                      <a:pt x="50" y="86"/>
                    </a:lnTo>
                    <a:lnTo>
                      <a:pt x="54" y="82"/>
                    </a:lnTo>
                    <a:lnTo>
                      <a:pt x="56" y="80"/>
                    </a:lnTo>
                    <a:lnTo>
                      <a:pt x="60" y="78"/>
                    </a:lnTo>
                    <a:lnTo>
                      <a:pt x="64" y="74"/>
                    </a:lnTo>
                    <a:lnTo>
                      <a:pt x="66" y="68"/>
                    </a:lnTo>
                    <a:lnTo>
                      <a:pt x="68" y="64"/>
                    </a:lnTo>
                    <a:lnTo>
                      <a:pt x="70" y="58"/>
                    </a:lnTo>
                    <a:lnTo>
                      <a:pt x="72" y="54"/>
                    </a:lnTo>
                    <a:lnTo>
                      <a:pt x="72" y="50"/>
                    </a:lnTo>
                    <a:lnTo>
                      <a:pt x="74" y="50"/>
                    </a:lnTo>
                    <a:lnTo>
                      <a:pt x="72" y="50"/>
                    </a:lnTo>
                    <a:lnTo>
                      <a:pt x="68" y="50"/>
                    </a:lnTo>
                    <a:lnTo>
                      <a:pt x="64" y="52"/>
                    </a:lnTo>
                    <a:lnTo>
                      <a:pt x="58" y="52"/>
                    </a:lnTo>
                    <a:lnTo>
                      <a:pt x="54" y="52"/>
                    </a:lnTo>
                    <a:lnTo>
                      <a:pt x="48" y="50"/>
                    </a:lnTo>
                    <a:lnTo>
                      <a:pt x="46" y="48"/>
                    </a:lnTo>
                    <a:lnTo>
                      <a:pt x="42" y="44"/>
                    </a:lnTo>
                    <a:lnTo>
                      <a:pt x="38" y="40"/>
                    </a:lnTo>
                    <a:lnTo>
                      <a:pt x="36" y="36"/>
                    </a:lnTo>
                    <a:lnTo>
                      <a:pt x="34" y="32"/>
                    </a:lnTo>
                    <a:lnTo>
                      <a:pt x="32" y="30"/>
                    </a:lnTo>
                    <a:lnTo>
                      <a:pt x="32" y="28"/>
                    </a:lnTo>
                    <a:lnTo>
                      <a:pt x="18" y="10"/>
                    </a:lnTo>
                    <a:lnTo>
                      <a:pt x="18" y="10"/>
                    </a:lnTo>
                    <a:lnTo>
                      <a:pt x="18" y="8"/>
                    </a:lnTo>
                    <a:lnTo>
                      <a:pt x="18" y="6"/>
                    </a:lnTo>
                    <a:lnTo>
                      <a:pt x="16" y="2"/>
                    </a:lnTo>
                    <a:lnTo>
                      <a:pt x="12" y="2"/>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1" name="Google Shape;581;p8"/>
              <p:cNvSpPr/>
              <p:nvPr/>
            </p:nvSpPr>
            <p:spPr>
              <a:xfrm>
                <a:off x="2943" y="3544"/>
                <a:ext cx="92" cy="104"/>
              </a:xfrm>
              <a:custGeom>
                <a:avLst/>
                <a:gdLst/>
                <a:ahLst/>
                <a:cxnLst/>
                <a:rect l="l" t="t" r="r" b="b"/>
                <a:pathLst>
                  <a:path w="92" h="104" extrusionOk="0">
                    <a:moveTo>
                      <a:pt x="4" y="80"/>
                    </a:moveTo>
                    <a:lnTo>
                      <a:pt x="4" y="80"/>
                    </a:lnTo>
                    <a:lnTo>
                      <a:pt x="2" y="82"/>
                    </a:lnTo>
                    <a:lnTo>
                      <a:pt x="0" y="84"/>
                    </a:lnTo>
                    <a:lnTo>
                      <a:pt x="0" y="88"/>
                    </a:lnTo>
                    <a:lnTo>
                      <a:pt x="0" y="90"/>
                    </a:lnTo>
                    <a:lnTo>
                      <a:pt x="0" y="94"/>
                    </a:lnTo>
                    <a:lnTo>
                      <a:pt x="4" y="96"/>
                    </a:lnTo>
                    <a:lnTo>
                      <a:pt x="10" y="98"/>
                    </a:lnTo>
                    <a:lnTo>
                      <a:pt x="16" y="100"/>
                    </a:lnTo>
                    <a:lnTo>
                      <a:pt x="22" y="102"/>
                    </a:lnTo>
                    <a:lnTo>
                      <a:pt x="28" y="104"/>
                    </a:lnTo>
                    <a:lnTo>
                      <a:pt x="34" y="104"/>
                    </a:lnTo>
                    <a:lnTo>
                      <a:pt x="36" y="104"/>
                    </a:lnTo>
                    <a:lnTo>
                      <a:pt x="40" y="102"/>
                    </a:lnTo>
                    <a:lnTo>
                      <a:pt x="44" y="98"/>
                    </a:lnTo>
                    <a:lnTo>
                      <a:pt x="48" y="94"/>
                    </a:lnTo>
                    <a:lnTo>
                      <a:pt x="50" y="90"/>
                    </a:lnTo>
                    <a:lnTo>
                      <a:pt x="52" y="86"/>
                    </a:lnTo>
                    <a:lnTo>
                      <a:pt x="52" y="82"/>
                    </a:lnTo>
                    <a:lnTo>
                      <a:pt x="52" y="78"/>
                    </a:lnTo>
                    <a:lnTo>
                      <a:pt x="50" y="74"/>
                    </a:lnTo>
                    <a:lnTo>
                      <a:pt x="52" y="70"/>
                    </a:lnTo>
                    <a:lnTo>
                      <a:pt x="54" y="66"/>
                    </a:lnTo>
                    <a:lnTo>
                      <a:pt x="58" y="64"/>
                    </a:lnTo>
                    <a:lnTo>
                      <a:pt x="62" y="60"/>
                    </a:lnTo>
                    <a:lnTo>
                      <a:pt x="66" y="54"/>
                    </a:lnTo>
                    <a:lnTo>
                      <a:pt x="70" y="50"/>
                    </a:lnTo>
                    <a:lnTo>
                      <a:pt x="72" y="46"/>
                    </a:lnTo>
                    <a:lnTo>
                      <a:pt x="74" y="44"/>
                    </a:lnTo>
                    <a:lnTo>
                      <a:pt x="74" y="42"/>
                    </a:lnTo>
                    <a:lnTo>
                      <a:pt x="80" y="30"/>
                    </a:lnTo>
                    <a:lnTo>
                      <a:pt x="82" y="28"/>
                    </a:lnTo>
                    <a:lnTo>
                      <a:pt x="84" y="26"/>
                    </a:lnTo>
                    <a:lnTo>
                      <a:pt x="86" y="24"/>
                    </a:lnTo>
                    <a:lnTo>
                      <a:pt x="88" y="20"/>
                    </a:lnTo>
                    <a:lnTo>
                      <a:pt x="90" y="16"/>
                    </a:lnTo>
                    <a:lnTo>
                      <a:pt x="92" y="12"/>
                    </a:lnTo>
                    <a:lnTo>
                      <a:pt x="92" y="8"/>
                    </a:lnTo>
                    <a:lnTo>
                      <a:pt x="90" y="6"/>
                    </a:lnTo>
                    <a:lnTo>
                      <a:pt x="86" y="4"/>
                    </a:lnTo>
                    <a:lnTo>
                      <a:pt x="82" y="2"/>
                    </a:lnTo>
                    <a:lnTo>
                      <a:pt x="78" y="0"/>
                    </a:lnTo>
                    <a:lnTo>
                      <a:pt x="74" y="0"/>
                    </a:lnTo>
                    <a:lnTo>
                      <a:pt x="70" y="0"/>
                    </a:lnTo>
                    <a:lnTo>
                      <a:pt x="68" y="2"/>
                    </a:lnTo>
                    <a:lnTo>
                      <a:pt x="66" y="4"/>
                    </a:lnTo>
                    <a:lnTo>
                      <a:pt x="64" y="8"/>
                    </a:lnTo>
                    <a:lnTo>
                      <a:pt x="62" y="10"/>
                    </a:lnTo>
                    <a:lnTo>
                      <a:pt x="60" y="12"/>
                    </a:lnTo>
                    <a:lnTo>
                      <a:pt x="60" y="12"/>
                    </a:lnTo>
                    <a:lnTo>
                      <a:pt x="58" y="26"/>
                    </a:lnTo>
                    <a:lnTo>
                      <a:pt x="42" y="36"/>
                    </a:lnTo>
                    <a:lnTo>
                      <a:pt x="32" y="44"/>
                    </a:lnTo>
                    <a:lnTo>
                      <a:pt x="20" y="62"/>
                    </a:lnTo>
                    <a:lnTo>
                      <a:pt x="14" y="72"/>
                    </a:lnTo>
                    <a:lnTo>
                      <a:pt x="14" y="72"/>
                    </a:lnTo>
                    <a:lnTo>
                      <a:pt x="12" y="72"/>
                    </a:lnTo>
                    <a:lnTo>
                      <a:pt x="8" y="72"/>
                    </a:lnTo>
                    <a:lnTo>
                      <a:pt x="6" y="76"/>
                    </a:lnTo>
                    <a:lnTo>
                      <a:pt x="4" y="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2" name="Google Shape;582;p8"/>
              <p:cNvSpPr/>
              <p:nvPr/>
            </p:nvSpPr>
            <p:spPr>
              <a:xfrm>
                <a:off x="2418" y="2602"/>
                <a:ext cx="36" cy="96"/>
              </a:xfrm>
              <a:custGeom>
                <a:avLst/>
                <a:gdLst/>
                <a:ahLst/>
                <a:cxnLst/>
                <a:rect l="l" t="t" r="r" b="b"/>
                <a:pathLst>
                  <a:path w="36" h="96" extrusionOk="0">
                    <a:moveTo>
                      <a:pt x="20" y="0"/>
                    </a:moveTo>
                    <a:lnTo>
                      <a:pt x="20" y="0"/>
                    </a:lnTo>
                    <a:lnTo>
                      <a:pt x="16" y="0"/>
                    </a:lnTo>
                    <a:lnTo>
                      <a:pt x="12" y="0"/>
                    </a:lnTo>
                    <a:lnTo>
                      <a:pt x="8" y="2"/>
                    </a:lnTo>
                    <a:lnTo>
                      <a:pt x="4" y="4"/>
                    </a:lnTo>
                    <a:lnTo>
                      <a:pt x="2" y="8"/>
                    </a:lnTo>
                    <a:lnTo>
                      <a:pt x="2" y="12"/>
                    </a:lnTo>
                    <a:lnTo>
                      <a:pt x="0" y="26"/>
                    </a:lnTo>
                    <a:lnTo>
                      <a:pt x="0" y="40"/>
                    </a:lnTo>
                    <a:lnTo>
                      <a:pt x="2" y="48"/>
                    </a:lnTo>
                    <a:lnTo>
                      <a:pt x="2" y="52"/>
                    </a:lnTo>
                    <a:lnTo>
                      <a:pt x="4" y="54"/>
                    </a:lnTo>
                    <a:lnTo>
                      <a:pt x="4" y="54"/>
                    </a:lnTo>
                    <a:lnTo>
                      <a:pt x="4" y="54"/>
                    </a:lnTo>
                    <a:lnTo>
                      <a:pt x="4" y="56"/>
                    </a:lnTo>
                    <a:lnTo>
                      <a:pt x="2" y="58"/>
                    </a:lnTo>
                    <a:lnTo>
                      <a:pt x="2" y="60"/>
                    </a:lnTo>
                    <a:lnTo>
                      <a:pt x="0" y="64"/>
                    </a:lnTo>
                    <a:lnTo>
                      <a:pt x="0" y="66"/>
                    </a:lnTo>
                    <a:lnTo>
                      <a:pt x="2" y="70"/>
                    </a:lnTo>
                    <a:lnTo>
                      <a:pt x="4" y="76"/>
                    </a:lnTo>
                    <a:lnTo>
                      <a:pt x="6" y="82"/>
                    </a:lnTo>
                    <a:lnTo>
                      <a:pt x="10" y="88"/>
                    </a:lnTo>
                    <a:lnTo>
                      <a:pt x="12" y="92"/>
                    </a:lnTo>
                    <a:lnTo>
                      <a:pt x="14" y="94"/>
                    </a:lnTo>
                    <a:lnTo>
                      <a:pt x="16" y="96"/>
                    </a:lnTo>
                    <a:lnTo>
                      <a:pt x="18" y="94"/>
                    </a:lnTo>
                    <a:lnTo>
                      <a:pt x="22" y="90"/>
                    </a:lnTo>
                    <a:lnTo>
                      <a:pt x="24" y="88"/>
                    </a:lnTo>
                    <a:lnTo>
                      <a:pt x="24" y="84"/>
                    </a:lnTo>
                    <a:lnTo>
                      <a:pt x="24" y="78"/>
                    </a:lnTo>
                    <a:lnTo>
                      <a:pt x="24" y="72"/>
                    </a:lnTo>
                    <a:lnTo>
                      <a:pt x="24" y="66"/>
                    </a:lnTo>
                    <a:lnTo>
                      <a:pt x="24" y="60"/>
                    </a:lnTo>
                    <a:lnTo>
                      <a:pt x="24" y="56"/>
                    </a:lnTo>
                    <a:lnTo>
                      <a:pt x="24" y="56"/>
                    </a:lnTo>
                    <a:lnTo>
                      <a:pt x="30" y="42"/>
                    </a:lnTo>
                    <a:lnTo>
                      <a:pt x="30" y="40"/>
                    </a:lnTo>
                    <a:lnTo>
                      <a:pt x="30" y="36"/>
                    </a:lnTo>
                    <a:lnTo>
                      <a:pt x="30" y="32"/>
                    </a:lnTo>
                    <a:lnTo>
                      <a:pt x="30" y="28"/>
                    </a:lnTo>
                    <a:lnTo>
                      <a:pt x="32" y="24"/>
                    </a:lnTo>
                    <a:lnTo>
                      <a:pt x="32" y="24"/>
                    </a:lnTo>
                    <a:lnTo>
                      <a:pt x="34" y="22"/>
                    </a:lnTo>
                    <a:lnTo>
                      <a:pt x="34" y="20"/>
                    </a:lnTo>
                    <a:lnTo>
                      <a:pt x="34" y="16"/>
                    </a:lnTo>
                    <a:lnTo>
                      <a:pt x="34" y="10"/>
                    </a:lnTo>
                    <a:lnTo>
                      <a:pt x="34" y="6"/>
                    </a:lnTo>
                    <a:lnTo>
                      <a:pt x="34" y="2"/>
                    </a:lnTo>
                    <a:lnTo>
                      <a:pt x="36" y="0"/>
                    </a:lnTo>
                    <a:lnTo>
                      <a:pt x="34" y="0"/>
                    </a:lnTo>
                    <a:lnTo>
                      <a:pt x="32" y="0"/>
                    </a:lnTo>
                    <a:lnTo>
                      <a:pt x="28" y="2"/>
                    </a:lnTo>
                    <a:lnTo>
                      <a:pt x="24" y="2"/>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3" name="Google Shape;583;p8"/>
              <p:cNvSpPr/>
              <p:nvPr/>
            </p:nvSpPr>
            <p:spPr>
              <a:xfrm>
                <a:off x="2386" y="2702"/>
                <a:ext cx="32" cy="34"/>
              </a:xfrm>
              <a:custGeom>
                <a:avLst/>
                <a:gdLst/>
                <a:ahLst/>
                <a:cxnLst/>
                <a:rect l="l" t="t" r="r" b="b"/>
                <a:pathLst>
                  <a:path w="32" h="34" extrusionOk="0">
                    <a:moveTo>
                      <a:pt x="2" y="28"/>
                    </a:moveTo>
                    <a:lnTo>
                      <a:pt x="2" y="28"/>
                    </a:lnTo>
                    <a:lnTo>
                      <a:pt x="0" y="30"/>
                    </a:lnTo>
                    <a:lnTo>
                      <a:pt x="0" y="30"/>
                    </a:lnTo>
                    <a:lnTo>
                      <a:pt x="2" y="32"/>
                    </a:lnTo>
                    <a:lnTo>
                      <a:pt x="4" y="34"/>
                    </a:lnTo>
                    <a:lnTo>
                      <a:pt x="6" y="32"/>
                    </a:lnTo>
                    <a:lnTo>
                      <a:pt x="10" y="32"/>
                    </a:lnTo>
                    <a:lnTo>
                      <a:pt x="12" y="30"/>
                    </a:lnTo>
                    <a:lnTo>
                      <a:pt x="16" y="26"/>
                    </a:lnTo>
                    <a:lnTo>
                      <a:pt x="20" y="24"/>
                    </a:lnTo>
                    <a:lnTo>
                      <a:pt x="22" y="22"/>
                    </a:lnTo>
                    <a:lnTo>
                      <a:pt x="22" y="22"/>
                    </a:lnTo>
                    <a:lnTo>
                      <a:pt x="22" y="22"/>
                    </a:lnTo>
                    <a:lnTo>
                      <a:pt x="24" y="20"/>
                    </a:lnTo>
                    <a:lnTo>
                      <a:pt x="26" y="16"/>
                    </a:lnTo>
                    <a:lnTo>
                      <a:pt x="28" y="12"/>
                    </a:lnTo>
                    <a:lnTo>
                      <a:pt x="30" y="10"/>
                    </a:lnTo>
                    <a:lnTo>
                      <a:pt x="32" y="6"/>
                    </a:lnTo>
                    <a:lnTo>
                      <a:pt x="32" y="4"/>
                    </a:lnTo>
                    <a:lnTo>
                      <a:pt x="32" y="4"/>
                    </a:lnTo>
                    <a:lnTo>
                      <a:pt x="32" y="2"/>
                    </a:lnTo>
                    <a:lnTo>
                      <a:pt x="30" y="0"/>
                    </a:lnTo>
                    <a:lnTo>
                      <a:pt x="28" y="0"/>
                    </a:lnTo>
                    <a:lnTo>
                      <a:pt x="26" y="0"/>
                    </a:lnTo>
                    <a:lnTo>
                      <a:pt x="22" y="2"/>
                    </a:lnTo>
                    <a:lnTo>
                      <a:pt x="20" y="6"/>
                    </a:lnTo>
                    <a:lnTo>
                      <a:pt x="16" y="10"/>
                    </a:lnTo>
                    <a:lnTo>
                      <a:pt x="12" y="14"/>
                    </a:lnTo>
                    <a:lnTo>
                      <a:pt x="8" y="20"/>
                    </a:lnTo>
                    <a:lnTo>
                      <a:pt x="4" y="24"/>
                    </a:lnTo>
                    <a:lnTo>
                      <a:pt x="2" y="26"/>
                    </a:lnTo>
                    <a:lnTo>
                      <a:pt x="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4" name="Google Shape;584;p8"/>
              <p:cNvSpPr/>
              <p:nvPr/>
            </p:nvSpPr>
            <p:spPr>
              <a:xfrm>
                <a:off x="2446" y="2726"/>
                <a:ext cx="60" cy="46"/>
              </a:xfrm>
              <a:custGeom>
                <a:avLst/>
                <a:gdLst/>
                <a:ahLst/>
                <a:cxnLst/>
                <a:rect l="l" t="t" r="r" b="b"/>
                <a:pathLst>
                  <a:path w="60" h="46" extrusionOk="0">
                    <a:moveTo>
                      <a:pt x="42" y="2"/>
                    </a:moveTo>
                    <a:lnTo>
                      <a:pt x="30" y="8"/>
                    </a:lnTo>
                    <a:lnTo>
                      <a:pt x="20" y="10"/>
                    </a:lnTo>
                    <a:lnTo>
                      <a:pt x="6" y="16"/>
                    </a:lnTo>
                    <a:lnTo>
                      <a:pt x="6" y="18"/>
                    </a:lnTo>
                    <a:lnTo>
                      <a:pt x="4" y="20"/>
                    </a:lnTo>
                    <a:lnTo>
                      <a:pt x="2" y="22"/>
                    </a:lnTo>
                    <a:lnTo>
                      <a:pt x="2" y="26"/>
                    </a:lnTo>
                    <a:lnTo>
                      <a:pt x="0" y="30"/>
                    </a:lnTo>
                    <a:lnTo>
                      <a:pt x="0" y="32"/>
                    </a:lnTo>
                    <a:lnTo>
                      <a:pt x="0" y="34"/>
                    </a:lnTo>
                    <a:lnTo>
                      <a:pt x="2" y="36"/>
                    </a:lnTo>
                    <a:lnTo>
                      <a:pt x="8" y="34"/>
                    </a:lnTo>
                    <a:lnTo>
                      <a:pt x="12" y="34"/>
                    </a:lnTo>
                    <a:lnTo>
                      <a:pt x="16" y="32"/>
                    </a:lnTo>
                    <a:lnTo>
                      <a:pt x="20" y="32"/>
                    </a:lnTo>
                    <a:lnTo>
                      <a:pt x="20" y="32"/>
                    </a:lnTo>
                    <a:lnTo>
                      <a:pt x="20" y="32"/>
                    </a:lnTo>
                    <a:lnTo>
                      <a:pt x="20" y="34"/>
                    </a:lnTo>
                    <a:lnTo>
                      <a:pt x="20" y="38"/>
                    </a:lnTo>
                    <a:lnTo>
                      <a:pt x="22" y="40"/>
                    </a:lnTo>
                    <a:lnTo>
                      <a:pt x="24" y="42"/>
                    </a:lnTo>
                    <a:lnTo>
                      <a:pt x="26" y="44"/>
                    </a:lnTo>
                    <a:lnTo>
                      <a:pt x="30" y="44"/>
                    </a:lnTo>
                    <a:lnTo>
                      <a:pt x="32" y="46"/>
                    </a:lnTo>
                    <a:lnTo>
                      <a:pt x="36" y="46"/>
                    </a:lnTo>
                    <a:lnTo>
                      <a:pt x="40" y="46"/>
                    </a:lnTo>
                    <a:lnTo>
                      <a:pt x="42" y="46"/>
                    </a:lnTo>
                    <a:lnTo>
                      <a:pt x="44" y="42"/>
                    </a:lnTo>
                    <a:lnTo>
                      <a:pt x="44" y="38"/>
                    </a:lnTo>
                    <a:lnTo>
                      <a:pt x="44" y="34"/>
                    </a:lnTo>
                    <a:lnTo>
                      <a:pt x="42" y="32"/>
                    </a:lnTo>
                    <a:lnTo>
                      <a:pt x="42" y="30"/>
                    </a:lnTo>
                    <a:lnTo>
                      <a:pt x="44" y="28"/>
                    </a:lnTo>
                    <a:lnTo>
                      <a:pt x="46" y="28"/>
                    </a:lnTo>
                    <a:lnTo>
                      <a:pt x="48" y="30"/>
                    </a:lnTo>
                    <a:lnTo>
                      <a:pt x="50" y="32"/>
                    </a:lnTo>
                    <a:lnTo>
                      <a:pt x="52" y="34"/>
                    </a:lnTo>
                    <a:lnTo>
                      <a:pt x="54" y="36"/>
                    </a:lnTo>
                    <a:lnTo>
                      <a:pt x="56" y="34"/>
                    </a:lnTo>
                    <a:lnTo>
                      <a:pt x="58" y="30"/>
                    </a:lnTo>
                    <a:lnTo>
                      <a:pt x="60" y="24"/>
                    </a:lnTo>
                    <a:lnTo>
                      <a:pt x="60" y="20"/>
                    </a:lnTo>
                    <a:lnTo>
                      <a:pt x="60" y="16"/>
                    </a:lnTo>
                    <a:lnTo>
                      <a:pt x="58" y="12"/>
                    </a:lnTo>
                    <a:lnTo>
                      <a:pt x="56" y="8"/>
                    </a:lnTo>
                    <a:lnTo>
                      <a:pt x="52" y="4"/>
                    </a:lnTo>
                    <a:lnTo>
                      <a:pt x="48" y="2"/>
                    </a:lnTo>
                    <a:lnTo>
                      <a:pt x="46" y="0"/>
                    </a:lnTo>
                    <a:lnTo>
                      <a:pt x="4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5" name="Google Shape;585;p8"/>
              <p:cNvSpPr/>
              <p:nvPr/>
            </p:nvSpPr>
            <p:spPr>
              <a:xfrm>
                <a:off x="2304" y="2754"/>
                <a:ext cx="108" cy="96"/>
              </a:xfrm>
              <a:custGeom>
                <a:avLst/>
                <a:gdLst/>
                <a:ahLst/>
                <a:cxnLst/>
                <a:rect l="l" t="t" r="r" b="b"/>
                <a:pathLst>
                  <a:path w="108" h="96" extrusionOk="0">
                    <a:moveTo>
                      <a:pt x="62" y="56"/>
                    </a:moveTo>
                    <a:lnTo>
                      <a:pt x="70" y="46"/>
                    </a:lnTo>
                    <a:lnTo>
                      <a:pt x="84" y="46"/>
                    </a:lnTo>
                    <a:lnTo>
                      <a:pt x="90" y="46"/>
                    </a:lnTo>
                    <a:lnTo>
                      <a:pt x="96" y="44"/>
                    </a:lnTo>
                    <a:lnTo>
                      <a:pt x="100" y="44"/>
                    </a:lnTo>
                    <a:lnTo>
                      <a:pt x="102" y="42"/>
                    </a:lnTo>
                    <a:lnTo>
                      <a:pt x="86" y="38"/>
                    </a:lnTo>
                    <a:lnTo>
                      <a:pt x="108" y="32"/>
                    </a:lnTo>
                    <a:lnTo>
                      <a:pt x="108" y="30"/>
                    </a:lnTo>
                    <a:lnTo>
                      <a:pt x="108" y="28"/>
                    </a:lnTo>
                    <a:lnTo>
                      <a:pt x="108" y="26"/>
                    </a:lnTo>
                    <a:lnTo>
                      <a:pt x="104" y="24"/>
                    </a:lnTo>
                    <a:lnTo>
                      <a:pt x="104" y="22"/>
                    </a:lnTo>
                    <a:lnTo>
                      <a:pt x="102" y="20"/>
                    </a:lnTo>
                    <a:lnTo>
                      <a:pt x="98" y="16"/>
                    </a:lnTo>
                    <a:lnTo>
                      <a:pt x="96" y="14"/>
                    </a:lnTo>
                    <a:lnTo>
                      <a:pt x="92" y="10"/>
                    </a:lnTo>
                    <a:lnTo>
                      <a:pt x="90" y="8"/>
                    </a:lnTo>
                    <a:lnTo>
                      <a:pt x="90" y="6"/>
                    </a:lnTo>
                    <a:lnTo>
                      <a:pt x="88" y="6"/>
                    </a:lnTo>
                    <a:lnTo>
                      <a:pt x="88" y="4"/>
                    </a:lnTo>
                    <a:lnTo>
                      <a:pt x="86" y="2"/>
                    </a:lnTo>
                    <a:lnTo>
                      <a:pt x="84" y="0"/>
                    </a:lnTo>
                    <a:lnTo>
                      <a:pt x="82" y="0"/>
                    </a:lnTo>
                    <a:lnTo>
                      <a:pt x="78" y="2"/>
                    </a:lnTo>
                    <a:lnTo>
                      <a:pt x="74" y="4"/>
                    </a:lnTo>
                    <a:lnTo>
                      <a:pt x="72" y="4"/>
                    </a:lnTo>
                    <a:lnTo>
                      <a:pt x="70" y="6"/>
                    </a:lnTo>
                    <a:lnTo>
                      <a:pt x="66" y="10"/>
                    </a:lnTo>
                    <a:lnTo>
                      <a:pt x="62" y="12"/>
                    </a:lnTo>
                    <a:lnTo>
                      <a:pt x="58" y="14"/>
                    </a:lnTo>
                    <a:lnTo>
                      <a:pt x="48" y="36"/>
                    </a:lnTo>
                    <a:lnTo>
                      <a:pt x="48" y="38"/>
                    </a:lnTo>
                    <a:lnTo>
                      <a:pt x="46" y="38"/>
                    </a:lnTo>
                    <a:lnTo>
                      <a:pt x="42" y="40"/>
                    </a:lnTo>
                    <a:lnTo>
                      <a:pt x="38" y="44"/>
                    </a:lnTo>
                    <a:lnTo>
                      <a:pt x="36" y="46"/>
                    </a:lnTo>
                    <a:lnTo>
                      <a:pt x="32" y="48"/>
                    </a:lnTo>
                    <a:lnTo>
                      <a:pt x="30" y="48"/>
                    </a:lnTo>
                    <a:lnTo>
                      <a:pt x="26" y="52"/>
                    </a:lnTo>
                    <a:lnTo>
                      <a:pt x="24" y="54"/>
                    </a:lnTo>
                    <a:lnTo>
                      <a:pt x="20" y="58"/>
                    </a:lnTo>
                    <a:lnTo>
                      <a:pt x="18" y="60"/>
                    </a:lnTo>
                    <a:lnTo>
                      <a:pt x="16" y="62"/>
                    </a:lnTo>
                    <a:lnTo>
                      <a:pt x="16" y="64"/>
                    </a:lnTo>
                    <a:lnTo>
                      <a:pt x="8" y="84"/>
                    </a:lnTo>
                    <a:lnTo>
                      <a:pt x="0" y="88"/>
                    </a:lnTo>
                    <a:lnTo>
                      <a:pt x="0" y="88"/>
                    </a:lnTo>
                    <a:lnTo>
                      <a:pt x="2" y="90"/>
                    </a:lnTo>
                    <a:lnTo>
                      <a:pt x="6" y="92"/>
                    </a:lnTo>
                    <a:lnTo>
                      <a:pt x="10" y="94"/>
                    </a:lnTo>
                    <a:lnTo>
                      <a:pt x="14" y="96"/>
                    </a:lnTo>
                    <a:lnTo>
                      <a:pt x="16" y="96"/>
                    </a:lnTo>
                    <a:lnTo>
                      <a:pt x="18" y="94"/>
                    </a:lnTo>
                    <a:lnTo>
                      <a:pt x="22" y="90"/>
                    </a:lnTo>
                    <a:lnTo>
                      <a:pt x="24" y="86"/>
                    </a:lnTo>
                    <a:lnTo>
                      <a:pt x="24" y="86"/>
                    </a:lnTo>
                    <a:lnTo>
                      <a:pt x="26" y="84"/>
                    </a:lnTo>
                    <a:lnTo>
                      <a:pt x="28" y="82"/>
                    </a:lnTo>
                    <a:lnTo>
                      <a:pt x="28" y="82"/>
                    </a:lnTo>
                    <a:lnTo>
                      <a:pt x="32" y="80"/>
                    </a:lnTo>
                    <a:lnTo>
                      <a:pt x="38" y="78"/>
                    </a:lnTo>
                    <a:lnTo>
                      <a:pt x="46" y="74"/>
                    </a:lnTo>
                    <a:lnTo>
                      <a:pt x="54" y="70"/>
                    </a:lnTo>
                    <a:lnTo>
                      <a:pt x="62" y="5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6" name="Google Shape;586;p8"/>
              <p:cNvSpPr/>
              <p:nvPr/>
            </p:nvSpPr>
            <p:spPr>
              <a:xfrm>
                <a:off x="2284" y="2796"/>
                <a:ext cx="120" cy="110"/>
              </a:xfrm>
              <a:custGeom>
                <a:avLst/>
                <a:gdLst/>
                <a:ahLst/>
                <a:cxnLst/>
                <a:rect l="l" t="t" r="r" b="b"/>
                <a:pathLst>
                  <a:path w="120" h="110" extrusionOk="0">
                    <a:moveTo>
                      <a:pt x="102" y="28"/>
                    </a:moveTo>
                    <a:lnTo>
                      <a:pt x="102" y="32"/>
                    </a:lnTo>
                    <a:lnTo>
                      <a:pt x="102" y="34"/>
                    </a:lnTo>
                    <a:lnTo>
                      <a:pt x="104" y="34"/>
                    </a:lnTo>
                    <a:lnTo>
                      <a:pt x="106" y="34"/>
                    </a:lnTo>
                    <a:lnTo>
                      <a:pt x="112" y="36"/>
                    </a:lnTo>
                    <a:lnTo>
                      <a:pt x="116" y="38"/>
                    </a:lnTo>
                    <a:lnTo>
                      <a:pt x="120" y="42"/>
                    </a:lnTo>
                    <a:lnTo>
                      <a:pt x="118" y="44"/>
                    </a:lnTo>
                    <a:lnTo>
                      <a:pt x="116" y="46"/>
                    </a:lnTo>
                    <a:lnTo>
                      <a:pt x="114" y="48"/>
                    </a:lnTo>
                    <a:lnTo>
                      <a:pt x="114" y="48"/>
                    </a:lnTo>
                    <a:lnTo>
                      <a:pt x="108" y="48"/>
                    </a:lnTo>
                    <a:lnTo>
                      <a:pt x="106" y="50"/>
                    </a:lnTo>
                    <a:lnTo>
                      <a:pt x="102" y="52"/>
                    </a:lnTo>
                    <a:lnTo>
                      <a:pt x="102" y="54"/>
                    </a:lnTo>
                    <a:lnTo>
                      <a:pt x="100" y="56"/>
                    </a:lnTo>
                    <a:lnTo>
                      <a:pt x="100" y="56"/>
                    </a:lnTo>
                    <a:lnTo>
                      <a:pt x="98" y="70"/>
                    </a:lnTo>
                    <a:lnTo>
                      <a:pt x="94" y="70"/>
                    </a:lnTo>
                    <a:lnTo>
                      <a:pt x="90" y="74"/>
                    </a:lnTo>
                    <a:lnTo>
                      <a:pt x="88" y="76"/>
                    </a:lnTo>
                    <a:lnTo>
                      <a:pt x="86" y="78"/>
                    </a:lnTo>
                    <a:lnTo>
                      <a:pt x="86" y="80"/>
                    </a:lnTo>
                    <a:lnTo>
                      <a:pt x="84" y="82"/>
                    </a:lnTo>
                    <a:lnTo>
                      <a:pt x="84" y="84"/>
                    </a:lnTo>
                    <a:lnTo>
                      <a:pt x="82" y="90"/>
                    </a:lnTo>
                    <a:lnTo>
                      <a:pt x="82" y="94"/>
                    </a:lnTo>
                    <a:lnTo>
                      <a:pt x="80" y="98"/>
                    </a:lnTo>
                    <a:lnTo>
                      <a:pt x="78" y="102"/>
                    </a:lnTo>
                    <a:lnTo>
                      <a:pt x="76" y="104"/>
                    </a:lnTo>
                    <a:lnTo>
                      <a:pt x="74" y="106"/>
                    </a:lnTo>
                    <a:lnTo>
                      <a:pt x="70" y="108"/>
                    </a:lnTo>
                    <a:lnTo>
                      <a:pt x="66" y="108"/>
                    </a:lnTo>
                    <a:lnTo>
                      <a:pt x="64" y="110"/>
                    </a:lnTo>
                    <a:lnTo>
                      <a:pt x="60" y="100"/>
                    </a:lnTo>
                    <a:lnTo>
                      <a:pt x="50" y="100"/>
                    </a:lnTo>
                    <a:lnTo>
                      <a:pt x="50" y="98"/>
                    </a:lnTo>
                    <a:lnTo>
                      <a:pt x="50" y="96"/>
                    </a:lnTo>
                    <a:lnTo>
                      <a:pt x="46" y="96"/>
                    </a:lnTo>
                    <a:lnTo>
                      <a:pt x="42" y="96"/>
                    </a:lnTo>
                    <a:lnTo>
                      <a:pt x="40" y="96"/>
                    </a:lnTo>
                    <a:lnTo>
                      <a:pt x="38" y="96"/>
                    </a:lnTo>
                    <a:lnTo>
                      <a:pt x="34" y="96"/>
                    </a:lnTo>
                    <a:lnTo>
                      <a:pt x="30" y="96"/>
                    </a:lnTo>
                    <a:lnTo>
                      <a:pt x="26" y="94"/>
                    </a:lnTo>
                    <a:lnTo>
                      <a:pt x="24" y="92"/>
                    </a:lnTo>
                    <a:lnTo>
                      <a:pt x="22" y="90"/>
                    </a:lnTo>
                    <a:lnTo>
                      <a:pt x="20" y="88"/>
                    </a:lnTo>
                    <a:lnTo>
                      <a:pt x="16" y="86"/>
                    </a:lnTo>
                    <a:lnTo>
                      <a:pt x="12" y="84"/>
                    </a:lnTo>
                    <a:lnTo>
                      <a:pt x="6" y="82"/>
                    </a:lnTo>
                    <a:lnTo>
                      <a:pt x="2" y="80"/>
                    </a:lnTo>
                    <a:lnTo>
                      <a:pt x="0" y="78"/>
                    </a:lnTo>
                    <a:lnTo>
                      <a:pt x="0" y="76"/>
                    </a:lnTo>
                    <a:lnTo>
                      <a:pt x="0" y="74"/>
                    </a:lnTo>
                    <a:lnTo>
                      <a:pt x="2" y="74"/>
                    </a:lnTo>
                    <a:lnTo>
                      <a:pt x="4" y="72"/>
                    </a:lnTo>
                    <a:lnTo>
                      <a:pt x="4" y="72"/>
                    </a:lnTo>
                    <a:lnTo>
                      <a:pt x="2" y="60"/>
                    </a:lnTo>
                    <a:lnTo>
                      <a:pt x="2" y="56"/>
                    </a:lnTo>
                    <a:lnTo>
                      <a:pt x="2" y="52"/>
                    </a:lnTo>
                    <a:lnTo>
                      <a:pt x="4" y="48"/>
                    </a:lnTo>
                    <a:lnTo>
                      <a:pt x="6" y="44"/>
                    </a:lnTo>
                    <a:lnTo>
                      <a:pt x="8" y="42"/>
                    </a:lnTo>
                    <a:lnTo>
                      <a:pt x="8" y="42"/>
                    </a:lnTo>
                    <a:lnTo>
                      <a:pt x="28" y="42"/>
                    </a:lnTo>
                    <a:lnTo>
                      <a:pt x="20" y="46"/>
                    </a:lnTo>
                    <a:lnTo>
                      <a:pt x="20" y="46"/>
                    </a:lnTo>
                    <a:lnTo>
                      <a:pt x="22" y="48"/>
                    </a:lnTo>
                    <a:lnTo>
                      <a:pt x="26" y="50"/>
                    </a:lnTo>
                    <a:lnTo>
                      <a:pt x="28" y="52"/>
                    </a:lnTo>
                    <a:lnTo>
                      <a:pt x="32" y="54"/>
                    </a:lnTo>
                    <a:lnTo>
                      <a:pt x="36" y="52"/>
                    </a:lnTo>
                    <a:lnTo>
                      <a:pt x="40" y="50"/>
                    </a:lnTo>
                    <a:lnTo>
                      <a:pt x="44" y="44"/>
                    </a:lnTo>
                    <a:lnTo>
                      <a:pt x="44" y="44"/>
                    </a:lnTo>
                    <a:lnTo>
                      <a:pt x="48" y="42"/>
                    </a:lnTo>
                    <a:lnTo>
                      <a:pt x="50" y="38"/>
                    </a:lnTo>
                    <a:lnTo>
                      <a:pt x="56" y="38"/>
                    </a:lnTo>
                    <a:lnTo>
                      <a:pt x="58" y="36"/>
                    </a:lnTo>
                    <a:lnTo>
                      <a:pt x="62" y="34"/>
                    </a:lnTo>
                    <a:lnTo>
                      <a:pt x="66" y="32"/>
                    </a:lnTo>
                    <a:lnTo>
                      <a:pt x="70" y="30"/>
                    </a:lnTo>
                    <a:lnTo>
                      <a:pt x="72" y="28"/>
                    </a:lnTo>
                    <a:lnTo>
                      <a:pt x="74" y="28"/>
                    </a:lnTo>
                    <a:lnTo>
                      <a:pt x="82" y="14"/>
                    </a:lnTo>
                    <a:lnTo>
                      <a:pt x="90" y="4"/>
                    </a:lnTo>
                    <a:lnTo>
                      <a:pt x="90" y="4"/>
                    </a:lnTo>
                    <a:lnTo>
                      <a:pt x="94" y="4"/>
                    </a:lnTo>
                    <a:lnTo>
                      <a:pt x="100" y="4"/>
                    </a:lnTo>
                    <a:lnTo>
                      <a:pt x="106" y="4"/>
                    </a:lnTo>
                    <a:lnTo>
                      <a:pt x="112" y="4"/>
                    </a:lnTo>
                    <a:lnTo>
                      <a:pt x="116" y="2"/>
                    </a:lnTo>
                    <a:lnTo>
                      <a:pt x="120" y="0"/>
                    </a:lnTo>
                    <a:lnTo>
                      <a:pt x="120" y="2"/>
                    </a:lnTo>
                    <a:lnTo>
                      <a:pt x="118" y="4"/>
                    </a:lnTo>
                    <a:lnTo>
                      <a:pt x="116" y="6"/>
                    </a:lnTo>
                    <a:lnTo>
                      <a:pt x="112" y="8"/>
                    </a:lnTo>
                    <a:lnTo>
                      <a:pt x="108" y="12"/>
                    </a:lnTo>
                    <a:lnTo>
                      <a:pt x="102" y="14"/>
                    </a:lnTo>
                    <a:lnTo>
                      <a:pt x="10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7" name="Google Shape;587;p8"/>
              <p:cNvSpPr/>
              <p:nvPr/>
            </p:nvSpPr>
            <p:spPr>
              <a:xfrm>
                <a:off x="2688" y="2880"/>
                <a:ext cx="128" cy="108"/>
              </a:xfrm>
              <a:custGeom>
                <a:avLst/>
                <a:gdLst/>
                <a:ahLst/>
                <a:cxnLst/>
                <a:rect l="l" t="t" r="r" b="b"/>
                <a:pathLst>
                  <a:path w="128" h="108" extrusionOk="0">
                    <a:moveTo>
                      <a:pt x="78" y="40"/>
                    </a:moveTo>
                    <a:lnTo>
                      <a:pt x="78" y="38"/>
                    </a:lnTo>
                    <a:lnTo>
                      <a:pt x="76" y="36"/>
                    </a:lnTo>
                    <a:lnTo>
                      <a:pt x="72" y="36"/>
                    </a:lnTo>
                    <a:lnTo>
                      <a:pt x="70" y="34"/>
                    </a:lnTo>
                    <a:lnTo>
                      <a:pt x="68" y="32"/>
                    </a:lnTo>
                    <a:lnTo>
                      <a:pt x="62" y="28"/>
                    </a:lnTo>
                    <a:lnTo>
                      <a:pt x="58" y="24"/>
                    </a:lnTo>
                    <a:lnTo>
                      <a:pt x="52" y="20"/>
                    </a:lnTo>
                    <a:lnTo>
                      <a:pt x="46" y="16"/>
                    </a:lnTo>
                    <a:lnTo>
                      <a:pt x="42" y="12"/>
                    </a:lnTo>
                    <a:lnTo>
                      <a:pt x="40" y="10"/>
                    </a:lnTo>
                    <a:lnTo>
                      <a:pt x="38" y="10"/>
                    </a:lnTo>
                    <a:lnTo>
                      <a:pt x="34" y="10"/>
                    </a:lnTo>
                    <a:lnTo>
                      <a:pt x="26" y="8"/>
                    </a:lnTo>
                    <a:lnTo>
                      <a:pt x="14" y="4"/>
                    </a:lnTo>
                    <a:lnTo>
                      <a:pt x="4" y="0"/>
                    </a:lnTo>
                    <a:lnTo>
                      <a:pt x="0" y="80"/>
                    </a:lnTo>
                    <a:lnTo>
                      <a:pt x="12" y="86"/>
                    </a:lnTo>
                    <a:lnTo>
                      <a:pt x="28" y="80"/>
                    </a:lnTo>
                    <a:lnTo>
                      <a:pt x="28" y="78"/>
                    </a:lnTo>
                    <a:lnTo>
                      <a:pt x="28" y="76"/>
                    </a:lnTo>
                    <a:lnTo>
                      <a:pt x="30" y="74"/>
                    </a:lnTo>
                    <a:lnTo>
                      <a:pt x="34" y="72"/>
                    </a:lnTo>
                    <a:lnTo>
                      <a:pt x="38" y="68"/>
                    </a:lnTo>
                    <a:lnTo>
                      <a:pt x="42" y="68"/>
                    </a:lnTo>
                    <a:lnTo>
                      <a:pt x="46" y="66"/>
                    </a:lnTo>
                    <a:lnTo>
                      <a:pt x="52" y="68"/>
                    </a:lnTo>
                    <a:lnTo>
                      <a:pt x="76" y="82"/>
                    </a:lnTo>
                    <a:lnTo>
                      <a:pt x="86" y="94"/>
                    </a:lnTo>
                    <a:lnTo>
                      <a:pt x="104" y="102"/>
                    </a:lnTo>
                    <a:lnTo>
                      <a:pt x="126" y="108"/>
                    </a:lnTo>
                    <a:lnTo>
                      <a:pt x="128" y="108"/>
                    </a:lnTo>
                    <a:lnTo>
                      <a:pt x="128" y="106"/>
                    </a:lnTo>
                    <a:lnTo>
                      <a:pt x="128" y="104"/>
                    </a:lnTo>
                    <a:lnTo>
                      <a:pt x="128" y="100"/>
                    </a:lnTo>
                    <a:lnTo>
                      <a:pt x="126" y="98"/>
                    </a:lnTo>
                    <a:lnTo>
                      <a:pt x="124" y="94"/>
                    </a:lnTo>
                    <a:lnTo>
                      <a:pt x="120" y="92"/>
                    </a:lnTo>
                    <a:lnTo>
                      <a:pt x="116" y="88"/>
                    </a:lnTo>
                    <a:lnTo>
                      <a:pt x="110" y="84"/>
                    </a:lnTo>
                    <a:lnTo>
                      <a:pt x="106" y="80"/>
                    </a:lnTo>
                    <a:lnTo>
                      <a:pt x="102" y="76"/>
                    </a:lnTo>
                    <a:lnTo>
                      <a:pt x="98" y="72"/>
                    </a:lnTo>
                    <a:lnTo>
                      <a:pt x="96" y="70"/>
                    </a:lnTo>
                    <a:lnTo>
                      <a:pt x="96" y="70"/>
                    </a:lnTo>
                    <a:lnTo>
                      <a:pt x="80" y="60"/>
                    </a:lnTo>
                    <a:lnTo>
                      <a:pt x="96" y="54"/>
                    </a:lnTo>
                    <a:lnTo>
                      <a:pt x="92" y="46"/>
                    </a:lnTo>
                    <a:lnTo>
                      <a:pt x="90" y="46"/>
                    </a:lnTo>
                    <a:lnTo>
                      <a:pt x="88" y="44"/>
                    </a:lnTo>
                    <a:lnTo>
                      <a:pt x="84" y="44"/>
                    </a:lnTo>
                    <a:lnTo>
                      <a:pt x="80" y="42"/>
                    </a:lnTo>
                    <a:lnTo>
                      <a:pt x="78" y="42"/>
                    </a:lnTo>
                    <a:lnTo>
                      <a:pt x="78" y="4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8" name="Google Shape;588;p8"/>
              <p:cNvSpPr/>
              <p:nvPr/>
            </p:nvSpPr>
            <p:spPr>
              <a:xfrm>
                <a:off x="2568" y="2852"/>
                <a:ext cx="122" cy="108"/>
              </a:xfrm>
              <a:custGeom>
                <a:avLst/>
                <a:gdLst/>
                <a:ahLst/>
                <a:cxnLst/>
                <a:rect l="l" t="t" r="r" b="b"/>
                <a:pathLst>
                  <a:path w="122" h="108" extrusionOk="0">
                    <a:moveTo>
                      <a:pt x="122" y="28"/>
                    </a:moveTo>
                    <a:lnTo>
                      <a:pt x="114" y="24"/>
                    </a:lnTo>
                    <a:lnTo>
                      <a:pt x="102" y="18"/>
                    </a:lnTo>
                    <a:lnTo>
                      <a:pt x="92" y="14"/>
                    </a:lnTo>
                    <a:lnTo>
                      <a:pt x="80" y="14"/>
                    </a:lnTo>
                    <a:lnTo>
                      <a:pt x="72" y="20"/>
                    </a:lnTo>
                    <a:lnTo>
                      <a:pt x="72" y="20"/>
                    </a:lnTo>
                    <a:lnTo>
                      <a:pt x="72" y="24"/>
                    </a:lnTo>
                    <a:lnTo>
                      <a:pt x="72" y="28"/>
                    </a:lnTo>
                    <a:lnTo>
                      <a:pt x="70" y="32"/>
                    </a:lnTo>
                    <a:lnTo>
                      <a:pt x="70" y="36"/>
                    </a:lnTo>
                    <a:lnTo>
                      <a:pt x="66" y="40"/>
                    </a:lnTo>
                    <a:lnTo>
                      <a:pt x="64" y="42"/>
                    </a:lnTo>
                    <a:lnTo>
                      <a:pt x="58" y="42"/>
                    </a:lnTo>
                    <a:lnTo>
                      <a:pt x="52" y="42"/>
                    </a:lnTo>
                    <a:lnTo>
                      <a:pt x="48" y="40"/>
                    </a:lnTo>
                    <a:lnTo>
                      <a:pt x="42" y="38"/>
                    </a:lnTo>
                    <a:lnTo>
                      <a:pt x="40" y="32"/>
                    </a:lnTo>
                    <a:lnTo>
                      <a:pt x="38" y="28"/>
                    </a:lnTo>
                    <a:lnTo>
                      <a:pt x="34" y="22"/>
                    </a:lnTo>
                    <a:lnTo>
                      <a:pt x="34" y="18"/>
                    </a:lnTo>
                    <a:lnTo>
                      <a:pt x="32" y="14"/>
                    </a:lnTo>
                    <a:lnTo>
                      <a:pt x="32" y="12"/>
                    </a:lnTo>
                    <a:lnTo>
                      <a:pt x="30" y="12"/>
                    </a:lnTo>
                    <a:lnTo>
                      <a:pt x="28" y="10"/>
                    </a:lnTo>
                    <a:lnTo>
                      <a:pt x="26" y="6"/>
                    </a:lnTo>
                    <a:lnTo>
                      <a:pt x="22" y="4"/>
                    </a:lnTo>
                    <a:lnTo>
                      <a:pt x="18" y="2"/>
                    </a:lnTo>
                    <a:lnTo>
                      <a:pt x="12" y="0"/>
                    </a:lnTo>
                    <a:lnTo>
                      <a:pt x="8" y="2"/>
                    </a:lnTo>
                    <a:lnTo>
                      <a:pt x="2" y="4"/>
                    </a:lnTo>
                    <a:lnTo>
                      <a:pt x="2" y="6"/>
                    </a:lnTo>
                    <a:lnTo>
                      <a:pt x="0" y="8"/>
                    </a:lnTo>
                    <a:lnTo>
                      <a:pt x="0" y="10"/>
                    </a:lnTo>
                    <a:lnTo>
                      <a:pt x="2" y="14"/>
                    </a:lnTo>
                    <a:lnTo>
                      <a:pt x="6" y="18"/>
                    </a:lnTo>
                    <a:lnTo>
                      <a:pt x="10" y="26"/>
                    </a:lnTo>
                    <a:lnTo>
                      <a:pt x="12" y="32"/>
                    </a:lnTo>
                    <a:lnTo>
                      <a:pt x="14" y="38"/>
                    </a:lnTo>
                    <a:lnTo>
                      <a:pt x="14" y="42"/>
                    </a:lnTo>
                    <a:lnTo>
                      <a:pt x="16" y="46"/>
                    </a:lnTo>
                    <a:lnTo>
                      <a:pt x="18" y="48"/>
                    </a:lnTo>
                    <a:lnTo>
                      <a:pt x="20" y="50"/>
                    </a:lnTo>
                    <a:lnTo>
                      <a:pt x="24" y="50"/>
                    </a:lnTo>
                    <a:lnTo>
                      <a:pt x="28" y="48"/>
                    </a:lnTo>
                    <a:lnTo>
                      <a:pt x="34" y="48"/>
                    </a:lnTo>
                    <a:lnTo>
                      <a:pt x="38" y="50"/>
                    </a:lnTo>
                    <a:lnTo>
                      <a:pt x="42" y="52"/>
                    </a:lnTo>
                    <a:lnTo>
                      <a:pt x="46" y="54"/>
                    </a:lnTo>
                    <a:lnTo>
                      <a:pt x="50" y="54"/>
                    </a:lnTo>
                    <a:lnTo>
                      <a:pt x="56" y="56"/>
                    </a:lnTo>
                    <a:lnTo>
                      <a:pt x="62" y="56"/>
                    </a:lnTo>
                    <a:lnTo>
                      <a:pt x="68" y="58"/>
                    </a:lnTo>
                    <a:lnTo>
                      <a:pt x="70" y="58"/>
                    </a:lnTo>
                    <a:lnTo>
                      <a:pt x="72" y="58"/>
                    </a:lnTo>
                    <a:lnTo>
                      <a:pt x="88" y="72"/>
                    </a:lnTo>
                    <a:lnTo>
                      <a:pt x="98" y="90"/>
                    </a:lnTo>
                    <a:lnTo>
                      <a:pt x="114" y="104"/>
                    </a:lnTo>
                    <a:lnTo>
                      <a:pt x="118" y="108"/>
                    </a:lnTo>
                    <a:lnTo>
                      <a:pt x="12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89" name="Google Shape;589;p8"/>
              <p:cNvSpPr/>
              <p:nvPr/>
            </p:nvSpPr>
            <p:spPr>
              <a:xfrm>
                <a:off x="2340" y="3030"/>
                <a:ext cx="508" cy="408"/>
              </a:xfrm>
              <a:custGeom>
                <a:avLst/>
                <a:gdLst/>
                <a:ahLst/>
                <a:cxnLst/>
                <a:rect l="l" t="t" r="r" b="b"/>
                <a:pathLst>
                  <a:path w="508" h="408" extrusionOk="0">
                    <a:moveTo>
                      <a:pt x="30" y="138"/>
                    </a:moveTo>
                    <a:lnTo>
                      <a:pt x="60" y="136"/>
                    </a:lnTo>
                    <a:lnTo>
                      <a:pt x="92" y="130"/>
                    </a:lnTo>
                    <a:lnTo>
                      <a:pt x="92" y="130"/>
                    </a:lnTo>
                    <a:lnTo>
                      <a:pt x="94" y="128"/>
                    </a:lnTo>
                    <a:lnTo>
                      <a:pt x="98" y="124"/>
                    </a:lnTo>
                    <a:lnTo>
                      <a:pt x="100" y="120"/>
                    </a:lnTo>
                    <a:lnTo>
                      <a:pt x="104" y="116"/>
                    </a:lnTo>
                    <a:lnTo>
                      <a:pt x="106" y="112"/>
                    </a:lnTo>
                    <a:lnTo>
                      <a:pt x="108" y="108"/>
                    </a:lnTo>
                    <a:lnTo>
                      <a:pt x="110" y="104"/>
                    </a:lnTo>
                    <a:lnTo>
                      <a:pt x="110" y="100"/>
                    </a:lnTo>
                    <a:lnTo>
                      <a:pt x="110" y="96"/>
                    </a:lnTo>
                    <a:lnTo>
                      <a:pt x="112" y="92"/>
                    </a:lnTo>
                    <a:lnTo>
                      <a:pt x="114" y="88"/>
                    </a:lnTo>
                    <a:lnTo>
                      <a:pt x="118" y="86"/>
                    </a:lnTo>
                    <a:lnTo>
                      <a:pt x="122" y="86"/>
                    </a:lnTo>
                    <a:lnTo>
                      <a:pt x="128" y="86"/>
                    </a:lnTo>
                    <a:lnTo>
                      <a:pt x="128" y="84"/>
                    </a:lnTo>
                    <a:lnTo>
                      <a:pt x="128" y="82"/>
                    </a:lnTo>
                    <a:lnTo>
                      <a:pt x="128" y="80"/>
                    </a:lnTo>
                    <a:lnTo>
                      <a:pt x="130" y="76"/>
                    </a:lnTo>
                    <a:lnTo>
                      <a:pt x="130" y="72"/>
                    </a:lnTo>
                    <a:lnTo>
                      <a:pt x="134" y="70"/>
                    </a:lnTo>
                    <a:lnTo>
                      <a:pt x="136" y="70"/>
                    </a:lnTo>
                    <a:lnTo>
                      <a:pt x="140" y="66"/>
                    </a:lnTo>
                    <a:lnTo>
                      <a:pt x="146" y="56"/>
                    </a:lnTo>
                    <a:lnTo>
                      <a:pt x="156" y="48"/>
                    </a:lnTo>
                    <a:lnTo>
                      <a:pt x="170" y="48"/>
                    </a:lnTo>
                    <a:lnTo>
                      <a:pt x="170" y="48"/>
                    </a:lnTo>
                    <a:lnTo>
                      <a:pt x="172" y="50"/>
                    </a:lnTo>
                    <a:lnTo>
                      <a:pt x="176" y="52"/>
                    </a:lnTo>
                    <a:lnTo>
                      <a:pt x="180" y="54"/>
                    </a:lnTo>
                    <a:lnTo>
                      <a:pt x="182" y="56"/>
                    </a:lnTo>
                    <a:lnTo>
                      <a:pt x="186" y="58"/>
                    </a:lnTo>
                    <a:lnTo>
                      <a:pt x="190" y="60"/>
                    </a:lnTo>
                    <a:lnTo>
                      <a:pt x="194" y="60"/>
                    </a:lnTo>
                    <a:lnTo>
                      <a:pt x="196" y="60"/>
                    </a:lnTo>
                    <a:lnTo>
                      <a:pt x="198" y="62"/>
                    </a:lnTo>
                    <a:lnTo>
                      <a:pt x="198" y="60"/>
                    </a:lnTo>
                    <a:lnTo>
                      <a:pt x="200" y="58"/>
                    </a:lnTo>
                    <a:lnTo>
                      <a:pt x="202" y="56"/>
                    </a:lnTo>
                    <a:lnTo>
                      <a:pt x="202" y="54"/>
                    </a:lnTo>
                    <a:lnTo>
                      <a:pt x="202" y="52"/>
                    </a:lnTo>
                    <a:lnTo>
                      <a:pt x="200" y="50"/>
                    </a:lnTo>
                    <a:lnTo>
                      <a:pt x="198" y="48"/>
                    </a:lnTo>
                    <a:lnTo>
                      <a:pt x="196" y="46"/>
                    </a:lnTo>
                    <a:lnTo>
                      <a:pt x="196" y="44"/>
                    </a:lnTo>
                    <a:lnTo>
                      <a:pt x="198" y="42"/>
                    </a:lnTo>
                    <a:lnTo>
                      <a:pt x="202" y="40"/>
                    </a:lnTo>
                    <a:lnTo>
                      <a:pt x="204" y="32"/>
                    </a:lnTo>
                    <a:lnTo>
                      <a:pt x="202" y="32"/>
                    </a:lnTo>
                    <a:lnTo>
                      <a:pt x="204" y="30"/>
                    </a:lnTo>
                    <a:lnTo>
                      <a:pt x="204" y="28"/>
                    </a:lnTo>
                    <a:lnTo>
                      <a:pt x="206" y="24"/>
                    </a:lnTo>
                    <a:lnTo>
                      <a:pt x="208" y="22"/>
                    </a:lnTo>
                    <a:lnTo>
                      <a:pt x="212" y="20"/>
                    </a:lnTo>
                    <a:lnTo>
                      <a:pt x="228" y="20"/>
                    </a:lnTo>
                    <a:lnTo>
                      <a:pt x="228" y="18"/>
                    </a:lnTo>
                    <a:lnTo>
                      <a:pt x="230" y="18"/>
                    </a:lnTo>
                    <a:lnTo>
                      <a:pt x="232" y="16"/>
                    </a:lnTo>
                    <a:lnTo>
                      <a:pt x="232" y="14"/>
                    </a:lnTo>
                    <a:lnTo>
                      <a:pt x="232" y="10"/>
                    </a:lnTo>
                    <a:lnTo>
                      <a:pt x="222" y="10"/>
                    </a:lnTo>
                    <a:lnTo>
                      <a:pt x="222" y="10"/>
                    </a:lnTo>
                    <a:lnTo>
                      <a:pt x="222" y="8"/>
                    </a:lnTo>
                    <a:lnTo>
                      <a:pt x="224" y="6"/>
                    </a:lnTo>
                    <a:lnTo>
                      <a:pt x="224" y="4"/>
                    </a:lnTo>
                    <a:lnTo>
                      <a:pt x="228" y="2"/>
                    </a:lnTo>
                    <a:lnTo>
                      <a:pt x="232" y="0"/>
                    </a:lnTo>
                    <a:lnTo>
                      <a:pt x="234" y="0"/>
                    </a:lnTo>
                    <a:lnTo>
                      <a:pt x="238" y="0"/>
                    </a:lnTo>
                    <a:lnTo>
                      <a:pt x="242" y="0"/>
                    </a:lnTo>
                    <a:lnTo>
                      <a:pt x="244" y="0"/>
                    </a:lnTo>
                    <a:lnTo>
                      <a:pt x="246" y="2"/>
                    </a:lnTo>
                    <a:lnTo>
                      <a:pt x="248" y="2"/>
                    </a:lnTo>
                    <a:lnTo>
                      <a:pt x="246" y="6"/>
                    </a:lnTo>
                    <a:lnTo>
                      <a:pt x="246" y="8"/>
                    </a:lnTo>
                    <a:lnTo>
                      <a:pt x="244" y="8"/>
                    </a:lnTo>
                    <a:lnTo>
                      <a:pt x="244" y="10"/>
                    </a:lnTo>
                    <a:lnTo>
                      <a:pt x="244" y="10"/>
                    </a:lnTo>
                    <a:lnTo>
                      <a:pt x="246" y="10"/>
                    </a:lnTo>
                    <a:lnTo>
                      <a:pt x="248" y="12"/>
                    </a:lnTo>
                    <a:lnTo>
                      <a:pt x="252" y="12"/>
                    </a:lnTo>
                    <a:lnTo>
                      <a:pt x="252" y="12"/>
                    </a:lnTo>
                    <a:lnTo>
                      <a:pt x="254" y="10"/>
                    </a:lnTo>
                    <a:lnTo>
                      <a:pt x="254" y="8"/>
                    </a:lnTo>
                    <a:lnTo>
                      <a:pt x="254" y="6"/>
                    </a:lnTo>
                    <a:lnTo>
                      <a:pt x="254" y="4"/>
                    </a:lnTo>
                    <a:lnTo>
                      <a:pt x="256" y="4"/>
                    </a:lnTo>
                    <a:lnTo>
                      <a:pt x="258" y="4"/>
                    </a:lnTo>
                    <a:lnTo>
                      <a:pt x="262" y="6"/>
                    </a:lnTo>
                    <a:lnTo>
                      <a:pt x="264" y="12"/>
                    </a:lnTo>
                    <a:lnTo>
                      <a:pt x="266" y="16"/>
                    </a:lnTo>
                    <a:lnTo>
                      <a:pt x="268" y="18"/>
                    </a:lnTo>
                    <a:lnTo>
                      <a:pt x="268" y="20"/>
                    </a:lnTo>
                    <a:lnTo>
                      <a:pt x="280" y="14"/>
                    </a:lnTo>
                    <a:lnTo>
                      <a:pt x="282" y="14"/>
                    </a:lnTo>
                    <a:lnTo>
                      <a:pt x="284" y="14"/>
                    </a:lnTo>
                    <a:lnTo>
                      <a:pt x="290" y="14"/>
                    </a:lnTo>
                    <a:lnTo>
                      <a:pt x="294" y="16"/>
                    </a:lnTo>
                    <a:lnTo>
                      <a:pt x="298" y="18"/>
                    </a:lnTo>
                    <a:lnTo>
                      <a:pt x="300" y="20"/>
                    </a:lnTo>
                    <a:lnTo>
                      <a:pt x="302" y="24"/>
                    </a:lnTo>
                    <a:lnTo>
                      <a:pt x="304" y="28"/>
                    </a:lnTo>
                    <a:lnTo>
                      <a:pt x="302" y="30"/>
                    </a:lnTo>
                    <a:lnTo>
                      <a:pt x="302" y="32"/>
                    </a:lnTo>
                    <a:lnTo>
                      <a:pt x="300" y="32"/>
                    </a:lnTo>
                    <a:lnTo>
                      <a:pt x="298" y="34"/>
                    </a:lnTo>
                    <a:lnTo>
                      <a:pt x="294" y="36"/>
                    </a:lnTo>
                    <a:lnTo>
                      <a:pt x="292" y="40"/>
                    </a:lnTo>
                    <a:lnTo>
                      <a:pt x="290" y="44"/>
                    </a:lnTo>
                    <a:lnTo>
                      <a:pt x="288" y="48"/>
                    </a:lnTo>
                    <a:lnTo>
                      <a:pt x="286" y="52"/>
                    </a:lnTo>
                    <a:lnTo>
                      <a:pt x="286" y="54"/>
                    </a:lnTo>
                    <a:lnTo>
                      <a:pt x="290" y="56"/>
                    </a:lnTo>
                    <a:lnTo>
                      <a:pt x="298" y="62"/>
                    </a:lnTo>
                    <a:lnTo>
                      <a:pt x="308" y="70"/>
                    </a:lnTo>
                    <a:lnTo>
                      <a:pt x="318" y="76"/>
                    </a:lnTo>
                    <a:lnTo>
                      <a:pt x="326" y="82"/>
                    </a:lnTo>
                    <a:lnTo>
                      <a:pt x="330" y="82"/>
                    </a:lnTo>
                    <a:lnTo>
                      <a:pt x="330" y="84"/>
                    </a:lnTo>
                    <a:lnTo>
                      <a:pt x="334" y="84"/>
                    </a:lnTo>
                    <a:lnTo>
                      <a:pt x="336" y="84"/>
                    </a:lnTo>
                    <a:lnTo>
                      <a:pt x="340" y="82"/>
                    </a:lnTo>
                    <a:lnTo>
                      <a:pt x="344" y="78"/>
                    </a:lnTo>
                    <a:lnTo>
                      <a:pt x="348" y="70"/>
                    </a:lnTo>
                    <a:lnTo>
                      <a:pt x="352" y="58"/>
                    </a:lnTo>
                    <a:lnTo>
                      <a:pt x="354" y="48"/>
                    </a:lnTo>
                    <a:lnTo>
                      <a:pt x="356" y="42"/>
                    </a:lnTo>
                    <a:lnTo>
                      <a:pt x="358" y="12"/>
                    </a:lnTo>
                    <a:lnTo>
                      <a:pt x="358" y="10"/>
                    </a:lnTo>
                    <a:lnTo>
                      <a:pt x="358" y="10"/>
                    </a:lnTo>
                    <a:lnTo>
                      <a:pt x="358" y="6"/>
                    </a:lnTo>
                    <a:lnTo>
                      <a:pt x="358" y="4"/>
                    </a:lnTo>
                    <a:lnTo>
                      <a:pt x="360" y="2"/>
                    </a:lnTo>
                    <a:lnTo>
                      <a:pt x="360" y="0"/>
                    </a:lnTo>
                    <a:lnTo>
                      <a:pt x="364" y="0"/>
                    </a:lnTo>
                    <a:lnTo>
                      <a:pt x="368" y="0"/>
                    </a:lnTo>
                    <a:lnTo>
                      <a:pt x="372" y="4"/>
                    </a:lnTo>
                    <a:lnTo>
                      <a:pt x="376" y="6"/>
                    </a:lnTo>
                    <a:lnTo>
                      <a:pt x="376" y="12"/>
                    </a:lnTo>
                    <a:lnTo>
                      <a:pt x="378" y="16"/>
                    </a:lnTo>
                    <a:lnTo>
                      <a:pt x="378" y="20"/>
                    </a:lnTo>
                    <a:lnTo>
                      <a:pt x="378" y="22"/>
                    </a:lnTo>
                    <a:lnTo>
                      <a:pt x="378" y="24"/>
                    </a:lnTo>
                    <a:lnTo>
                      <a:pt x="376" y="24"/>
                    </a:lnTo>
                    <a:lnTo>
                      <a:pt x="376" y="28"/>
                    </a:lnTo>
                    <a:lnTo>
                      <a:pt x="376" y="32"/>
                    </a:lnTo>
                    <a:lnTo>
                      <a:pt x="376" y="36"/>
                    </a:lnTo>
                    <a:lnTo>
                      <a:pt x="378" y="40"/>
                    </a:lnTo>
                    <a:lnTo>
                      <a:pt x="378" y="42"/>
                    </a:lnTo>
                    <a:lnTo>
                      <a:pt x="382" y="42"/>
                    </a:lnTo>
                    <a:lnTo>
                      <a:pt x="384" y="42"/>
                    </a:lnTo>
                    <a:lnTo>
                      <a:pt x="388" y="42"/>
                    </a:lnTo>
                    <a:lnTo>
                      <a:pt x="390" y="42"/>
                    </a:lnTo>
                    <a:lnTo>
                      <a:pt x="392" y="44"/>
                    </a:lnTo>
                    <a:lnTo>
                      <a:pt x="394" y="46"/>
                    </a:lnTo>
                    <a:lnTo>
                      <a:pt x="396" y="50"/>
                    </a:lnTo>
                    <a:lnTo>
                      <a:pt x="398" y="56"/>
                    </a:lnTo>
                    <a:lnTo>
                      <a:pt x="402" y="62"/>
                    </a:lnTo>
                    <a:lnTo>
                      <a:pt x="404" y="66"/>
                    </a:lnTo>
                    <a:lnTo>
                      <a:pt x="408" y="68"/>
                    </a:lnTo>
                    <a:lnTo>
                      <a:pt x="408" y="68"/>
                    </a:lnTo>
                    <a:lnTo>
                      <a:pt x="408" y="70"/>
                    </a:lnTo>
                    <a:lnTo>
                      <a:pt x="410" y="72"/>
                    </a:lnTo>
                    <a:lnTo>
                      <a:pt x="410" y="76"/>
                    </a:lnTo>
                    <a:lnTo>
                      <a:pt x="412" y="80"/>
                    </a:lnTo>
                    <a:lnTo>
                      <a:pt x="414" y="84"/>
                    </a:lnTo>
                    <a:lnTo>
                      <a:pt x="416" y="88"/>
                    </a:lnTo>
                    <a:lnTo>
                      <a:pt x="416" y="92"/>
                    </a:lnTo>
                    <a:lnTo>
                      <a:pt x="418" y="94"/>
                    </a:lnTo>
                    <a:lnTo>
                      <a:pt x="420" y="98"/>
                    </a:lnTo>
                    <a:lnTo>
                      <a:pt x="424" y="100"/>
                    </a:lnTo>
                    <a:lnTo>
                      <a:pt x="426" y="104"/>
                    </a:lnTo>
                    <a:lnTo>
                      <a:pt x="430" y="108"/>
                    </a:lnTo>
                    <a:lnTo>
                      <a:pt x="434" y="112"/>
                    </a:lnTo>
                    <a:lnTo>
                      <a:pt x="436" y="114"/>
                    </a:lnTo>
                    <a:lnTo>
                      <a:pt x="436" y="114"/>
                    </a:lnTo>
                    <a:lnTo>
                      <a:pt x="454" y="136"/>
                    </a:lnTo>
                    <a:lnTo>
                      <a:pt x="454" y="144"/>
                    </a:lnTo>
                    <a:lnTo>
                      <a:pt x="488" y="170"/>
                    </a:lnTo>
                    <a:lnTo>
                      <a:pt x="490" y="174"/>
                    </a:lnTo>
                    <a:lnTo>
                      <a:pt x="496" y="182"/>
                    </a:lnTo>
                    <a:lnTo>
                      <a:pt x="502" y="194"/>
                    </a:lnTo>
                    <a:lnTo>
                      <a:pt x="506" y="210"/>
                    </a:lnTo>
                    <a:lnTo>
                      <a:pt x="506" y="224"/>
                    </a:lnTo>
                    <a:lnTo>
                      <a:pt x="508" y="240"/>
                    </a:lnTo>
                    <a:lnTo>
                      <a:pt x="508" y="256"/>
                    </a:lnTo>
                    <a:lnTo>
                      <a:pt x="508" y="268"/>
                    </a:lnTo>
                    <a:lnTo>
                      <a:pt x="508" y="272"/>
                    </a:lnTo>
                    <a:lnTo>
                      <a:pt x="508" y="272"/>
                    </a:lnTo>
                    <a:lnTo>
                      <a:pt x="508" y="276"/>
                    </a:lnTo>
                    <a:lnTo>
                      <a:pt x="504" y="280"/>
                    </a:lnTo>
                    <a:lnTo>
                      <a:pt x="502" y="284"/>
                    </a:lnTo>
                    <a:lnTo>
                      <a:pt x="498" y="288"/>
                    </a:lnTo>
                    <a:lnTo>
                      <a:pt x="494" y="292"/>
                    </a:lnTo>
                    <a:lnTo>
                      <a:pt x="488" y="294"/>
                    </a:lnTo>
                    <a:lnTo>
                      <a:pt x="480" y="312"/>
                    </a:lnTo>
                    <a:lnTo>
                      <a:pt x="480" y="312"/>
                    </a:lnTo>
                    <a:lnTo>
                      <a:pt x="478" y="316"/>
                    </a:lnTo>
                    <a:lnTo>
                      <a:pt x="476" y="322"/>
                    </a:lnTo>
                    <a:lnTo>
                      <a:pt x="474" y="326"/>
                    </a:lnTo>
                    <a:lnTo>
                      <a:pt x="472" y="332"/>
                    </a:lnTo>
                    <a:lnTo>
                      <a:pt x="470" y="336"/>
                    </a:lnTo>
                    <a:lnTo>
                      <a:pt x="466" y="338"/>
                    </a:lnTo>
                    <a:lnTo>
                      <a:pt x="462" y="340"/>
                    </a:lnTo>
                    <a:lnTo>
                      <a:pt x="460" y="344"/>
                    </a:lnTo>
                    <a:lnTo>
                      <a:pt x="460" y="346"/>
                    </a:lnTo>
                    <a:lnTo>
                      <a:pt x="460" y="352"/>
                    </a:lnTo>
                    <a:lnTo>
                      <a:pt x="462" y="358"/>
                    </a:lnTo>
                    <a:lnTo>
                      <a:pt x="464" y="364"/>
                    </a:lnTo>
                    <a:lnTo>
                      <a:pt x="466" y="370"/>
                    </a:lnTo>
                    <a:lnTo>
                      <a:pt x="466" y="376"/>
                    </a:lnTo>
                    <a:lnTo>
                      <a:pt x="464" y="380"/>
                    </a:lnTo>
                    <a:lnTo>
                      <a:pt x="460" y="384"/>
                    </a:lnTo>
                    <a:lnTo>
                      <a:pt x="452" y="388"/>
                    </a:lnTo>
                    <a:lnTo>
                      <a:pt x="440" y="394"/>
                    </a:lnTo>
                    <a:lnTo>
                      <a:pt x="430" y="402"/>
                    </a:lnTo>
                    <a:lnTo>
                      <a:pt x="420" y="406"/>
                    </a:lnTo>
                    <a:lnTo>
                      <a:pt x="416" y="408"/>
                    </a:lnTo>
                    <a:lnTo>
                      <a:pt x="414" y="408"/>
                    </a:lnTo>
                    <a:lnTo>
                      <a:pt x="412" y="406"/>
                    </a:lnTo>
                    <a:lnTo>
                      <a:pt x="408" y="404"/>
                    </a:lnTo>
                    <a:lnTo>
                      <a:pt x="402" y="400"/>
                    </a:lnTo>
                    <a:lnTo>
                      <a:pt x="398" y="396"/>
                    </a:lnTo>
                    <a:lnTo>
                      <a:pt x="396" y="392"/>
                    </a:lnTo>
                    <a:lnTo>
                      <a:pt x="394" y="392"/>
                    </a:lnTo>
                    <a:lnTo>
                      <a:pt x="392" y="392"/>
                    </a:lnTo>
                    <a:lnTo>
                      <a:pt x="390" y="392"/>
                    </a:lnTo>
                    <a:lnTo>
                      <a:pt x="386" y="394"/>
                    </a:lnTo>
                    <a:lnTo>
                      <a:pt x="384" y="396"/>
                    </a:lnTo>
                    <a:lnTo>
                      <a:pt x="380" y="396"/>
                    </a:lnTo>
                    <a:lnTo>
                      <a:pt x="376" y="396"/>
                    </a:lnTo>
                    <a:lnTo>
                      <a:pt x="372" y="396"/>
                    </a:lnTo>
                    <a:lnTo>
                      <a:pt x="368" y="394"/>
                    </a:lnTo>
                    <a:lnTo>
                      <a:pt x="366" y="394"/>
                    </a:lnTo>
                    <a:lnTo>
                      <a:pt x="364" y="392"/>
                    </a:lnTo>
                    <a:lnTo>
                      <a:pt x="346" y="392"/>
                    </a:lnTo>
                    <a:lnTo>
                      <a:pt x="344" y="388"/>
                    </a:lnTo>
                    <a:lnTo>
                      <a:pt x="338" y="380"/>
                    </a:lnTo>
                    <a:lnTo>
                      <a:pt x="334" y="366"/>
                    </a:lnTo>
                    <a:lnTo>
                      <a:pt x="330" y="354"/>
                    </a:lnTo>
                    <a:lnTo>
                      <a:pt x="318" y="334"/>
                    </a:lnTo>
                    <a:lnTo>
                      <a:pt x="292" y="332"/>
                    </a:lnTo>
                    <a:lnTo>
                      <a:pt x="274" y="318"/>
                    </a:lnTo>
                    <a:lnTo>
                      <a:pt x="272" y="316"/>
                    </a:lnTo>
                    <a:lnTo>
                      <a:pt x="266" y="310"/>
                    </a:lnTo>
                    <a:lnTo>
                      <a:pt x="256" y="304"/>
                    </a:lnTo>
                    <a:lnTo>
                      <a:pt x="240" y="296"/>
                    </a:lnTo>
                    <a:lnTo>
                      <a:pt x="220" y="292"/>
                    </a:lnTo>
                    <a:lnTo>
                      <a:pt x="214" y="294"/>
                    </a:lnTo>
                    <a:lnTo>
                      <a:pt x="204" y="296"/>
                    </a:lnTo>
                    <a:lnTo>
                      <a:pt x="190" y="300"/>
                    </a:lnTo>
                    <a:lnTo>
                      <a:pt x="178" y="304"/>
                    </a:lnTo>
                    <a:lnTo>
                      <a:pt x="144" y="324"/>
                    </a:lnTo>
                    <a:lnTo>
                      <a:pt x="136" y="324"/>
                    </a:lnTo>
                    <a:lnTo>
                      <a:pt x="134" y="326"/>
                    </a:lnTo>
                    <a:lnTo>
                      <a:pt x="134" y="328"/>
                    </a:lnTo>
                    <a:lnTo>
                      <a:pt x="132" y="332"/>
                    </a:lnTo>
                    <a:lnTo>
                      <a:pt x="130" y="334"/>
                    </a:lnTo>
                    <a:lnTo>
                      <a:pt x="128" y="338"/>
                    </a:lnTo>
                    <a:lnTo>
                      <a:pt x="124" y="340"/>
                    </a:lnTo>
                    <a:lnTo>
                      <a:pt x="120" y="340"/>
                    </a:lnTo>
                    <a:lnTo>
                      <a:pt x="116" y="340"/>
                    </a:lnTo>
                    <a:lnTo>
                      <a:pt x="110" y="340"/>
                    </a:lnTo>
                    <a:lnTo>
                      <a:pt x="106" y="340"/>
                    </a:lnTo>
                    <a:lnTo>
                      <a:pt x="104" y="338"/>
                    </a:lnTo>
                    <a:lnTo>
                      <a:pt x="102" y="338"/>
                    </a:lnTo>
                    <a:lnTo>
                      <a:pt x="80" y="338"/>
                    </a:lnTo>
                    <a:lnTo>
                      <a:pt x="78" y="338"/>
                    </a:lnTo>
                    <a:lnTo>
                      <a:pt x="76" y="340"/>
                    </a:lnTo>
                    <a:lnTo>
                      <a:pt x="74" y="342"/>
                    </a:lnTo>
                    <a:lnTo>
                      <a:pt x="70" y="344"/>
                    </a:lnTo>
                    <a:lnTo>
                      <a:pt x="68" y="346"/>
                    </a:lnTo>
                    <a:lnTo>
                      <a:pt x="64" y="352"/>
                    </a:lnTo>
                    <a:lnTo>
                      <a:pt x="60" y="352"/>
                    </a:lnTo>
                    <a:lnTo>
                      <a:pt x="52" y="352"/>
                    </a:lnTo>
                    <a:lnTo>
                      <a:pt x="48" y="352"/>
                    </a:lnTo>
                    <a:lnTo>
                      <a:pt x="44" y="352"/>
                    </a:lnTo>
                    <a:lnTo>
                      <a:pt x="40" y="352"/>
                    </a:lnTo>
                    <a:lnTo>
                      <a:pt x="36" y="350"/>
                    </a:lnTo>
                    <a:lnTo>
                      <a:pt x="34" y="350"/>
                    </a:lnTo>
                    <a:lnTo>
                      <a:pt x="32" y="348"/>
                    </a:lnTo>
                    <a:lnTo>
                      <a:pt x="32" y="346"/>
                    </a:lnTo>
                    <a:lnTo>
                      <a:pt x="32" y="342"/>
                    </a:lnTo>
                    <a:lnTo>
                      <a:pt x="32" y="342"/>
                    </a:lnTo>
                    <a:lnTo>
                      <a:pt x="30" y="340"/>
                    </a:lnTo>
                    <a:lnTo>
                      <a:pt x="30" y="342"/>
                    </a:lnTo>
                    <a:lnTo>
                      <a:pt x="28" y="342"/>
                    </a:lnTo>
                    <a:lnTo>
                      <a:pt x="26" y="344"/>
                    </a:lnTo>
                    <a:lnTo>
                      <a:pt x="24" y="344"/>
                    </a:lnTo>
                    <a:lnTo>
                      <a:pt x="22" y="344"/>
                    </a:lnTo>
                    <a:lnTo>
                      <a:pt x="20" y="342"/>
                    </a:lnTo>
                    <a:lnTo>
                      <a:pt x="18" y="342"/>
                    </a:lnTo>
                    <a:lnTo>
                      <a:pt x="16" y="338"/>
                    </a:lnTo>
                    <a:lnTo>
                      <a:pt x="16" y="336"/>
                    </a:lnTo>
                    <a:lnTo>
                      <a:pt x="16" y="332"/>
                    </a:lnTo>
                    <a:lnTo>
                      <a:pt x="20" y="330"/>
                    </a:lnTo>
                    <a:lnTo>
                      <a:pt x="26" y="326"/>
                    </a:lnTo>
                    <a:lnTo>
                      <a:pt x="30" y="300"/>
                    </a:lnTo>
                    <a:lnTo>
                      <a:pt x="30" y="300"/>
                    </a:lnTo>
                    <a:lnTo>
                      <a:pt x="28" y="296"/>
                    </a:lnTo>
                    <a:lnTo>
                      <a:pt x="28" y="292"/>
                    </a:lnTo>
                    <a:lnTo>
                      <a:pt x="26" y="288"/>
                    </a:lnTo>
                    <a:lnTo>
                      <a:pt x="24" y="284"/>
                    </a:lnTo>
                    <a:lnTo>
                      <a:pt x="22" y="280"/>
                    </a:lnTo>
                    <a:lnTo>
                      <a:pt x="22" y="278"/>
                    </a:lnTo>
                    <a:lnTo>
                      <a:pt x="18" y="272"/>
                    </a:lnTo>
                    <a:lnTo>
                      <a:pt x="12" y="258"/>
                    </a:lnTo>
                    <a:lnTo>
                      <a:pt x="8" y="242"/>
                    </a:lnTo>
                    <a:lnTo>
                      <a:pt x="4" y="228"/>
                    </a:lnTo>
                    <a:lnTo>
                      <a:pt x="4" y="218"/>
                    </a:lnTo>
                    <a:lnTo>
                      <a:pt x="8" y="214"/>
                    </a:lnTo>
                    <a:lnTo>
                      <a:pt x="8" y="208"/>
                    </a:lnTo>
                    <a:lnTo>
                      <a:pt x="8" y="202"/>
                    </a:lnTo>
                    <a:lnTo>
                      <a:pt x="6" y="196"/>
                    </a:lnTo>
                    <a:lnTo>
                      <a:pt x="4" y="194"/>
                    </a:lnTo>
                    <a:lnTo>
                      <a:pt x="2" y="188"/>
                    </a:lnTo>
                    <a:lnTo>
                      <a:pt x="0" y="178"/>
                    </a:lnTo>
                    <a:lnTo>
                      <a:pt x="0" y="168"/>
                    </a:lnTo>
                    <a:lnTo>
                      <a:pt x="4" y="160"/>
                    </a:lnTo>
                    <a:lnTo>
                      <a:pt x="8" y="158"/>
                    </a:lnTo>
                    <a:lnTo>
                      <a:pt x="12" y="154"/>
                    </a:lnTo>
                    <a:lnTo>
                      <a:pt x="16" y="150"/>
                    </a:lnTo>
                    <a:lnTo>
                      <a:pt x="20" y="148"/>
                    </a:lnTo>
                    <a:lnTo>
                      <a:pt x="24" y="144"/>
                    </a:lnTo>
                    <a:lnTo>
                      <a:pt x="28" y="140"/>
                    </a:lnTo>
                    <a:lnTo>
                      <a:pt x="30" y="138"/>
                    </a:lnTo>
                    <a:lnTo>
                      <a:pt x="30" y="138"/>
                    </a:lnTo>
                  </a:path>
                </a:pathLst>
              </a:custGeom>
              <a:solidFill>
                <a:schemeClr val="accent5"/>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0" name="Google Shape;590;p8"/>
              <p:cNvSpPr/>
              <p:nvPr/>
            </p:nvSpPr>
            <p:spPr>
              <a:xfrm>
                <a:off x="2408" y="2818"/>
                <a:ext cx="82" cy="96"/>
              </a:xfrm>
              <a:custGeom>
                <a:avLst/>
                <a:gdLst/>
                <a:ahLst/>
                <a:cxnLst/>
                <a:rect l="l" t="t" r="r" b="b"/>
                <a:pathLst>
                  <a:path w="82" h="96" extrusionOk="0">
                    <a:moveTo>
                      <a:pt x="16" y="88"/>
                    </a:moveTo>
                    <a:lnTo>
                      <a:pt x="10" y="92"/>
                    </a:lnTo>
                    <a:lnTo>
                      <a:pt x="10" y="90"/>
                    </a:lnTo>
                    <a:lnTo>
                      <a:pt x="8" y="86"/>
                    </a:lnTo>
                    <a:lnTo>
                      <a:pt x="8" y="82"/>
                    </a:lnTo>
                    <a:lnTo>
                      <a:pt x="8" y="78"/>
                    </a:lnTo>
                    <a:lnTo>
                      <a:pt x="8" y="72"/>
                    </a:lnTo>
                    <a:lnTo>
                      <a:pt x="10" y="68"/>
                    </a:lnTo>
                    <a:lnTo>
                      <a:pt x="12" y="64"/>
                    </a:lnTo>
                    <a:lnTo>
                      <a:pt x="12" y="62"/>
                    </a:lnTo>
                    <a:lnTo>
                      <a:pt x="12" y="58"/>
                    </a:lnTo>
                    <a:lnTo>
                      <a:pt x="10" y="56"/>
                    </a:lnTo>
                    <a:lnTo>
                      <a:pt x="8" y="54"/>
                    </a:lnTo>
                    <a:lnTo>
                      <a:pt x="6" y="52"/>
                    </a:lnTo>
                    <a:lnTo>
                      <a:pt x="2" y="52"/>
                    </a:lnTo>
                    <a:lnTo>
                      <a:pt x="2" y="52"/>
                    </a:lnTo>
                    <a:lnTo>
                      <a:pt x="0" y="50"/>
                    </a:lnTo>
                    <a:lnTo>
                      <a:pt x="0" y="46"/>
                    </a:lnTo>
                    <a:lnTo>
                      <a:pt x="2" y="42"/>
                    </a:lnTo>
                    <a:lnTo>
                      <a:pt x="4" y="38"/>
                    </a:lnTo>
                    <a:lnTo>
                      <a:pt x="6" y="34"/>
                    </a:lnTo>
                    <a:lnTo>
                      <a:pt x="8" y="32"/>
                    </a:lnTo>
                    <a:lnTo>
                      <a:pt x="8" y="30"/>
                    </a:lnTo>
                    <a:lnTo>
                      <a:pt x="8" y="30"/>
                    </a:lnTo>
                    <a:lnTo>
                      <a:pt x="8" y="28"/>
                    </a:lnTo>
                    <a:lnTo>
                      <a:pt x="8" y="24"/>
                    </a:lnTo>
                    <a:lnTo>
                      <a:pt x="8" y="20"/>
                    </a:lnTo>
                    <a:lnTo>
                      <a:pt x="10" y="18"/>
                    </a:lnTo>
                    <a:lnTo>
                      <a:pt x="14" y="16"/>
                    </a:lnTo>
                    <a:lnTo>
                      <a:pt x="14" y="18"/>
                    </a:lnTo>
                    <a:lnTo>
                      <a:pt x="16" y="18"/>
                    </a:lnTo>
                    <a:lnTo>
                      <a:pt x="18" y="16"/>
                    </a:lnTo>
                    <a:lnTo>
                      <a:pt x="20" y="16"/>
                    </a:lnTo>
                    <a:lnTo>
                      <a:pt x="20" y="12"/>
                    </a:lnTo>
                    <a:lnTo>
                      <a:pt x="22" y="10"/>
                    </a:lnTo>
                    <a:lnTo>
                      <a:pt x="24" y="8"/>
                    </a:lnTo>
                    <a:lnTo>
                      <a:pt x="30" y="4"/>
                    </a:lnTo>
                    <a:lnTo>
                      <a:pt x="34" y="2"/>
                    </a:lnTo>
                    <a:lnTo>
                      <a:pt x="42" y="0"/>
                    </a:lnTo>
                    <a:lnTo>
                      <a:pt x="44" y="0"/>
                    </a:lnTo>
                    <a:lnTo>
                      <a:pt x="46" y="0"/>
                    </a:lnTo>
                    <a:lnTo>
                      <a:pt x="52" y="0"/>
                    </a:lnTo>
                    <a:lnTo>
                      <a:pt x="56" y="0"/>
                    </a:lnTo>
                    <a:lnTo>
                      <a:pt x="62" y="2"/>
                    </a:lnTo>
                    <a:lnTo>
                      <a:pt x="68" y="4"/>
                    </a:lnTo>
                    <a:lnTo>
                      <a:pt x="68" y="4"/>
                    </a:lnTo>
                    <a:lnTo>
                      <a:pt x="70" y="6"/>
                    </a:lnTo>
                    <a:lnTo>
                      <a:pt x="72" y="6"/>
                    </a:lnTo>
                    <a:lnTo>
                      <a:pt x="74" y="6"/>
                    </a:lnTo>
                    <a:lnTo>
                      <a:pt x="76" y="6"/>
                    </a:lnTo>
                    <a:lnTo>
                      <a:pt x="76" y="4"/>
                    </a:lnTo>
                    <a:lnTo>
                      <a:pt x="78" y="4"/>
                    </a:lnTo>
                    <a:lnTo>
                      <a:pt x="80" y="6"/>
                    </a:lnTo>
                    <a:lnTo>
                      <a:pt x="82" y="10"/>
                    </a:lnTo>
                    <a:lnTo>
                      <a:pt x="82" y="14"/>
                    </a:lnTo>
                    <a:lnTo>
                      <a:pt x="82" y="18"/>
                    </a:lnTo>
                    <a:lnTo>
                      <a:pt x="78" y="20"/>
                    </a:lnTo>
                    <a:lnTo>
                      <a:pt x="74" y="22"/>
                    </a:lnTo>
                    <a:lnTo>
                      <a:pt x="72" y="22"/>
                    </a:lnTo>
                    <a:lnTo>
                      <a:pt x="68" y="22"/>
                    </a:lnTo>
                    <a:lnTo>
                      <a:pt x="66" y="20"/>
                    </a:lnTo>
                    <a:lnTo>
                      <a:pt x="64" y="16"/>
                    </a:lnTo>
                    <a:lnTo>
                      <a:pt x="62" y="14"/>
                    </a:lnTo>
                    <a:lnTo>
                      <a:pt x="60" y="12"/>
                    </a:lnTo>
                    <a:lnTo>
                      <a:pt x="58" y="10"/>
                    </a:lnTo>
                    <a:lnTo>
                      <a:pt x="54" y="8"/>
                    </a:lnTo>
                    <a:lnTo>
                      <a:pt x="50" y="8"/>
                    </a:lnTo>
                    <a:lnTo>
                      <a:pt x="46" y="6"/>
                    </a:lnTo>
                    <a:lnTo>
                      <a:pt x="40" y="8"/>
                    </a:lnTo>
                    <a:lnTo>
                      <a:pt x="36" y="10"/>
                    </a:lnTo>
                    <a:lnTo>
                      <a:pt x="30" y="14"/>
                    </a:lnTo>
                    <a:lnTo>
                      <a:pt x="26" y="16"/>
                    </a:lnTo>
                    <a:lnTo>
                      <a:pt x="24" y="18"/>
                    </a:lnTo>
                    <a:lnTo>
                      <a:pt x="22" y="22"/>
                    </a:lnTo>
                    <a:lnTo>
                      <a:pt x="22" y="24"/>
                    </a:lnTo>
                    <a:lnTo>
                      <a:pt x="22" y="28"/>
                    </a:lnTo>
                    <a:lnTo>
                      <a:pt x="22" y="30"/>
                    </a:lnTo>
                    <a:lnTo>
                      <a:pt x="20" y="34"/>
                    </a:lnTo>
                    <a:lnTo>
                      <a:pt x="20" y="36"/>
                    </a:lnTo>
                    <a:lnTo>
                      <a:pt x="20" y="38"/>
                    </a:lnTo>
                    <a:lnTo>
                      <a:pt x="20" y="38"/>
                    </a:lnTo>
                    <a:lnTo>
                      <a:pt x="24" y="38"/>
                    </a:lnTo>
                    <a:lnTo>
                      <a:pt x="28" y="36"/>
                    </a:lnTo>
                    <a:lnTo>
                      <a:pt x="34" y="36"/>
                    </a:lnTo>
                    <a:lnTo>
                      <a:pt x="40" y="36"/>
                    </a:lnTo>
                    <a:lnTo>
                      <a:pt x="42" y="34"/>
                    </a:lnTo>
                    <a:lnTo>
                      <a:pt x="44" y="32"/>
                    </a:lnTo>
                    <a:lnTo>
                      <a:pt x="44" y="30"/>
                    </a:lnTo>
                    <a:lnTo>
                      <a:pt x="48" y="28"/>
                    </a:lnTo>
                    <a:lnTo>
                      <a:pt x="50" y="28"/>
                    </a:lnTo>
                    <a:lnTo>
                      <a:pt x="52" y="28"/>
                    </a:lnTo>
                    <a:lnTo>
                      <a:pt x="54" y="28"/>
                    </a:lnTo>
                    <a:lnTo>
                      <a:pt x="54" y="30"/>
                    </a:lnTo>
                    <a:lnTo>
                      <a:pt x="54" y="32"/>
                    </a:lnTo>
                    <a:lnTo>
                      <a:pt x="54" y="34"/>
                    </a:lnTo>
                    <a:lnTo>
                      <a:pt x="54" y="36"/>
                    </a:lnTo>
                    <a:lnTo>
                      <a:pt x="52" y="38"/>
                    </a:lnTo>
                    <a:lnTo>
                      <a:pt x="50" y="38"/>
                    </a:lnTo>
                    <a:lnTo>
                      <a:pt x="46" y="40"/>
                    </a:lnTo>
                    <a:lnTo>
                      <a:pt x="42" y="40"/>
                    </a:lnTo>
                    <a:lnTo>
                      <a:pt x="38" y="42"/>
                    </a:lnTo>
                    <a:lnTo>
                      <a:pt x="36" y="44"/>
                    </a:lnTo>
                    <a:lnTo>
                      <a:pt x="32" y="44"/>
                    </a:lnTo>
                    <a:lnTo>
                      <a:pt x="32" y="44"/>
                    </a:lnTo>
                    <a:lnTo>
                      <a:pt x="32" y="46"/>
                    </a:lnTo>
                    <a:lnTo>
                      <a:pt x="32" y="46"/>
                    </a:lnTo>
                    <a:lnTo>
                      <a:pt x="30" y="48"/>
                    </a:lnTo>
                    <a:lnTo>
                      <a:pt x="32" y="50"/>
                    </a:lnTo>
                    <a:lnTo>
                      <a:pt x="32" y="50"/>
                    </a:lnTo>
                    <a:lnTo>
                      <a:pt x="36" y="52"/>
                    </a:lnTo>
                    <a:lnTo>
                      <a:pt x="40" y="54"/>
                    </a:lnTo>
                    <a:lnTo>
                      <a:pt x="42" y="58"/>
                    </a:lnTo>
                    <a:lnTo>
                      <a:pt x="44" y="62"/>
                    </a:lnTo>
                    <a:lnTo>
                      <a:pt x="46" y="66"/>
                    </a:lnTo>
                    <a:lnTo>
                      <a:pt x="46" y="68"/>
                    </a:lnTo>
                    <a:lnTo>
                      <a:pt x="46" y="70"/>
                    </a:lnTo>
                    <a:lnTo>
                      <a:pt x="58" y="76"/>
                    </a:lnTo>
                    <a:lnTo>
                      <a:pt x="62" y="90"/>
                    </a:lnTo>
                    <a:lnTo>
                      <a:pt x="46" y="92"/>
                    </a:lnTo>
                    <a:lnTo>
                      <a:pt x="38" y="96"/>
                    </a:lnTo>
                    <a:lnTo>
                      <a:pt x="34" y="80"/>
                    </a:lnTo>
                    <a:lnTo>
                      <a:pt x="34" y="64"/>
                    </a:lnTo>
                    <a:lnTo>
                      <a:pt x="32" y="62"/>
                    </a:lnTo>
                    <a:lnTo>
                      <a:pt x="28" y="58"/>
                    </a:lnTo>
                    <a:lnTo>
                      <a:pt x="24" y="58"/>
                    </a:lnTo>
                    <a:lnTo>
                      <a:pt x="24" y="78"/>
                    </a:lnTo>
                    <a:lnTo>
                      <a:pt x="16" y="8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1" name="Google Shape;591;p8"/>
              <p:cNvSpPr/>
              <p:nvPr/>
            </p:nvSpPr>
            <p:spPr>
              <a:xfrm>
                <a:off x="2102" y="2776"/>
                <a:ext cx="136" cy="148"/>
              </a:xfrm>
              <a:custGeom>
                <a:avLst/>
                <a:gdLst/>
                <a:ahLst/>
                <a:cxnLst/>
                <a:rect l="l" t="t" r="r" b="b"/>
                <a:pathLst>
                  <a:path w="136" h="148" extrusionOk="0">
                    <a:moveTo>
                      <a:pt x="0" y="0"/>
                    </a:moveTo>
                    <a:lnTo>
                      <a:pt x="2" y="2"/>
                    </a:lnTo>
                    <a:lnTo>
                      <a:pt x="4" y="2"/>
                    </a:lnTo>
                    <a:lnTo>
                      <a:pt x="8" y="4"/>
                    </a:lnTo>
                    <a:lnTo>
                      <a:pt x="12" y="4"/>
                    </a:lnTo>
                    <a:lnTo>
                      <a:pt x="18" y="2"/>
                    </a:lnTo>
                    <a:lnTo>
                      <a:pt x="20" y="2"/>
                    </a:lnTo>
                    <a:lnTo>
                      <a:pt x="24" y="0"/>
                    </a:lnTo>
                    <a:lnTo>
                      <a:pt x="28" y="2"/>
                    </a:lnTo>
                    <a:lnTo>
                      <a:pt x="32" y="4"/>
                    </a:lnTo>
                    <a:lnTo>
                      <a:pt x="36" y="8"/>
                    </a:lnTo>
                    <a:lnTo>
                      <a:pt x="38" y="14"/>
                    </a:lnTo>
                    <a:lnTo>
                      <a:pt x="40" y="16"/>
                    </a:lnTo>
                    <a:lnTo>
                      <a:pt x="42" y="18"/>
                    </a:lnTo>
                    <a:lnTo>
                      <a:pt x="42" y="20"/>
                    </a:lnTo>
                    <a:lnTo>
                      <a:pt x="42" y="20"/>
                    </a:lnTo>
                    <a:lnTo>
                      <a:pt x="42" y="20"/>
                    </a:lnTo>
                    <a:lnTo>
                      <a:pt x="66" y="42"/>
                    </a:lnTo>
                    <a:lnTo>
                      <a:pt x="68" y="40"/>
                    </a:lnTo>
                    <a:lnTo>
                      <a:pt x="72" y="42"/>
                    </a:lnTo>
                    <a:lnTo>
                      <a:pt x="82" y="50"/>
                    </a:lnTo>
                    <a:lnTo>
                      <a:pt x="92" y="60"/>
                    </a:lnTo>
                    <a:lnTo>
                      <a:pt x="104" y="68"/>
                    </a:lnTo>
                    <a:lnTo>
                      <a:pt x="110" y="74"/>
                    </a:lnTo>
                    <a:lnTo>
                      <a:pt x="108" y="74"/>
                    </a:lnTo>
                    <a:lnTo>
                      <a:pt x="108" y="74"/>
                    </a:lnTo>
                    <a:lnTo>
                      <a:pt x="106" y="74"/>
                    </a:lnTo>
                    <a:lnTo>
                      <a:pt x="104" y="76"/>
                    </a:lnTo>
                    <a:lnTo>
                      <a:pt x="102" y="76"/>
                    </a:lnTo>
                    <a:lnTo>
                      <a:pt x="104" y="78"/>
                    </a:lnTo>
                    <a:lnTo>
                      <a:pt x="106" y="82"/>
                    </a:lnTo>
                    <a:lnTo>
                      <a:pt x="114" y="88"/>
                    </a:lnTo>
                    <a:lnTo>
                      <a:pt x="114" y="100"/>
                    </a:lnTo>
                    <a:lnTo>
                      <a:pt x="126" y="100"/>
                    </a:lnTo>
                    <a:lnTo>
                      <a:pt x="126" y="100"/>
                    </a:lnTo>
                    <a:lnTo>
                      <a:pt x="128" y="102"/>
                    </a:lnTo>
                    <a:lnTo>
                      <a:pt x="130" y="104"/>
                    </a:lnTo>
                    <a:lnTo>
                      <a:pt x="132" y="108"/>
                    </a:lnTo>
                    <a:lnTo>
                      <a:pt x="134" y="112"/>
                    </a:lnTo>
                    <a:lnTo>
                      <a:pt x="136" y="116"/>
                    </a:lnTo>
                    <a:lnTo>
                      <a:pt x="136" y="116"/>
                    </a:lnTo>
                    <a:lnTo>
                      <a:pt x="134" y="116"/>
                    </a:lnTo>
                    <a:lnTo>
                      <a:pt x="134" y="118"/>
                    </a:lnTo>
                    <a:lnTo>
                      <a:pt x="134" y="120"/>
                    </a:lnTo>
                    <a:lnTo>
                      <a:pt x="134" y="124"/>
                    </a:lnTo>
                    <a:lnTo>
                      <a:pt x="136" y="128"/>
                    </a:lnTo>
                    <a:lnTo>
                      <a:pt x="136" y="130"/>
                    </a:lnTo>
                    <a:lnTo>
                      <a:pt x="136" y="132"/>
                    </a:lnTo>
                    <a:lnTo>
                      <a:pt x="136" y="136"/>
                    </a:lnTo>
                    <a:lnTo>
                      <a:pt x="136" y="140"/>
                    </a:lnTo>
                    <a:lnTo>
                      <a:pt x="134" y="144"/>
                    </a:lnTo>
                    <a:lnTo>
                      <a:pt x="132" y="146"/>
                    </a:lnTo>
                    <a:lnTo>
                      <a:pt x="128" y="148"/>
                    </a:lnTo>
                    <a:lnTo>
                      <a:pt x="126" y="148"/>
                    </a:lnTo>
                    <a:lnTo>
                      <a:pt x="122" y="148"/>
                    </a:lnTo>
                    <a:lnTo>
                      <a:pt x="122" y="148"/>
                    </a:lnTo>
                    <a:lnTo>
                      <a:pt x="102" y="142"/>
                    </a:lnTo>
                    <a:lnTo>
                      <a:pt x="100" y="138"/>
                    </a:lnTo>
                    <a:lnTo>
                      <a:pt x="92" y="128"/>
                    </a:lnTo>
                    <a:lnTo>
                      <a:pt x="82" y="116"/>
                    </a:lnTo>
                    <a:lnTo>
                      <a:pt x="72" y="102"/>
                    </a:lnTo>
                    <a:lnTo>
                      <a:pt x="62" y="88"/>
                    </a:lnTo>
                    <a:lnTo>
                      <a:pt x="56" y="78"/>
                    </a:lnTo>
                    <a:lnTo>
                      <a:pt x="52" y="68"/>
                    </a:lnTo>
                    <a:lnTo>
                      <a:pt x="44" y="62"/>
                    </a:lnTo>
                    <a:lnTo>
                      <a:pt x="44" y="60"/>
                    </a:lnTo>
                    <a:lnTo>
                      <a:pt x="42" y="58"/>
                    </a:lnTo>
                    <a:lnTo>
                      <a:pt x="40" y="54"/>
                    </a:lnTo>
                    <a:lnTo>
                      <a:pt x="38" y="50"/>
                    </a:lnTo>
                    <a:lnTo>
                      <a:pt x="34" y="46"/>
                    </a:lnTo>
                    <a:lnTo>
                      <a:pt x="32" y="42"/>
                    </a:lnTo>
                    <a:lnTo>
                      <a:pt x="14" y="18"/>
                    </a:lnTo>
                    <a:lnTo>
                      <a:pt x="14" y="18"/>
                    </a:lnTo>
                    <a:lnTo>
                      <a:pt x="12" y="16"/>
                    </a:lnTo>
                    <a:lnTo>
                      <a:pt x="8" y="14"/>
                    </a:lnTo>
                    <a:lnTo>
                      <a:pt x="6" y="12"/>
                    </a:lnTo>
                    <a:lnTo>
                      <a:pt x="2" y="8"/>
                    </a:lnTo>
                    <a:lnTo>
                      <a:pt x="0" y="6"/>
                    </a:lnTo>
                    <a:lnTo>
                      <a:pt x="0" y="2"/>
                    </a:lnTo>
                    <a:lnTo>
                      <a:pt x="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2" name="Google Shape;592;p8"/>
              <p:cNvSpPr/>
              <p:nvPr/>
            </p:nvSpPr>
            <p:spPr>
              <a:xfrm>
                <a:off x="2234" y="2928"/>
                <a:ext cx="116" cy="32"/>
              </a:xfrm>
              <a:custGeom>
                <a:avLst/>
                <a:gdLst/>
                <a:ahLst/>
                <a:cxnLst/>
                <a:rect l="l" t="t" r="r" b="b"/>
                <a:pathLst>
                  <a:path w="116" h="32" extrusionOk="0">
                    <a:moveTo>
                      <a:pt x="50" y="22"/>
                    </a:moveTo>
                    <a:lnTo>
                      <a:pt x="22" y="22"/>
                    </a:lnTo>
                    <a:lnTo>
                      <a:pt x="0" y="10"/>
                    </a:lnTo>
                    <a:lnTo>
                      <a:pt x="2" y="4"/>
                    </a:lnTo>
                    <a:lnTo>
                      <a:pt x="2" y="4"/>
                    </a:lnTo>
                    <a:lnTo>
                      <a:pt x="6" y="2"/>
                    </a:lnTo>
                    <a:lnTo>
                      <a:pt x="10" y="0"/>
                    </a:lnTo>
                    <a:lnTo>
                      <a:pt x="14" y="0"/>
                    </a:lnTo>
                    <a:lnTo>
                      <a:pt x="20" y="0"/>
                    </a:lnTo>
                    <a:lnTo>
                      <a:pt x="26" y="0"/>
                    </a:lnTo>
                    <a:lnTo>
                      <a:pt x="56" y="8"/>
                    </a:lnTo>
                    <a:lnTo>
                      <a:pt x="58" y="8"/>
                    </a:lnTo>
                    <a:lnTo>
                      <a:pt x="62" y="6"/>
                    </a:lnTo>
                    <a:lnTo>
                      <a:pt x="66" y="6"/>
                    </a:lnTo>
                    <a:lnTo>
                      <a:pt x="72" y="6"/>
                    </a:lnTo>
                    <a:lnTo>
                      <a:pt x="80" y="6"/>
                    </a:lnTo>
                    <a:lnTo>
                      <a:pt x="84" y="8"/>
                    </a:lnTo>
                    <a:lnTo>
                      <a:pt x="90" y="12"/>
                    </a:lnTo>
                    <a:lnTo>
                      <a:pt x="96" y="14"/>
                    </a:lnTo>
                    <a:lnTo>
                      <a:pt x="102" y="16"/>
                    </a:lnTo>
                    <a:lnTo>
                      <a:pt x="108" y="18"/>
                    </a:lnTo>
                    <a:lnTo>
                      <a:pt x="110" y="20"/>
                    </a:lnTo>
                    <a:lnTo>
                      <a:pt x="112" y="20"/>
                    </a:lnTo>
                    <a:lnTo>
                      <a:pt x="112" y="20"/>
                    </a:lnTo>
                    <a:lnTo>
                      <a:pt x="114" y="22"/>
                    </a:lnTo>
                    <a:lnTo>
                      <a:pt x="114" y="24"/>
                    </a:lnTo>
                    <a:lnTo>
                      <a:pt x="116" y="28"/>
                    </a:lnTo>
                    <a:lnTo>
                      <a:pt x="114" y="30"/>
                    </a:lnTo>
                    <a:lnTo>
                      <a:pt x="114" y="32"/>
                    </a:lnTo>
                    <a:lnTo>
                      <a:pt x="110" y="32"/>
                    </a:lnTo>
                    <a:lnTo>
                      <a:pt x="100" y="32"/>
                    </a:lnTo>
                    <a:lnTo>
                      <a:pt x="88" y="30"/>
                    </a:lnTo>
                    <a:lnTo>
                      <a:pt x="76" y="30"/>
                    </a:lnTo>
                    <a:lnTo>
                      <a:pt x="72" y="28"/>
                    </a:lnTo>
                    <a:lnTo>
                      <a:pt x="50" y="2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3" name="Google Shape;593;p8"/>
              <p:cNvSpPr/>
              <p:nvPr/>
            </p:nvSpPr>
            <p:spPr>
              <a:xfrm>
                <a:off x="4607" y="2992"/>
                <a:ext cx="176" cy="204"/>
              </a:xfrm>
              <a:custGeom>
                <a:avLst/>
                <a:gdLst/>
                <a:ahLst/>
                <a:cxnLst/>
                <a:rect l="l" t="t" r="r" b="b"/>
                <a:pathLst>
                  <a:path w="176" h="204" extrusionOk="0">
                    <a:moveTo>
                      <a:pt x="0" y="96"/>
                    </a:moveTo>
                    <a:lnTo>
                      <a:pt x="2" y="94"/>
                    </a:lnTo>
                    <a:lnTo>
                      <a:pt x="2" y="94"/>
                    </a:lnTo>
                    <a:lnTo>
                      <a:pt x="4" y="94"/>
                    </a:lnTo>
                    <a:lnTo>
                      <a:pt x="6" y="92"/>
                    </a:lnTo>
                    <a:lnTo>
                      <a:pt x="8" y="90"/>
                    </a:lnTo>
                    <a:lnTo>
                      <a:pt x="12" y="88"/>
                    </a:lnTo>
                    <a:lnTo>
                      <a:pt x="18" y="86"/>
                    </a:lnTo>
                    <a:lnTo>
                      <a:pt x="22" y="84"/>
                    </a:lnTo>
                    <a:lnTo>
                      <a:pt x="24" y="84"/>
                    </a:lnTo>
                    <a:lnTo>
                      <a:pt x="26" y="82"/>
                    </a:lnTo>
                    <a:lnTo>
                      <a:pt x="28" y="80"/>
                    </a:lnTo>
                    <a:lnTo>
                      <a:pt x="28" y="76"/>
                    </a:lnTo>
                    <a:lnTo>
                      <a:pt x="28" y="74"/>
                    </a:lnTo>
                    <a:lnTo>
                      <a:pt x="26" y="70"/>
                    </a:lnTo>
                    <a:lnTo>
                      <a:pt x="26" y="68"/>
                    </a:lnTo>
                    <a:lnTo>
                      <a:pt x="24" y="68"/>
                    </a:lnTo>
                    <a:lnTo>
                      <a:pt x="24" y="66"/>
                    </a:lnTo>
                    <a:lnTo>
                      <a:pt x="24" y="62"/>
                    </a:lnTo>
                    <a:lnTo>
                      <a:pt x="24" y="56"/>
                    </a:lnTo>
                    <a:lnTo>
                      <a:pt x="24" y="52"/>
                    </a:lnTo>
                    <a:lnTo>
                      <a:pt x="26" y="48"/>
                    </a:lnTo>
                    <a:lnTo>
                      <a:pt x="26" y="46"/>
                    </a:lnTo>
                    <a:lnTo>
                      <a:pt x="28" y="44"/>
                    </a:lnTo>
                    <a:lnTo>
                      <a:pt x="28" y="40"/>
                    </a:lnTo>
                    <a:lnTo>
                      <a:pt x="26" y="38"/>
                    </a:lnTo>
                    <a:lnTo>
                      <a:pt x="26" y="36"/>
                    </a:lnTo>
                    <a:lnTo>
                      <a:pt x="26" y="36"/>
                    </a:lnTo>
                    <a:lnTo>
                      <a:pt x="16" y="20"/>
                    </a:lnTo>
                    <a:lnTo>
                      <a:pt x="34" y="18"/>
                    </a:lnTo>
                    <a:lnTo>
                      <a:pt x="36" y="18"/>
                    </a:lnTo>
                    <a:lnTo>
                      <a:pt x="38" y="18"/>
                    </a:lnTo>
                    <a:lnTo>
                      <a:pt x="42" y="16"/>
                    </a:lnTo>
                    <a:lnTo>
                      <a:pt x="44" y="12"/>
                    </a:lnTo>
                    <a:lnTo>
                      <a:pt x="46" y="10"/>
                    </a:lnTo>
                    <a:lnTo>
                      <a:pt x="48" y="8"/>
                    </a:lnTo>
                    <a:lnTo>
                      <a:pt x="52" y="6"/>
                    </a:lnTo>
                    <a:lnTo>
                      <a:pt x="54" y="4"/>
                    </a:lnTo>
                    <a:lnTo>
                      <a:pt x="58" y="4"/>
                    </a:lnTo>
                    <a:lnTo>
                      <a:pt x="60" y="6"/>
                    </a:lnTo>
                    <a:lnTo>
                      <a:pt x="62" y="6"/>
                    </a:lnTo>
                    <a:lnTo>
                      <a:pt x="64" y="6"/>
                    </a:lnTo>
                    <a:lnTo>
                      <a:pt x="66" y="4"/>
                    </a:lnTo>
                    <a:lnTo>
                      <a:pt x="66" y="2"/>
                    </a:lnTo>
                    <a:lnTo>
                      <a:pt x="68" y="0"/>
                    </a:lnTo>
                    <a:lnTo>
                      <a:pt x="70" y="0"/>
                    </a:lnTo>
                    <a:lnTo>
                      <a:pt x="72" y="0"/>
                    </a:lnTo>
                    <a:lnTo>
                      <a:pt x="74" y="2"/>
                    </a:lnTo>
                    <a:lnTo>
                      <a:pt x="74" y="6"/>
                    </a:lnTo>
                    <a:lnTo>
                      <a:pt x="72" y="10"/>
                    </a:lnTo>
                    <a:lnTo>
                      <a:pt x="72" y="20"/>
                    </a:lnTo>
                    <a:lnTo>
                      <a:pt x="76" y="32"/>
                    </a:lnTo>
                    <a:lnTo>
                      <a:pt x="86" y="42"/>
                    </a:lnTo>
                    <a:lnTo>
                      <a:pt x="98" y="46"/>
                    </a:lnTo>
                    <a:lnTo>
                      <a:pt x="108" y="44"/>
                    </a:lnTo>
                    <a:lnTo>
                      <a:pt x="108" y="46"/>
                    </a:lnTo>
                    <a:lnTo>
                      <a:pt x="110" y="48"/>
                    </a:lnTo>
                    <a:lnTo>
                      <a:pt x="112" y="52"/>
                    </a:lnTo>
                    <a:lnTo>
                      <a:pt x="114" y="56"/>
                    </a:lnTo>
                    <a:lnTo>
                      <a:pt x="118" y="60"/>
                    </a:lnTo>
                    <a:lnTo>
                      <a:pt x="124" y="62"/>
                    </a:lnTo>
                    <a:lnTo>
                      <a:pt x="124" y="62"/>
                    </a:lnTo>
                    <a:lnTo>
                      <a:pt x="128" y="66"/>
                    </a:lnTo>
                    <a:lnTo>
                      <a:pt x="132" y="68"/>
                    </a:lnTo>
                    <a:lnTo>
                      <a:pt x="136" y="72"/>
                    </a:lnTo>
                    <a:lnTo>
                      <a:pt x="140" y="78"/>
                    </a:lnTo>
                    <a:lnTo>
                      <a:pt x="142" y="82"/>
                    </a:lnTo>
                    <a:lnTo>
                      <a:pt x="144" y="88"/>
                    </a:lnTo>
                    <a:lnTo>
                      <a:pt x="166" y="90"/>
                    </a:lnTo>
                    <a:lnTo>
                      <a:pt x="166" y="92"/>
                    </a:lnTo>
                    <a:lnTo>
                      <a:pt x="166" y="94"/>
                    </a:lnTo>
                    <a:lnTo>
                      <a:pt x="166" y="98"/>
                    </a:lnTo>
                    <a:lnTo>
                      <a:pt x="166" y="102"/>
                    </a:lnTo>
                    <a:lnTo>
                      <a:pt x="168" y="104"/>
                    </a:lnTo>
                    <a:lnTo>
                      <a:pt x="168" y="104"/>
                    </a:lnTo>
                    <a:lnTo>
                      <a:pt x="170" y="106"/>
                    </a:lnTo>
                    <a:lnTo>
                      <a:pt x="172" y="106"/>
                    </a:lnTo>
                    <a:lnTo>
                      <a:pt x="174" y="108"/>
                    </a:lnTo>
                    <a:lnTo>
                      <a:pt x="176" y="112"/>
                    </a:lnTo>
                    <a:lnTo>
                      <a:pt x="176" y="116"/>
                    </a:lnTo>
                    <a:lnTo>
                      <a:pt x="176" y="120"/>
                    </a:lnTo>
                    <a:lnTo>
                      <a:pt x="176" y="132"/>
                    </a:lnTo>
                    <a:lnTo>
                      <a:pt x="176" y="144"/>
                    </a:lnTo>
                    <a:lnTo>
                      <a:pt x="174" y="156"/>
                    </a:lnTo>
                    <a:lnTo>
                      <a:pt x="172" y="162"/>
                    </a:lnTo>
                    <a:lnTo>
                      <a:pt x="170" y="160"/>
                    </a:lnTo>
                    <a:lnTo>
                      <a:pt x="162" y="152"/>
                    </a:lnTo>
                    <a:lnTo>
                      <a:pt x="150" y="148"/>
                    </a:lnTo>
                    <a:lnTo>
                      <a:pt x="136" y="148"/>
                    </a:lnTo>
                    <a:lnTo>
                      <a:pt x="132" y="150"/>
                    </a:lnTo>
                    <a:lnTo>
                      <a:pt x="126" y="158"/>
                    </a:lnTo>
                    <a:lnTo>
                      <a:pt x="116" y="168"/>
                    </a:lnTo>
                    <a:lnTo>
                      <a:pt x="112" y="180"/>
                    </a:lnTo>
                    <a:lnTo>
                      <a:pt x="108" y="192"/>
                    </a:lnTo>
                    <a:lnTo>
                      <a:pt x="108" y="190"/>
                    </a:lnTo>
                    <a:lnTo>
                      <a:pt x="106" y="190"/>
                    </a:lnTo>
                    <a:lnTo>
                      <a:pt x="104" y="188"/>
                    </a:lnTo>
                    <a:lnTo>
                      <a:pt x="102" y="186"/>
                    </a:lnTo>
                    <a:lnTo>
                      <a:pt x="98" y="186"/>
                    </a:lnTo>
                    <a:lnTo>
                      <a:pt x="94" y="188"/>
                    </a:lnTo>
                    <a:lnTo>
                      <a:pt x="88" y="192"/>
                    </a:lnTo>
                    <a:lnTo>
                      <a:pt x="84" y="200"/>
                    </a:lnTo>
                    <a:lnTo>
                      <a:pt x="84" y="200"/>
                    </a:lnTo>
                    <a:lnTo>
                      <a:pt x="82" y="196"/>
                    </a:lnTo>
                    <a:lnTo>
                      <a:pt x="82" y="194"/>
                    </a:lnTo>
                    <a:lnTo>
                      <a:pt x="80" y="192"/>
                    </a:lnTo>
                    <a:lnTo>
                      <a:pt x="78" y="188"/>
                    </a:lnTo>
                    <a:lnTo>
                      <a:pt x="76" y="188"/>
                    </a:lnTo>
                    <a:lnTo>
                      <a:pt x="58" y="184"/>
                    </a:lnTo>
                    <a:lnTo>
                      <a:pt x="58" y="186"/>
                    </a:lnTo>
                    <a:lnTo>
                      <a:pt x="56" y="188"/>
                    </a:lnTo>
                    <a:lnTo>
                      <a:pt x="54" y="192"/>
                    </a:lnTo>
                    <a:lnTo>
                      <a:pt x="52" y="194"/>
                    </a:lnTo>
                    <a:lnTo>
                      <a:pt x="50" y="198"/>
                    </a:lnTo>
                    <a:lnTo>
                      <a:pt x="48" y="198"/>
                    </a:lnTo>
                    <a:lnTo>
                      <a:pt x="46" y="200"/>
                    </a:lnTo>
                    <a:lnTo>
                      <a:pt x="46" y="202"/>
                    </a:lnTo>
                    <a:lnTo>
                      <a:pt x="44" y="202"/>
                    </a:lnTo>
                    <a:lnTo>
                      <a:pt x="42" y="204"/>
                    </a:lnTo>
                    <a:lnTo>
                      <a:pt x="40" y="204"/>
                    </a:lnTo>
                    <a:lnTo>
                      <a:pt x="38" y="202"/>
                    </a:lnTo>
                    <a:lnTo>
                      <a:pt x="34" y="180"/>
                    </a:lnTo>
                    <a:lnTo>
                      <a:pt x="30" y="160"/>
                    </a:lnTo>
                    <a:lnTo>
                      <a:pt x="30" y="158"/>
                    </a:lnTo>
                    <a:lnTo>
                      <a:pt x="30" y="154"/>
                    </a:lnTo>
                    <a:lnTo>
                      <a:pt x="30" y="150"/>
                    </a:lnTo>
                    <a:lnTo>
                      <a:pt x="28" y="144"/>
                    </a:lnTo>
                    <a:lnTo>
                      <a:pt x="26" y="140"/>
                    </a:lnTo>
                    <a:lnTo>
                      <a:pt x="24" y="138"/>
                    </a:lnTo>
                    <a:lnTo>
                      <a:pt x="12" y="122"/>
                    </a:lnTo>
                    <a:lnTo>
                      <a:pt x="12" y="120"/>
                    </a:lnTo>
                    <a:lnTo>
                      <a:pt x="10" y="118"/>
                    </a:lnTo>
                    <a:lnTo>
                      <a:pt x="6" y="114"/>
                    </a:lnTo>
                    <a:lnTo>
                      <a:pt x="4" y="108"/>
                    </a:lnTo>
                    <a:lnTo>
                      <a:pt x="2" y="102"/>
                    </a:lnTo>
                    <a:lnTo>
                      <a:pt x="0" y="9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4" name="Google Shape;594;p8"/>
              <p:cNvSpPr/>
              <p:nvPr/>
            </p:nvSpPr>
            <p:spPr>
              <a:xfrm>
                <a:off x="4457" y="2852"/>
                <a:ext cx="178" cy="244"/>
              </a:xfrm>
              <a:custGeom>
                <a:avLst/>
                <a:gdLst/>
                <a:ahLst/>
                <a:cxnLst/>
                <a:rect l="l" t="t" r="r" b="b"/>
                <a:pathLst>
                  <a:path w="178" h="244" extrusionOk="0">
                    <a:moveTo>
                      <a:pt x="82" y="226"/>
                    </a:moveTo>
                    <a:lnTo>
                      <a:pt x="76" y="222"/>
                    </a:lnTo>
                    <a:lnTo>
                      <a:pt x="72" y="216"/>
                    </a:lnTo>
                    <a:lnTo>
                      <a:pt x="70" y="210"/>
                    </a:lnTo>
                    <a:lnTo>
                      <a:pt x="68" y="204"/>
                    </a:lnTo>
                    <a:lnTo>
                      <a:pt x="68" y="200"/>
                    </a:lnTo>
                    <a:lnTo>
                      <a:pt x="66" y="196"/>
                    </a:lnTo>
                    <a:lnTo>
                      <a:pt x="64" y="190"/>
                    </a:lnTo>
                    <a:lnTo>
                      <a:pt x="58" y="176"/>
                    </a:lnTo>
                    <a:lnTo>
                      <a:pt x="52" y="164"/>
                    </a:lnTo>
                    <a:lnTo>
                      <a:pt x="48" y="152"/>
                    </a:lnTo>
                    <a:lnTo>
                      <a:pt x="46" y="148"/>
                    </a:lnTo>
                    <a:lnTo>
                      <a:pt x="40" y="136"/>
                    </a:lnTo>
                    <a:lnTo>
                      <a:pt x="30" y="122"/>
                    </a:lnTo>
                    <a:lnTo>
                      <a:pt x="18" y="108"/>
                    </a:lnTo>
                    <a:lnTo>
                      <a:pt x="10" y="98"/>
                    </a:lnTo>
                    <a:lnTo>
                      <a:pt x="6" y="94"/>
                    </a:lnTo>
                    <a:lnTo>
                      <a:pt x="4" y="90"/>
                    </a:lnTo>
                    <a:lnTo>
                      <a:pt x="4" y="86"/>
                    </a:lnTo>
                    <a:lnTo>
                      <a:pt x="4" y="84"/>
                    </a:lnTo>
                    <a:lnTo>
                      <a:pt x="6" y="84"/>
                    </a:lnTo>
                    <a:lnTo>
                      <a:pt x="6" y="84"/>
                    </a:lnTo>
                    <a:lnTo>
                      <a:pt x="6" y="80"/>
                    </a:lnTo>
                    <a:lnTo>
                      <a:pt x="4" y="78"/>
                    </a:lnTo>
                    <a:lnTo>
                      <a:pt x="4" y="76"/>
                    </a:lnTo>
                    <a:lnTo>
                      <a:pt x="2" y="74"/>
                    </a:lnTo>
                    <a:lnTo>
                      <a:pt x="0" y="74"/>
                    </a:lnTo>
                    <a:lnTo>
                      <a:pt x="2" y="68"/>
                    </a:lnTo>
                    <a:lnTo>
                      <a:pt x="4" y="66"/>
                    </a:lnTo>
                    <a:lnTo>
                      <a:pt x="6" y="64"/>
                    </a:lnTo>
                    <a:lnTo>
                      <a:pt x="8" y="62"/>
                    </a:lnTo>
                    <a:lnTo>
                      <a:pt x="10" y="62"/>
                    </a:lnTo>
                    <a:lnTo>
                      <a:pt x="14" y="64"/>
                    </a:lnTo>
                    <a:lnTo>
                      <a:pt x="16" y="66"/>
                    </a:lnTo>
                    <a:lnTo>
                      <a:pt x="26" y="66"/>
                    </a:lnTo>
                    <a:lnTo>
                      <a:pt x="28" y="68"/>
                    </a:lnTo>
                    <a:lnTo>
                      <a:pt x="30" y="68"/>
                    </a:lnTo>
                    <a:lnTo>
                      <a:pt x="34" y="68"/>
                    </a:lnTo>
                    <a:lnTo>
                      <a:pt x="36" y="66"/>
                    </a:lnTo>
                    <a:lnTo>
                      <a:pt x="36" y="64"/>
                    </a:lnTo>
                    <a:lnTo>
                      <a:pt x="36" y="64"/>
                    </a:lnTo>
                    <a:lnTo>
                      <a:pt x="38" y="62"/>
                    </a:lnTo>
                    <a:lnTo>
                      <a:pt x="40" y="60"/>
                    </a:lnTo>
                    <a:lnTo>
                      <a:pt x="40" y="56"/>
                    </a:lnTo>
                    <a:lnTo>
                      <a:pt x="42" y="54"/>
                    </a:lnTo>
                    <a:lnTo>
                      <a:pt x="42" y="54"/>
                    </a:lnTo>
                    <a:lnTo>
                      <a:pt x="44" y="50"/>
                    </a:lnTo>
                    <a:lnTo>
                      <a:pt x="46" y="48"/>
                    </a:lnTo>
                    <a:lnTo>
                      <a:pt x="46" y="48"/>
                    </a:lnTo>
                    <a:lnTo>
                      <a:pt x="48" y="48"/>
                    </a:lnTo>
                    <a:lnTo>
                      <a:pt x="60" y="44"/>
                    </a:lnTo>
                    <a:lnTo>
                      <a:pt x="70" y="36"/>
                    </a:lnTo>
                    <a:lnTo>
                      <a:pt x="78" y="28"/>
                    </a:lnTo>
                    <a:lnTo>
                      <a:pt x="82" y="18"/>
                    </a:lnTo>
                    <a:lnTo>
                      <a:pt x="84" y="14"/>
                    </a:lnTo>
                    <a:lnTo>
                      <a:pt x="84" y="10"/>
                    </a:lnTo>
                    <a:lnTo>
                      <a:pt x="82" y="8"/>
                    </a:lnTo>
                    <a:lnTo>
                      <a:pt x="82" y="4"/>
                    </a:lnTo>
                    <a:lnTo>
                      <a:pt x="82" y="0"/>
                    </a:lnTo>
                    <a:lnTo>
                      <a:pt x="88" y="4"/>
                    </a:lnTo>
                    <a:lnTo>
                      <a:pt x="94" y="6"/>
                    </a:lnTo>
                    <a:lnTo>
                      <a:pt x="96" y="6"/>
                    </a:lnTo>
                    <a:lnTo>
                      <a:pt x="100" y="8"/>
                    </a:lnTo>
                    <a:lnTo>
                      <a:pt x="104" y="10"/>
                    </a:lnTo>
                    <a:lnTo>
                      <a:pt x="110" y="12"/>
                    </a:lnTo>
                    <a:lnTo>
                      <a:pt x="116" y="14"/>
                    </a:lnTo>
                    <a:lnTo>
                      <a:pt x="122" y="18"/>
                    </a:lnTo>
                    <a:lnTo>
                      <a:pt x="124" y="22"/>
                    </a:lnTo>
                    <a:lnTo>
                      <a:pt x="124" y="22"/>
                    </a:lnTo>
                    <a:lnTo>
                      <a:pt x="124" y="24"/>
                    </a:lnTo>
                    <a:lnTo>
                      <a:pt x="124" y="26"/>
                    </a:lnTo>
                    <a:lnTo>
                      <a:pt x="126" y="28"/>
                    </a:lnTo>
                    <a:lnTo>
                      <a:pt x="126" y="32"/>
                    </a:lnTo>
                    <a:lnTo>
                      <a:pt x="130" y="34"/>
                    </a:lnTo>
                    <a:lnTo>
                      <a:pt x="134" y="36"/>
                    </a:lnTo>
                    <a:lnTo>
                      <a:pt x="140" y="36"/>
                    </a:lnTo>
                    <a:lnTo>
                      <a:pt x="142" y="36"/>
                    </a:lnTo>
                    <a:lnTo>
                      <a:pt x="146" y="36"/>
                    </a:lnTo>
                    <a:lnTo>
                      <a:pt x="150" y="36"/>
                    </a:lnTo>
                    <a:lnTo>
                      <a:pt x="154" y="38"/>
                    </a:lnTo>
                    <a:lnTo>
                      <a:pt x="158" y="38"/>
                    </a:lnTo>
                    <a:lnTo>
                      <a:pt x="158" y="38"/>
                    </a:lnTo>
                    <a:lnTo>
                      <a:pt x="160" y="40"/>
                    </a:lnTo>
                    <a:lnTo>
                      <a:pt x="162" y="42"/>
                    </a:lnTo>
                    <a:lnTo>
                      <a:pt x="162" y="44"/>
                    </a:lnTo>
                    <a:lnTo>
                      <a:pt x="156" y="60"/>
                    </a:lnTo>
                    <a:lnTo>
                      <a:pt x="162" y="60"/>
                    </a:lnTo>
                    <a:lnTo>
                      <a:pt x="162" y="66"/>
                    </a:lnTo>
                    <a:lnTo>
                      <a:pt x="156" y="66"/>
                    </a:lnTo>
                    <a:lnTo>
                      <a:pt x="156" y="66"/>
                    </a:lnTo>
                    <a:lnTo>
                      <a:pt x="154" y="64"/>
                    </a:lnTo>
                    <a:lnTo>
                      <a:pt x="152" y="64"/>
                    </a:lnTo>
                    <a:lnTo>
                      <a:pt x="148" y="64"/>
                    </a:lnTo>
                    <a:lnTo>
                      <a:pt x="146" y="66"/>
                    </a:lnTo>
                    <a:lnTo>
                      <a:pt x="146" y="66"/>
                    </a:lnTo>
                    <a:lnTo>
                      <a:pt x="142" y="66"/>
                    </a:lnTo>
                    <a:lnTo>
                      <a:pt x="138" y="68"/>
                    </a:lnTo>
                    <a:lnTo>
                      <a:pt x="134" y="68"/>
                    </a:lnTo>
                    <a:lnTo>
                      <a:pt x="128" y="72"/>
                    </a:lnTo>
                    <a:lnTo>
                      <a:pt x="124" y="76"/>
                    </a:lnTo>
                    <a:lnTo>
                      <a:pt x="122" y="80"/>
                    </a:lnTo>
                    <a:lnTo>
                      <a:pt x="122" y="82"/>
                    </a:lnTo>
                    <a:lnTo>
                      <a:pt x="122" y="86"/>
                    </a:lnTo>
                    <a:lnTo>
                      <a:pt x="120" y="90"/>
                    </a:lnTo>
                    <a:lnTo>
                      <a:pt x="118" y="92"/>
                    </a:lnTo>
                    <a:lnTo>
                      <a:pt x="118" y="94"/>
                    </a:lnTo>
                    <a:lnTo>
                      <a:pt x="116" y="96"/>
                    </a:lnTo>
                    <a:lnTo>
                      <a:pt x="114" y="98"/>
                    </a:lnTo>
                    <a:lnTo>
                      <a:pt x="112" y="102"/>
                    </a:lnTo>
                    <a:lnTo>
                      <a:pt x="110" y="108"/>
                    </a:lnTo>
                    <a:lnTo>
                      <a:pt x="110" y="116"/>
                    </a:lnTo>
                    <a:lnTo>
                      <a:pt x="114" y="122"/>
                    </a:lnTo>
                    <a:lnTo>
                      <a:pt x="114" y="124"/>
                    </a:lnTo>
                    <a:lnTo>
                      <a:pt x="114" y="126"/>
                    </a:lnTo>
                    <a:lnTo>
                      <a:pt x="116" y="128"/>
                    </a:lnTo>
                    <a:lnTo>
                      <a:pt x="116" y="132"/>
                    </a:lnTo>
                    <a:lnTo>
                      <a:pt x="116" y="134"/>
                    </a:lnTo>
                    <a:lnTo>
                      <a:pt x="116" y="134"/>
                    </a:lnTo>
                    <a:lnTo>
                      <a:pt x="116" y="134"/>
                    </a:lnTo>
                    <a:lnTo>
                      <a:pt x="118" y="134"/>
                    </a:lnTo>
                    <a:lnTo>
                      <a:pt x="120" y="132"/>
                    </a:lnTo>
                    <a:lnTo>
                      <a:pt x="122" y="132"/>
                    </a:lnTo>
                    <a:lnTo>
                      <a:pt x="126" y="134"/>
                    </a:lnTo>
                    <a:lnTo>
                      <a:pt x="126" y="136"/>
                    </a:lnTo>
                    <a:lnTo>
                      <a:pt x="126" y="136"/>
                    </a:lnTo>
                    <a:lnTo>
                      <a:pt x="126" y="136"/>
                    </a:lnTo>
                    <a:lnTo>
                      <a:pt x="128" y="138"/>
                    </a:lnTo>
                    <a:lnTo>
                      <a:pt x="132" y="138"/>
                    </a:lnTo>
                    <a:lnTo>
                      <a:pt x="138" y="140"/>
                    </a:lnTo>
                    <a:lnTo>
                      <a:pt x="140" y="140"/>
                    </a:lnTo>
                    <a:lnTo>
                      <a:pt x="142" y="140"/>
                    </a:lnTo>
                    <a:lnTo>
                      <a:pt x="142" y="140"/>
                    </a:lnTo>
                    <a:lnTo>
                      <a:pt x="144" y="138"/>
                    </a:lnTo>
                    <a:lnTo>
                      <a:pt x="148" y="136"/>
                    </a:lnTo>
                    <a:lnTo>
                      <a:pt x="150" y="134"/>
                    </a:lnTo>
                    <a:lnTo>
                      <a:pt x="152" y="132"/>
                    </a:lnTo>
                    <a:lnTo>
                      <a:pt x="154" y="130"/>
                    </a:lnTo>
                    <a:lnTo>
                      <a:pt x="152" y="156"/>
                    </a:lnTo>
                    <a:lnTo>
                      <a:pt x="152" y="156"/>
                    </a:lnTo>
                    <a:lnTo>
                      <a:pt x="154" y="158"/>
                    </a:lnTo>
                    <a:lnTo>
                      <a:pt x="156" y="158"/>
                    </a:lnTo>
                    <a:lnTo>
                      <a:pt x="160" y="160"/>
                    </a:lnTo>
                    <a:lnTo>
                      <a:pt x="160" y="160"/>
                    </a:lnTo>
                    <a:lnTo>
                      <a:pt x="164" y="160"/>
                    </a:lnTo>
                    <a:lnTo>
                      <a:pt x="166" y="160"/>
                    </a:lnTo>
                    <a:lnTo>
                      <a:pt x="176" y="176"/>
                    </a:lnTo>
                    <a:lnTo>
                      <a:pt x="176" y="176"/>
                    </a:lnTo>
                    <a:lnTo>
                      <a:pt x="176" y="178"/>
                    </a:lnTo>
                    <a:lnTo>
                      <a:pt x="178" y="180"/>
                    </a:lnTo>
                    <a:lnTo>
                      <a:pt x="178" y="184"/>
                    </a:lnTo>
                    <a:lnTo>
                      <a:pt x="176" y="186"/>
                    </a:lnTo>
                    <a:lnTo>
                      <a:pt x="176" y="188"/>
                    </a:lnTo>
                    <a:lnTo>
                      <a:pt x="174" y="192"/>
                    </a:lnTo>
                    <a:lnTo>
                      <a:pt x="174" y="196"/>
                    </a:lnTo>
                    <a:lnTo>
                      <a:pt x="174" y="202"/>
                    </a:lnTo>
                    <a:lnTo>
                      <a:pt x="174" y="206"/>
                    </a:lnTo>
                    <a:lnTo>
                      <a:pt x="174" y="208"/>
                    </a:lnTo>
                    <a:lnTo>
                      <a:pt x="176" y="208"/>
                    </a:lnTo>
                    <a:lnTo>
                      <a:pt x="176" y="210"/>
                    </a:lnTo>
                    <a:lnTo>
                      <a:pt x="178" y="214"/>
                    </a:lnTo>
                    <a:lnTo>
                      <a:pt x="178" y="216"/>
                    </a:lnTo>
                    <a:lnTo>
                      <a:pt x="178" y="220"/>
                    </a:lnTo>
                    <a:lnTo>
                      <a:pt x="176" y="222"/>
                    </a:lnTo>
                    <a:lnTo>
                      <a:pt x="174" y="224"/>
                    </a:lnTo>
                    <a:lnTo>
                      <a:pt x="170" y="224"/>
                    </a:lnTo>
                    <a:lnTo>
                      <a:pt x="166" y="226"/>
                    </a:lnTo>
                    <a:lnTo>
                      <a:pt x="160" y="228"/>
                    </a:lnTo>
                    <a:lnTo>
                      <a:pt x="156" y="230"/>
                    </a:lnTo>
                    <a:lnTo>
                      <a:pt x="154" y="234"/>
                    </a:lnTo>
                    <a:lnTo>
                      <a:pt x="152" y="236"/>
                    </a:lnTo>
                    <a:lnTo>
                      <a:pt x="148" y="238"/>
                    </a:lnTo>
                    <a:lnTo>
                      <a:pt x="142" y="240"/>
                    </a:lnTo>
                    <a:lnTo>
                      <a:pt x="138" y="242"/>
                    </a:lnTo>
                    <a:lnTo>
                      <a:pt x="132" y="244"/>
                    </a:lnTo>
                    <a:lnTo>
                      <a:pt x="130" y="244"/>
                    </a:lnTo>
                    <a:lnTo>
                      <a:pt x="128" y="244"/>
                    </a:lnTo>
                    <a:lnTo>
                      <a:pt x="120" y="244"/>
                    </a:lnTo>
                    <a:lnTo>
                      <a:pt x="118" y="244"/>
                    </a:lnTo>
                    <a:lnTo>
                      <a:pt x="116" y="242"/>
                    </a:lnTo>
                    <a:lnTo>
                      <a:pt x="112" y="240"/>
                    </a:lnTo>
                    <a:lnTo>
                      <a:pt x="108" y="238"/>
                    </a:lnTo>
                    <a:lnTo>
                      <a:pt x="104" y="236"/>
                    </a:lnTo>
                    <a:lnTo>
                      <a:pt x="98" y="234"/>
                    </a:lnTo>
                    <a:lnTo>
                      <a:pt x="96" y="232"/>
                    </a:lnTo>
                    <a:lnTo>
                      <a:pt x="94" y="230"/>
                    </a:lnTo>
                    <a:lnTo>
                      <a:pt x="82" y="22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5" name="Google Shape;595;p8"/>
              <p:cNvSpPr/>
              <p:nvPr/>
            </p:nvSpPr>
            <p:spPr>
              <a:xfrm>
                <a:off x="4581" y="2672"/>
                <a:ext cx="176" cy="172"/>
              </a:xfrm>
              <a:custGeom>
                <a:avLst/>
                <a:gdLst/>
                <a:ahLst/>
                <a:cxnLst/>
                <a:rect l="l" t="t" r="r" b="b"/>
                <a:pathLst>
                  <a:path w="176" h="172" extrusionOk="0">
                    <a:moveTo>
                      <a:pt x="176" y="58"/>
                    </a:moveTo>
                    <a:lnTo>
                      <a:pt x="170" y="54"/>
                    </a:lnTo>
                    <a:lnTo>
                      <a:pt x="166" y="50"/>
                    </a:lnTo>
                    <a:lnTo>
                      <a:pt x="166" y="50"/>
                    </a:lnTo>
                    <a:lnTo>
                      <a:pt x="164" y="48"/>
                    </a:lnTo>
                    <a:lnTo>
                      <a:pt x="162" y="46"/>
                    </a:lnTo>
                    <a:lnTo>
                      <a:pt x="160" y="44"/>
                    </a:lnTo>
                    <a:lnTo>
                      <a:pt x="156" y="40"/>
                    </a:lnTo>
                    <a:lnTo>
                      <a:pt x="152" y="38"/>
                    </a:lnTo>
                    <a:lnTo>
                      <a:pt x="146" y="36"/>
                    </a:lnTo>
                    <a:lnTo>
                      <a:pt x="144" y="34"/>
                    </a:lnTo>
                    <a:lnTo>
                      <a:pt x="142" y="34"/>
                    </a:lnTo>
                    <a:lnTo>
                      <a:pt x="138" y="32"/>
                    </a:lnTo>
                    <a:lnTo>
                      <a:pt x="136" y="28"/>
                    </a:lnTo>
                    <a:lnTo>
                      <a:pt x="134" y="26"/>
                    </a:lnTo>
                    <a:lnTo>
                      <a:pt x="132" y="24"/>
                    </a:lnTo>
                    <a:lnTo>
                      <a:pt x="132" y="24"/>
                    </a:lnTo>
                    <a:lnTo>
                      <a:pt x="126" y="22"/>
                    </a:lnTo>
                    <a:lnTo>
                      <a:pt x="120" y="24"/>
                    </a:lnTo>
                    <a:lnTo>
                      <a:pt x="116" y="24"/>
                    </a:lnTo>
                    <a:lnTo>
                      <a:pt x="110" y="26"/>
                    </a:lnTo>
                    <a:lnTo>
                      <a:pt x="108" y="26"/>
                    </a:lnTo>
                    <a:lnTo>
                      <a:pt x="106" y="28"/>
                    </a:lnTo>
                    <a:lnTo>
                      <a:pt x="100" y="30"/>
                    </a:lnTo>
                    <a:lnTo>
                      <a:pt x="94" y="32"/>
                    </a:lnTo>
                    <a:lnTo>
                      <a:pt x="88" y="32"/>
                    </a:lnTo>
                    <a:lnTo>
                      <a:pt x="84" y="32"/>
                    </a:lnTo>
                    <a:lnTo>
                      <a:pt x="80" y="32"/>
                    </a:lnTo>
                    <a:lnTo>
                      <a:pt x="78" y="32"/>
                    </a:lnTo>
                    <a:lnTo>
                      <a:pt x="72" y="30"/>
                    </a:lnTo>
                    <a:lnTo>
                      <a:pt x="68" y="28"/>
                    </a:lnTo>
                    <a:lnTo>
                      <a:pt x="64" y="24"/>
                    </a:lnTo>
                    <a:lnTo>
                      <a:pt x="62" y="22"/>
                    </a:lnTo>
                    <a:lnTo>
                      <a:pt x="62" y="22"/>
                    </a:lnTo>
                    <a:lnTo>
                      <a:pt x="56" y="18"/>
                    </a:lnTo>
                    <a:lnTo>
                      <a:pt x="54" y="14"/>
                    </a:lnTo>
                    <a:lnTo>
                      <a:pt x="50" y="10"/>
                    </a:lnTo>
                    <a:lnTo>
                      <a:pt x="50" y="8"/>
                    </a:lnTo>
                    <a:lnTo>
                      <a:pt x="48" y="6"/>
                    </a:lnTo>
                    <a:lnTo>
                      <a:pt x="46" y="4"/>
                    </a:lnTo>
                    <a:lnTo>
                      <a:pt x="44" y="4"/>
                    </a:lnTo>
                    <a:lnTo>
                      <a:pt x="42" y="4"/>
                    </a:lnTo>
                    <a:lnTo>
                      <a:pt x="42" y="2"/>
                    </a:lnTo>
                    <a:lnTo>
                      <a:pt x="42" y="2"/>
                    </a:lnTo>
                    <a:lnTo>
                      <a:pt x="42" y="0"/>
                    </a:lnTo>
                    <a:lnTo>
                      <a:pt x="42" y="0"/>
                    </a:lnTo>
                    <a:lnTo>
                      <a:pt x="40" y="0"/>
                    </a:lnTo>
                    <a:lnTo>
                      <a:pt x="40" y="2"/>
                    </a:lnTo>
                    <a:lnTo>
                      <a:pt x="42" y="4"/>
                    </a:lnTo>
                    <a:lnTo>
                      <a:pt x="40" y="4"/>
                    </a:lnTo>
                    <a:lnTo>
                      <a:pt x="40" y="6"/>
                    </a:lnTo>
                    <a:lnTo>
                      <a:pt x="40" y="8"/>
                    </a:lnTo>
                    <a:lnTo>
                      <a:pt x="38" y="8"/>
                    </a:lnTo>
                    <a:lnTo>
                      <a:pt x="38" y="8"/>
                    </a:lnTo>
                    <a:lnTo>
                      <a:pt x="38" y="10"/>
                    </a:lnTo>
                    <a:lnTo>
                      <a:pt x="36" y="12"/>
                    </a:lnTo>
                    <a:lnTo>
                      <a:pt x="36" y="12"/>
                    </a:lnTo>
                    <a:lnTo>
                      <a:pt x="36" y="12"/>
                    </a:lnTo>
                    <a:lnTo>
                      <a:pt x="36" y="14"/>
                    </a:lnTo>
                    <a:lnTo>
                      <a:pt x="36" y="16"/>
                    </a:lnTo>
                    <a:lnTo>
                      <a:pt x="36" y="16"/>
                    </a:lnTo>
                    <a:lnTo>
                      <a:pt x="36" y="18"/>
                    </a:lnTo>
                    <a:lnTo>
                      <a:pt x="36" y="20"/>
                    </a:lnTo>
                    <a:lnTo>
                      <a:pt x="34" y="20"/>
                    </a:lnTo>
                    <a:lnTo>
                      <a:pt x="34" y="20"/>
                    </a:lnTo>
                    <a:lnTo>
                      <a:pt x="32" y="18"/>
                    </a:lnTo>
                    <a:lnTo>
                      <a:pt x="32" y="16"/>
                    </a:lnTo>
                    <a:lnTo>
                      <a:pt x="32" y="16"/>
                    </a:lnTo>
                    <a:lnTo>
                      <a:pt x="32" y="14"/>
                    </a:lnTo>
                    <a:lnTo>
                      <a:pt x="34" y="14"/>
                    </a:lnTo>
                    <a:lnTo>
                      <a:pt x="34" y="12"/>
                    </a:lnTo>
                    <a:lnTo>
                      <a:pt x="34" y="10"/>
                    </a:lnTo>
                    <a:lnTo>
                      <a:pt x="32" y="8"/>
                    </a:lnTo>
                    <a:lnTo>
                      <a:pt x="32" y="6"/>
                    </a:lnTo>
                    <a:lnTo>
                      <a:pt x="32" y="6"/>
                    </a:lnTo>
                    <a:lnTo>
                      <a:pt x="32" y="4"/>
                    </a:lnTo>
                    <a:lnTo>
                      <a:pt x="28" y="6"/>
                    </a:lnTo>
                    <a:lnTo>
                      <a:pt x="24" y="10"/>
                    </a:lnTo>
                    <a:lnTo>
                      <a:pt x="22" y="14"/>
                    </a:lnTo>
                    <a:lnTo>
                      <a:pt x="20" y="16"/>
                    </a:lnTo>
                    <a:lnTo>
                      <a:pt x="18" y="16"/>
                    </a:lnTo>
                    <a:lnTo>
                      <a:pt x="18" y="18"/>
                    </a:lnTo>
                    <a:lnTo>
                      <a:pt x="14" y="18"/>
                    </a:lnTo>
                    <a:lnTo>
                      <a:pt x="10" y="20"/>
                    </a:lnTo>
                    <a:lnTo>
                      <a:pt x="6" y="24"/>
                    </a:lnTo>
                    <a:lnTo>
                      <a:pt x="2" y="26"/>
                    </a:lnTo>
                    <a:lnTo>
                      <a:pt x="0" y="30"/>
                    </a:lnTo>
                    <a:lnTo>
                      <a:pt x="0" y="30"/>
                    </a:lnTo>
                    <a:lnTo>
                      <a:pt x="0" y="32"/>
                    </a:lnTo>
                    <a:lnTo>
                      <a:pt x="0" y="36"/>
                    </a:lnTo>
                    <a:lnTo>
                      <a:pt x="0" y="42"/>
                    </a:lnTo>
                    <a:lnTo>
                      <a:pt x="0" y="46"/>
                    </a:lnTo>
                    <a:lnTo>
                      <a:pt x="2" y="48"/>
                    </a:lnTo>
                    <a:lnTo>
                      <a:pt x="2" y="48"/>
                    </a:lnTo>
                    <a:lnTo>
                      <a:pt x="2" y="50"/>
                    </a:lnTo>
                    <a:lnTo>
                      <a:pt x="4" y="54"/>
                    </a:lnTo>
                    <a:lnTo>
                      <a:pt x="4" y="58"/>
                    </a:lnTo>
                    <a:lnTo>
                      <a:pt x="2" y="60"/>
                    </a:lnTo>
                    <a:lnTo>
                      <a:pt x="2" y="62"/>
                    </a:lnTo>
                    <a:lnTo>
                      <a:pt x="2" y="64"/>
                    </a:lnTo>
                    <a:lnTo>
                      <a:pt x="0" y="68"/>
                    </a:lnTo>
                    <a:lnTo>
                      <a:pt x="0" y="72"/>
                    </a:lnTo>
                    <a:lnTo>
                      <a:pt x="2" y="76"/>
                    </a:lnTo>
                    <a:lnTo>
                      <a:pt x="2" y="80"/>
                    </a:lnTo>
                    <a:lnTo>
                      <a:pt x="6" y="84"/>
                    </a:lnTo>
                    <a:lnTo>
                      <a:pt x="12" y="86"/>
                    </a:lnTo>
                    <a:lnTo>
                      <a:pt x="44" y="90"/>
                    </a:lnTo>
                    <a:lnTo>
                      <a:pt x="48" y="98"/>
                    </a:lnTo>
                    <a:lnTo>
                      <a:pt x="48" y="98"/>
                    </a:lnTo>
                    <a:lnTo>
                      <a:pt x="52" y="98"/>
                    </a:lnTo>
                    <a:lnTo>
                      <a:pt x="56" y="98"/>
                    </a:lnTo>
                    <a:lnTo>
                      <a:pt x="60" y="98"/>
                    </a:lnTo>
                    <a:lnTo>
                      <a:pt x="60" y="98"/>
                    </a:lnTo>
                    <a:lnTo>
                      <a:pt x="62" y="96"/>
                    </a:lnTo>
                    <a:lnTo>
                      <a:pt x="62" y="96"/>
                    </a:lnTo>
                    <a:lnTo>
                      <a:pt x="64" y="96"/>
                    </a:lnTo>
                    <a:lnTo>
                      <a:pt x="66" y="96"/>
                    </a:lnTo>
                    <a:lnTo>
                      <a:pt x="66" y="98"/>
                    </a:lnTo>
                    <a:lnTo>
                      <a:pt x="66" y="102"/>
                    </a:lnTo>
                    <a:lnTo>
                      <a:pt x="66" y="102"/>
                    </a:lnTo>
                    <a:lnTo>
                      <a:pt x="64" y="104"/>
                    </a:lnTo>
                    <a:lnTo>
                      <a:pt x="62" y="106"/>
                    </a:lnTo>
                    <a:lnTo>
                      <a:pt x="60" y="108"/>
                    </a:lnTo>
                    <a:lnTo>
                      <a:pt x="60" y="112"/>
                    </a:lnTo>
                    <a:lnTo>
                      <a:pt x="58" y="116"/>
                    </a:lnTo>
                    <a:lnTo>
                      <a:pt x="60" y="122"/>
                    </a:lnTo>
                    <a:lnTo>
                      <a:pt x="62" y="128"/>
                    </a:lnTo>
                    <a:lnTo>
                      <a:pt x="68" y="132"/>
                    </a:lnTo>
                    <a:lnTo>
                      <a:pt x="60" y="140"/>
                    </a:lnTo>
                    <a:lnTo>
                      <a:pt x="62" y="140"/>
                    </a:lnTo>
                    <a:lnTo>
                      <a:pt x="62" y="144"/>
                    </a:lnTo>
                    <a:lnTo>
                      <a:pt x="64" y="148"/>
                    </a:lnTo>
                    <a:lnTo>
                      <a:pt x="66" y="154"/>
                    </a:lnTo>
                    <a:lnTo>
                      <a:pt x="68" y="160"/>
                    </a:lnTo>
                    <a:lnTo>
                      <a:pt x="68" y="164"/>
                    </a:lnTo>
                    <a:lnTo>
                      <a:pt x="80" y="166"/>
                    </a:lnTo>
                    <a:lnTo>
                      <a:pt x="98" y="172"/>
                    </a:lnTo>
                    <a:lnTo>
                      <a:pt x="116" y="152"/>
                    </a:lnTo>
                    <a:lnTo>
                      <a:pt x="124" y="148"/>
                    </a:lnTo>
                    <a:lnTo>
                      <a:pt x="124" y="140"/>
                    </a:lnTo>
                    <a:lnTo>
                      <a:pt x="122" y="140"/>
                    </a:lnTo>
                    <a:lnTo>
                      <a:pt x="122" y="140"/>
                    </a:lnTo>
                    <a:lnTo>
                      <a:pt x="118" y="140"/>
                    </a:lnTo>
                    <a:lnTo>
                      <a:pt x="116" y="140"/>
                    </a:lnTo>
                    <a:lnTo>
                      <a:pt x="114" y="140"/>
                    </a:lnTo>
                    <a:lnTo>
                      <a:pt x="112" y="138"/>
                    </a:lnTo>
                    <a:lnTo>
                      <a:pt x="112" y="136"/>
                    </a:lnTo>
                    <a:lnTo>
                      <a:pt x="112" y="130"/>
                    </a:lnTo>
                    <a:lnTo>
                      <a:pt x="110" y="128"/>
                    </a:lnTo>
                    <a:lnTo>
                      <a:pt x="108" y="126"/>
                    </a:lnTo>
                    <a:lnTo>
                      <a:pt x="106" y="124"/>
                    </a:lnTo>
                    <a:lnTo>
                      <a:pt x="104" y="124"/>
                    </a:lnTo>
                    <a:lnTo>
                      <a:pt x="104" y="124"/>
                    </a:lnTo>
                    <a:lnTo>
                      <a:pt x="104" y="122"/>
                    </a:lnTo>
                    <a:lnTo>
                      <a:pt x="104" y="118"/>
                    </a:lnTo>
                    <a:lnTo>
                      <a:pt x="106" y="118"/>
                    </a:lnTo>
                    <a:lnTo>
                      <a:pt x="108" y="120"/>
                    </a:lnTo>
                    <a:lnTo>
                      <a:pt x="114" y="122"/>
                    </a:lnTo>
                    <a:lnTo>
                      <a:pt x="126" y="124"/>
                    </a:lnTo>
                    <a:lnTo>
                      <a:pt x="128" y="130"/>
                    </a:lnTo>
                    <a:lnTo>
                      <a:pt x="144" y="128"/>
                    </a:lnTo>
                    <a:lnTo>
                      <a:pt x="144" y="124"/>
                    </a:lnTo>
                    <a:lnTo>
                      <a:pt x="152" y="120"/>
                    </a:lnTo>
                    <a:lnTo>
                      <a:pt x="154" y="120"/>
                    </a:lnTo>
                    <a:lnTo>
                      <a:pt x="156" y="122"/>
                    </a:lnTo>
                    <a:lnTo>
                      <a:pt x="158" y="122"/>
                    </a:lnTo>
                    <a:lnTo>
                      <a:pt x="160" y="120"/>
                    </a:lnTo>
                    <a:lnTo>
                      <a:pt x="162" y="120"/>
                    </a:lnTo>
                    <a:lnTo>
                      <a:pt x="164" y="118"/>
                    </a:lnTo>
                    <a:lnTo>
                      <a:pt x="164" y="116"/>
                    </a:lnTo>
                    <a:lnTo>
                      <a:pt x="156" y="100"/>
                    </a:lnTo>
                    <a:lnTo>
                      <a:pt x="156" y="98"/>
                    </a:lnTo>
                    <a:lnTo>
                      <a:pt x="154" y="96"/>
                    </a:lnTo>
                    <a:lnTo>
                      <a:pt x="154" y="90"/>
                    </a:lnTo>
                    <a:lnTo>
                      <a:pt x="154" y="84"/>
                    </a:lnTo>
                    <a:lnTo>
                      <a:pt x="156" y="78"/>
                    </a:lnTo>
                    <a:lnTo>
                      <a:pt x="166" y="76"/>
                    </a:lnTo>
                    <a:lnTo>
                      <a:pt x="164" y="64"/>
                    </a:lnTo>
                    <a:lnTo>
                      <a:pt x="164" y="64"/>
                    </a:lnTo>
                    <a:lnTo>
                      <a:pt x="168" y="62"/>
                    </a:lnTo>
                    <a:lnTo>
                      <a:pt x="170" y="62"/>
                    </a:lnTo>
                    <a:lnTo>
                      <a:pt x="174" y="60"/>
                    </a:lnTo>
                    <a:lnTo>
                      <a:pt x="176" y="58"/>
                    </a:lnTo>
                    <a:lnTo>
                      <a:pt x="176" y="5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6" name="Google Shape;596;p8"/>
              <p:cNvSpPr/>
              <p:nvPr/>
            </p:nvSpPr>
            <p:spPr>
              <a:xfrm>
                <a:off x="4735" y="2730"/>
                <a:ext cx="52" cy="86"/>
              </a:xfrm>
              <a:custGeom>
                <a:avLst/>
                <a:gdLst/>
                <a:ahLst/>
                <a:cxnLst/>
                <a:rect l="l" t="t" r="r" b="b"/>
                <a:pathLst>
                  <a:path w="52" h="86" extrusionOk="0">
                    <a:moveTo>
                      <a:pt x="52" y="28"/>
                    </a:moveTo>
                    <a:lnTo>
                      <a:pt x="52" y="28"/>
                    </a:lnTo>
                    <a:lnTo>
                      <a:pt x="48" y="26"/>
                    </a:lnTo>
                    <a:lnTo>
                      <a:pt x="46" y="22"/>
                    </a:lnTo>
                    <a:lnTo>
                      <a:pt x="40" y="16"/>
                    </a:lnTo>
                    <a:lnTo>
                      <a:pt x="34" y="12"/>
                    </a:lnTo>
                    <a:lnTo>
                      <a:pt x="28" y="6"/>
                    </a:lnTo>
                    <a:lnTo>
                      <a:pt x="22" y="0"/>
                    </a:lnTo>
                    <a:lnTo>
                      <a:pt x="22" y="0"/>
                    </a:lnTo>
                    <a:lnTo>
                      <a:pt x="20" y="2"/>
                    </a:lnTo>
                    <a:lnTo>
                      <a:pt x="16" y="4"/>
                    </a:lnTo>
                    <a:lnTo>
                      <a:pt x="14" y="4"/>
                    </a:lnTo>
                    <a:lnTo>
                      <a:pt x="10" y="6"/>
                    </a:lnTo>
                    <a:lnTo>
                      <a:pt x="10" y="6"/>
                    </a:lnTo>
                    <a:lnTo>
                      <a:pt x="12" y="18"/>
                    </a:lnTo>
                    <a:lnTo>
                      <a:pt x="2" y="20"/>
                    </a:lnTo>
                    <a:lnTo>
                      <a:pt x="0" y="26"/>
                    </a:lnTo>
                    <a:lnTo>
                      <a:pt x="0" y="32"/>
                    </a:lnTo>
                    <a:lnTo>
                      <a:pt x="0" y="38"/>
                    </a:lnTo>
                    <a:lnTo>
                      <a:pt x="2" y="40"/>
                    </a:lnTo>
                    <a:lnTo>
                      <a:pt x="2" y="42"/>
                    </a:lnTo>
                    <a:lnTo>
                      <a:pt x="10" y="58"/>
                    </a:lnTo>
                    <a:lnTo>
                      <a:pt x="14" y="58"/>
                    </a:lnTo>
                    <a:lnTo>
                      <a:pt x="16" y="60"/>
                    </a:lnTo>
                    <a:lnTo>
                      <a:pt x="16" y="62"/>
                    </a:lnTo>
                    <a:lnTo>
                      <a:pt x="18" y="66"/>
                    </a:lnTo>
                    <a:lnTo>
                      <a:pt x="18" y="70"/>
                    </a:lnTo>
                    <a:lnTo>
                      <a:pt x="18" y="72"/>
                    </a:lnTo>
                    <a:lnTo>
                      <a:pt x="16" y="74"/>
                    </a:lnTo>
                    <a:lnTo>
                      <a:pt x="16" y="78"/>
                    </a:lnTo>
                    <a:lnTo>
                      <a:pt x="16" y="80"/>
                    </a:lnTo>
                    <a:lnTo>
                      <a:pt x="16" y="84"/>
                    </a:lnTo>
                    <a:lnTo>
                      <a:pt x="18" y="86"/>
                    </a:lnTo>
                    <a:lnTo>
                      <a:pt x="24" y="84"/>
                    </a:lnTo>
                    <a:lnTo>
                      <a:pt x="26" y="84"/>
                    </a:lnTo>
                    <a:lnTo>
                      <a:pt x="36" y="82"/>
                    </a:lnTo>
                    <a:lnTo>
                      <a:pt x="40" y="82"/>
                    </a:lnTo>
                    <a:lnTo>
                      <a:pt x="46" y="82"/>
                    </a:lnTo>
                    <a:lnTo>
                      <a:pt x="46" y="82"/>
                    </a:lnTo>
                    <a:lnTo>
                      <a:pt x="44" y="80"/>
                    </a:lnTo>
                    <a:lnTo>
                      <a:pt x="42" y="78"/>
                    </a:lnTo>
                    <a:lnTo>
                      <a:pt x="42" y="74"/>
                    </a:lnTo>
                    <a:lnTo>
                      <a:pt x="40" y="64"/>
                    </a:lnTo>
                    <a:lnTo>
                      <a:pt x="36" y="62"/>
                    </a:lnTo>
                    <a:lnTo>
                      <a:pt x="36" y="62"/>
                    </a:lnTo>
                    <a:lnTo>
                      <a:pt x="34" y="58"/>
                    </a:lnTo>
                    <a:lnTo>
                      <a:pt x="32" y="54"/>
                    </a:lnTo>
                    <a:lnTo>
                      <a:pt x="32" y="50"/>
                    </a:lnTo>
                    <a:lnTo>
                      <a:pt x="32" y="44"/>
                    </a:lnTo>
                    <a:lnTo>
                      <a:pt x="34" y="40"/>
                    </a:lnTo>
                    <a:lnTo>
                      <a:pt x="38" y="40"/>
                    </a:lnTo>
                    <a:lnTo>
                      <a:pt x="40" y="40"/>
                    </a:lnTo>
                    <a:lnTo>
                      <a:pt x="42" y="42"/>
                    </a:lnTo>
                    <a:lnTo>
                      <a:pt x="44" y="42"/>
                    </a:lnTo>
                    <a:lnTo>
                      <a:pt x="44" y="40"/>
                    </a:lnTo>
                    <a:lnTo>
                      <a:pt x="46" y="38"/>
                    </a:lnTo>
                    <a:lnTo>
                      <a:pt x="46" y="38"/>
                    </a:lnTo>
                    <a:lnTo>
                      <a:pt x="46" y="36"/>
                    </a:lnTo>
                    <a:lnTo>
                      <a:pt x="48" y="34"/>
                    </a:lnTo>
                    <a:lnTo>
                      <a:pt x="48" y="32"/>
                    </a:lnTo>
                    <a:lnTo>
                      <a:pt x="52" y="2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7" name="Google Shape;597;p8"/>
              <p:cNvSpPr/>
              <p:nvPr/>
            </p:nvSpPr>
            <p:spPr>
              <a:xfrm>
                <a:off x="4767" y="2758"/>
                <a:ext cx="46" cy="56"/>
              </a:xfrm>
              <a:custGeom>
                <a:avLst/>
                <a:gdLst/>
                <a:ahLst/>
                <a:cxnLst/>
                <a:rect l="l" t="t" r="r" b="b"/>
                <a:pathLst>
                  <a:path w="46" h="56" extrusionOk="0">
                    <a:moveTo>
                      <a:pt x="20" y="0"/>
                    </a:moveTo>
                    <a:lnTo>
                      <a:pt x="28" y="4"/>
                    </a:lnTo>
                    <a:lnTo>
                      <a:pt x="36" y="8"/>
                    </a:lnTo>
                    <a:lnTo>
                      <a:pt x="46" y="10"/>
                    </a:lnTo>
                    <a:lnTo>
                      <a:pt x="44" y="16"/>
                    </a:lnTo>
                    <a:lnTo>
                      <a:pt x="44" y="16"/>
                    </a:lnTo>
                    <a:lnTo>
                      <a:pt x="42" y="18"/>
                    </a:lnTo>
                    <a:lnTo>
                      <a:pt x="40" y="20"/>
                    </a:lnTo>
                    <a:lnTo>
                      <a:pt x="38" y="22"/>
                    </a:lnTo>
                    <a:lnTo>
                      <a:pt x="38" y="24"/>
                    </a:lnTo>
                    <a:lnTo>
                      <a:pt x="36" y="26"/>
                    </a:lnTo>
                    <a:lnTo>
                      <a:pt x="36" y="28"/>
                    </a:lnTo>
                    <a:lnTo>
                      <a:pt x="38" y="30"/>
                    </a:lnTo>
                    <a:lnTo>
                      <a:pt x="38" y="30"/>
                    </a:lnTo>
                    <a:lnTo>
                      <a:pt x="40" y="32"/>
                    </a:lnTo>
                    <a:lnTo>
                      <a:pt x="42" y="36"/>
                    </a:lnTo>
                    <a:lnTo>
                      <a:pt x="42" y="38"/>
                    </a:lnTo>
                    <a:lnTo>
                      <a:pt x="42" y="38"/>
                    </a:lnTo>
                    <a:lnTo>
                      <a:pt x="40" y="42"/>
                    </a:lnTo>
                    <a:lnTo>
                      <a:pt x="40" y="44"/>
                    </a:lnTo>
                    <a:lnTo>
                      <a:pt x="40" y="46"/>
                    </a:lnTo>
                    <a:lnTo>
                      <a:pt x="40" y="48"/>
                    </a:lnTo>
                    <a:lnTo>
                      <a:pt x="40" y="50"/>
                    </a:lnTo>
                    <a:lnTo>
                      <a:pt x="38" y="52"/>
                    </a:lnTo>
                    <a:lnTo>
                      <a:pt x="36" y="52"/>
                    </a:lnTo>
                    <a:lnTo>
                      <a:pt x="34" y="52"/>
                    </a:lnTo>
                    <a:lnTo>
                      <a:pt x="34" y="52"/>
                    </a:lnTo>
                    <a:lnTo>
                      <a:pt x="32" y="50"/>
                    </a:lnTo>
                    <a:lnTo>
                      <a:pt x="28" y="50"/>
                    </a:lnTo>
                    <a:lnTo>
                      <a:pt x="26" y="52"/>
                    </a:lnTo>
                    <a:lnTo>
                      <a:pt x="24" y="52"/>
                    </a:lnTo>
                    <a:lnTo>
                      <a:pt x="20" y="50"/>
                    </a:lnTo>
                    <a:lnTo>
                      <a:pt x="20" y="50"/>
                    </a:lnTo>
                    <a:lnTo>
                      <a:pt x="18" y="54"/>
                    </a:lnTo>
                    <a:lnTo>
                      <a:pt x="20" y="56"/>
                    </a:lnTo>
                    <a:lnTo>
                      <a:pt x="14" y="54"/>
                    </a:lnTo>
                    <a:lnTo>
                      <a:pt x="14" y="54"/>
                    </a:lnTo>
                    <a:lnTo>
                      <a:pt x="12" y="52"/>
                    </a:lnTo>
                    <a:lnTo>
                      <a:pt x="10" y="50"/>
                    </a:lnTo>
                    <a:lnTo>
                      <a:pt x="10" y="46"/>
                    </a:lnTo>
                    <a:lnTo>
                      <a:pt x="8" y="36"/>
                    </a:lnTo>
                    <a:lnTo>
                      <a:pt x="4" y="34"/>
                    </a:lnTo>
                    <a:lnTo>
                      <a:pt x="4" y="34"/>
                    </a:lnTo>
                    <a:lnTo>
                      <a:pt x="2" y="30"/>
                    </a:lnTo>
                    <a:lnTo>
                      <a:pt x="0" y="26"/>
                    </a:lnTo>
                    <a:lnTo>
                      <a:pt x="0" y="22"/>
                    </a:lnTo>
                    <a:lnTo>
                      <a:pt x="0" y="16"/>
                    </a:lnTo>
                    <a:lnTo>
                      <a:pt x="2" y="12"/>
                    </a:lnTo>
                    <a:lnTo>
                      <a:pt x="6" y="12"/>
                    </a:lnTo>
                    <a:lnTo>
                      <a:pt x="8" y="12"/>
                    </a:lnTo>
                    <a:lnTo>
                      <a:pt x="10" y="14"/>
                    </a:lnTo>
                    <a:lnTo>
                      <a:pt x="12" y="14"/>
                    </a:lnTo>
                    <a:lnTo>
                      <a:pt x="12" y="12"/>
                    </a:lnTo>
                    <a:lnTo>
                      <a:pt x="14" y="10"/>
                    </a:lnTo>
                    <a:lnTo>
                      <a:pt x="14" y="10"/>
                    </a:lnTo>
                    <a:lnTo>
                      <a:pt x="14" y="8"/>
                    </a:lnTo>
                    <a:lnTo>
                      <a:pt x="16" y="6"/>
                    </a:lnTo>
                    <a:lnTo>
                      <a:pt x="16" y="4"/>
                    </a:lnTo>
                    <a:lnTo>
                      <a:pt x="2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8" name="Google Shape;598;p8"/>
              <p:cNvSpPr/>
              <p:nvPr/>
            </p:nvSpPr>
            <p:spPr>
              <a:xfrm>
                <a:off x="4803" y="2768"/>
                <a:ext cx="46" cy="42"/>
              </a:xfrm>
              <a:custGeom>
                <a:avLst/>
                <a:gdLst/>
                <a:ahLst/>
                <a:cxnLst/>
                <a:rect l="l" t="t" r="r" b="b"/>
                <a:pathLst>
                  <a:path w="46" h="42" extrusionOk="0">
                    <a:moveTo>
                      <a:pt x="46" y="18"/>
                    </a:moveTo>
                    <a:lnTo>
                      <a:pt x="38" y="12"/>
                    </a:lnTo>
                    <a:lnTo>
                      <a:pt x="32" y="8"/>
                    </a:lnTo>
                    <a:lnTo>
                      <a:pt x="20" y="4"/>
                    </a:lnTo>
                    <a:lnTo>
                      <a:pt x="10" y="0"/>
                    </a:lnTo>
                    <a:lnTo>
                      <a:pt x="8" y="2"/>
                    </a:lnTo>
                    <a:lnTo>
                      <a:pt x="8" y="6"/>
                    </a:lnTo>
                    <a:lnTo>
                      <a:pt x="8" y="6"/>
                    </a:lnTo>
                    <a:lnTo>
                      <a:pt x="6" y="8"/>
                    </a:lnTo>
                    <a:lnTo>
                      <a:pt x="4" y="10"/>
                    </a:lnTo>
                    <a:lnTo>
                      <a:pt x="2" y="12"/>
                    </a:lnTo>
                    <a:lnTo>
                      <a:pt x="2" y="14"/>
                    </a:lnTo>
                    <a:lnTo>
                      <a:pt x="0" y="16"/>
                    </a:lnTo>
                    <a:lnTo>
                      <a:pt x="0" y="18"/>
                    </a:lnTo>
                    <a:lnTo>
                      <a:pt x="2" y="20"/>
                    </a:lnTo>
                    <a:lnTo>
                      <a:pt x="2" y="20"/>
                    </a:lnTo>
                    <a:lnTo>
                      <a:pt x="4" y="22"/>
                    </a:lnTo>
                    <a:lnTo>
                      <a:pt x="6" y="26"/>
                    </a:lnTo>
                    <a:lnTo>
                      <a:pt x="6" y="28"/>
                    </a:lnTo>
                    <a:lnTo>
                      <a:pt x="6" y="28"/>
                    </a:lnTo>
                    <a:lnTo>
                      <a:pt x="4" y="32"/>
                    </a:lnTo>
                    <a:lnTo>
                      <a:pt x="4" y="34"/>
                    </a:lnTo>
                    <a:lnTo>
                      <a:pt x="4" y="36"/>
                    </a:lnTo>
                    <a:lnTo>
                      <a:pt x="4" y="38"/>
                    </a:lnTo>
                    <a:lnTo>
                      <a:pt x="4" y="40"/>
                    </a:lnTo>
                    <a:lnTo>
                      <a:pt x="2" y="40"/>
                    </a:lnTo>
                    <a:lnTo>
                      <a:pt x="2" y="42"/>
                    </a:lnTo>
                    <a:lnTo>
                      <a:pt x="4" y="42"/>
                    </a:lnTo>
                    <a:lnTo>
                      <a:pt x="8" y="42"/>
                    </a:lnTo>
                    <a:lnTo>
                      <a:pt x="8" y="42"/>
                    </a:lnTo>
                    <a:lnTo>
                      <a:pt x="10" y="40"/>
                    </a:lnTo>
                    <a:lnTo>
                      <a:pt x="10" y="40"/>
                    </a:lnTo>
                    <a:lnTo>
                      <a:pt x="12" y="40"/>
                    </a:lnTo>
                    <a:lnTo>
                      <a:pt x="14" y="40"/>
                    </a:lnTo>
                    <a:lnTo>
                      <a:pt x="16" y="40"/>
                    </a:lnTo>
                    <a:lnTo>
                      <a:pt x="16" y="40"/>
                    </a:lnTo>
                    <a:lnTo>
                      <a:pt x="18" y="40"/>
                    </a:lnTo>
                    <a:lnTo>
                      <a:pt x="20" y="40"/>
                    </a:lnTo>
                    <a:lnTo>
                      <a:pt x="22" y="42"/>
                    </a:lnTo>
                    <a:lnTo>
                      <a:pt x="24" y="42"/>
                    </a:lnTo>
                    <a:lnTo>
                      <a:pt x="26" y="42"/>
                    </a:lnTo>
                    <a:lnTo>
                      <a:pt x="26" y="42"/>
                    </a:lnTo>
                    <a:lnTo>
                      <a:pt x="28" y="42"/>
                    </a:lnTo>
                    <a:lnTo>
                      <a:pt x="28" y="40"/>
                    </a:lnTo>
                    <a:lnTo>
                      <a:pt x="30" y="38"/>
                    </a:lnTo>
                    <a:lnTo>
                      <a:pt x="30" y="36"/>
                    </a:lnTo>
                    <a:lnTo>
                      <a:pt x="32" y="32"/>
                    </a:lnTo>
                    <a:lnTo>
                      <a:pt x="34" y="28"/>
                    </a:lnTo>
                    <a:lnTo>
                      <a:pt x="36" y="26"/>
                    </a:lnTo>
                    <a:lnTo>
                      <a:pt x="40" y="26"/>
                    </a:lnTo>
                    <a:lnTo>
                      <a:pt x="42" y="22"/>
                    </a:lnTo>
                    <a:lnTo>
                      <a:pt x="46"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99" name="Google Shape;599;p8"/>
              <p:cNvSpPr/>
              <p:nvPr/>
            </p:nvSpPr>
            <p:spPr>
              <a:xfrm>
                <a:off x="4501" y="2670"/>
                <a:ext cx="148" cy="242"/>
              </a:xfrm>
              <a:custGeom>
                <a:avLst/>
                <a:gdLst/>
                <a:ahLst/>
                <a:cxnLst/>
                <a:rect l="l" t="t" r="r" b="b"/>
                <a:pathLst>
                  <a:path w="148" h="242" extrusionOk="0">
                    <a:moveTo>
                      <a:pt x="124" y="194"/>
                    </a:moveTo>
                    <a:lnTo>
                      <a:pt x="126" y="200"/>
                    </a:lnTo>
                    <a:lnTo>
                      <a:pt x="128" y="204"/>
                    </a:lnTo>
                    <a:lnTo>
                      <a:pt x="128" y="208"/>
                    </a:lnTo>
                    <a:lnTo>
                      <a:pt x="126" y="212"/>
                    </a:lnTo>
                    <a:lnTo>
                      <a:pt x="126" y="212"/>
                    </a:lnTo>
                    <a:lnTo>
                      <a:pt x="118" y="242"/>
                    </a:lnTo>
                    <a:lnTo>
                      <a:pt x="116" y="240"/>
                    </a:lnTo>
                    <a:lnTo>
                      <a:pt x="114" y="240"/>
                    </a:lnTo>
                    <a:lnTo>
                      <a:pt x="112" y="242"/>
                    </a:lnTo>
                    <a:lnTo>
                      <a:pt x="112" y="242"/>
                    </a:lnTo>
                    <a:lnTo>
                      <a:pt x="118" y="226"/>
                    </a:lnTo>
                    <a:lnTo>
                      <a:pt x="118" y="224"/>
                    </a:lnTo>
                    <a:lnTo>
                      <a:pt x="116" y="222"/>
                    </a:lnTo>
                    <a:lnTo>
                      <a:pt x="114" y="220"/>
                    </a:lnTo>
                    <a:lnTo>
                      <a:pt x="114" y="220"/>
                    </a:lnTo>
                    <a:lnTo>
                      <a:pt x="110" y="220"/>
                    </a:lnTo>
                    <a:lnTo>
                      <a:pt x="106" y="218"/>
                    </a:lnTo>
                    <a:lnTo>
                      <a:pt x="102" y="218"/>
                    </a:lnTo>
                    <a:lnTo>
                      <a:pt x="98" y="218"/>
                    </a:lnTo>
                    <a:lnTo>
                      <a:pt x="96" y="218"/>
                    </a:lnTo>
                    <a:lnTo>
                      <a:pt x="90" y="218"/>
                    </a:lnTo>
                    <a:lnTo>
                      <a:pt x="86" y="216"/>
                    </a:lnTo>
                    <a:lnTo>
                      <a:pt x="82" y="214"/>
                    </a:lnTo>
                    <a:lnTo>
                      <a:pt x="82" y="210"/>
                    </a:lnTo>
                    <a:lnTo>
                      <a:pt x="80" y="208"/>
                    </a:lnTo>
                    <a:lnTo>
                      <a:pt x="80" y="206"/>
                    </a:lnTo>
                    <a:lnTo>
                      <a:pt x="80" y="204"/>
                    </a:lnTo>
                    <a:lnTo>
                      <a:pt x="80" y="204"/>
                    </a:lnTo>
                    <a:lnTo>
                      <a:pt x="78" y="200"/>
                    </a:lnTo>
                    <a:lnTo>
                      <a:pt x="72" y="196"/>
                    </a:lnTo>
                    <a:lnTo>
                      <a:pt x="66" y="194"/>
                    </a:lnTo>
                    <a:lnTo>
                      <a:pt x="60" y="192"/>
                    </a:lnTo>
                    <a:lnTo>
                      <a:pt x="56" y="190"/>
                    </a:lnTo>
                    <a:lnTo>
                      <a:pt x="52" y="188"/>
                    </a:lnTo>
                    <a:lnTo>
                      <a:pt x="50" y="188"/>
                    </a:lnTo>
                    <a:lnTo>
                      <a:pt x="46" y="186"/>
                    </a:lnTo>
                    <a:lnTo>
                      <a:pt x="40" y="184"/>
                    </a:lnTo>
                    <a:lnTo>
                      <a:pt x="36" y="180"/>
                    </a:lnTo>
                    <a:lnTo>
                      <a:pt x="32" y="178"/>
                    </a:lnTo>
                    <a:lnTo>
                      <a:pt x="28" y="174"/>
                    </a:lnTo>
                    <a:lnTo>
                      <a:pt x="26" y="172"/>
                    </a:lnTo>
                    <a:lnTo>
                      <a:pt x="26" y="172"/>
                    </a:lnTo>
                    <a:lnTo>
                      <a:pt x="26" y="172"/>
                    </a:lnTo>
                    <a:lnTo>
                      <a:pt x="26" y="172"/>
                    </a:lnTo>
                    <a:lnTo>
                      <a:pt x="26" y="172"/>
                    </a:lnTo>
                    <a:lnTo>
                      <a:pt x="20" y="170"/>
                    </a:lnTo>
                    <a:lnTo>
                      <a:pt x="14" y="168"/>
                    </a:lnTo>
                    <a:lnTo>
                      <a:pt x="10" y="168"/>
                    </a:lnTo>
                    <a:lnTo>
                      <a:pt x="4" y="166"/>
                    </a:lnTo>
                    <a:lnTo>
                      <a:pt x="2" y="166"/>
                    </a:lnTo>
                    <a:lnTo>
                      <a:pt x="0" y="166"/>
                    </a:lnTo>
                    <a:lnTo>
                      <a:pt x="2" y="162"/>
                    </a:lnTo>
                    <a:lnTo>
                      <a:pt x="4" y="160"/>
                    </a:lnTo>
                    <a:lnTo>
                      <a:pt x="4" y="160"/>
                    </a:lnTo>
                    <a:lnTo>
                      <a:pt x="10" y="154"/>
                    </a:lnTo>
                    <a:lnTo>
                      <a:pt x="14" y="142"/>
                    </a:lnTo>
                    <a:lnTo>
                      <a:pt x="16" y="136"/>
                    </a:lnTo>
                    <a:lnTo>
                      <a:pt x="18" y="130"/>
                    </a:lnTo>
                    <a:lnTo>
                      <a:pt x="18" y="122"/>
                    </a:lnTo>
                    <a:lnTo>
                      <a:pt x="18" y="114"/>
                    </a:lnTo>
                    <a:lnTo>
                      <a:pt x="18" y="104"/>
                    </a:lnTo>
                    <a:lnTo>
                      <a:pt x="18" y="92"/>
                    </a:lnTo>
                    <a:lnTo>
                      <a:pt x="18" y="80"/>
                    </a:lnTo>
                    <a:lnTo>
                      <a:pt x="20" y="74"/>
                    </a:lnTo>
                    <a:lnTo>
                      <a:pt x="20" y="72"/>
                    </a:lnTo>
                    <a:lnTo>
                      <a:pt x="20" y="70"/>
                    </a:lnTo>
                    <a:lnTo>
                      <a:pt x="18" y="68"/>
                    </a:lnTo>
                    <a:lnTo>
                      <a:pt x="18" y="66"/>
                    </a:lnTo>
                    <a:lnTo>
                      <a:pt x="20" y="62"/>
                    </a:lnTo>
                    <a:lnTo>
                      <a:pt x="18" y="58"/>
                    </a:lnTo>
                    <a:lnTo>
                      <a:pt x="18" y="56"/>
                    </a:lnTo>
                    <a:lnTo>
                      <a:pt x="20" y="56"/>
                    </a:lnTo>
                    <a:lnTo>
                      <a:pt x="20" y="54"/>
                    </a:lnTo>
                    <a:lnTo>
                      <a:pt x="34" y="50"/>
                    </a:lnTo>
                    <a:lnTo>
                      <a:pt x="44" y="34"/>
                    </a:lnTo>
                    <a:lnTo>
                      <a:pt x="50" y="24"/>
                    </a:lnTo>
                    <a:lnTo>
                      <a:pt x="68" y="22"/>
                    </a:lnTo>
                    <a:lnTo>
                      <a:pt x="76" y="14"/>
                    </a:lnTo>
                    <a:lnTo>
                      <a:pt x="76" y="14"/>
                    </a:lnTo>
                    <a:lnTo>
                      <a:pt x="78" y="12"/>
                    </a:lnTo>
                    <a:lnTo>
                      <a:pt x="80" y="10"/>
                    </a:lnTo>
                    <a:lnTo>
                      <a:pt x="84" y="8"/>
                    </a:lnTo>
                    <a:lnTo>
                      <a:pt x="86" y="8"/>
                    </a:lnTo>
                    <a:lnTo>
                      <a:pt x="88" y="8"/>
                    </a:lnTo>
                    <a:lnTo>
                      <a:pt x="92" y="8"/>
                    </a:lnTo>
                    <a:lnTo>
                      <a:pt x="94" y="6"/>
                    </a:lnTo>
                    <a:lnTo>
                      <a:pt x="96" y="6"/>
                    </a:lnTo>
                    <a:lnTo>
                      <a:pt x="98" y="4"/>
                    </a:lnTo>
                    <a:lnTo>
                      <a:pt x="102" y="2"/>
                    </a:lnTo>
                    <a:lnTo>
                      <a:pt x="106" y="2"/>
                    </a:lnTo>
                    <a:lnTo>
                      <a:pt x="110" y="0"/>
                    </a:lnTo>
                    <a:lnTo>
                      <a:pt x="112" y="0"/>
                    </a:lnTo>
                    <a:lnTo>
                      <a:pt x="114" y="0"/>
                    </a:lnTo>
                    <a:lnTo>
                      <a:pt x="114" y="2"/>
                    </a:lnTo>
                    <a:lnTo>
                      <a:pt x="116" y="2"/>
                    </a:lnTo>
                    <a:lnTo>
                      <a:pt x="116" y="4"/>
                    </a:lnTo>
                    <a:lnTo>
                      <a:pt x="114" y="4"/>
                    </a:lnTo>
                    <a:lnTo>
                      <a:pt x="114" y="6"/>
                    </a:lnTo>
                    <a:lnTo>
                      <a:pt x="112" y="6"/>
                    </a:lnTo>
                    <a:lnTo>
                      <a:pt x="110" y="8"/>
                    </a:lnTo>
                    <a:lnTo>
                      <a:pt x="106" y="10"/>
                    </a:lnTo>
                    <a:lnTo>
                      <a:pt x="102" y="14"/>
                    </a:lnTo>
                    <a:lnTo>
                      <a:pt x="98" y="18"/>
                    </a:lnTo>
                    <a:lnTo>
                      <a:pt x="98" y="20"/>
                    </a:lnTo>
                    <a:lnTo>
                      <a:pt x="94" y="20"/>
                    </a:lnTo>
                    <a:lnTo>
                      <a:pt x="90" y="22"/>
                    </a:lnTo>
                    <a:lnTo>
                      <a:pt x="86" y="26"/>
                    </a:lnTo>
                    <a:lnTo>
                      <a:pt x="82" y="28"/>
                    </a:lnTo>
                    <a:lnTo>
                      <a:pt x="80" y="32"/>
                    </a:lnTo>
                    <a:lnTo>
                      <a:pt x="80" y="32"/>
                    </a:lnTo>
                    <a:lnTo>
                      <a:pt x="80" y="34"/>
                    </a:lnTo>
                    <a:lnTo>
                      <a:pt x="80" y="38"/>
                    </a:lnTo>
                    <a:lnTo>
                      <a:pt x="80" y="44"/>
                    </a:lnTo>
                    <a:lnTo>
                      <a:pt x="80" y="48"/>
                    </a:lnTo>
                    <a:lnTo>
                      <a:pt x="82" y="50"/>
                    </a:lnTo>
                    <a:lnTo>
                      <a:pt x="82" y="50"/>
                    </a:lnTo>
                    <a:lnTo>
                      <a:pt x="82" y="52"/>
                    </a:lnTo>
                    <a:lnTo>
                      <a:pt x="84" y="56"/>
                    </a:lnTo>
                    <a:lnTo>
                      <a:pt x="84" y="60"/>
                    </a:lnTo>
                    <a:lnTo>
                      <a:pt x="82" y="62"/>
                    </a:lnTo>
                    <a:lnTo>
                      <a:pt x="82" y="64"/>
                    </a:lnTo>
                    <a:lnTo>
                      <a:pt x="82" y="66"/>
                    </a:lnTo>
                    <a:lnTo>
                      <a:pt x="80" y="70"/>
                    </a:lnTo>
                    <a:lnTo>
                      <a:pt x="80" y="74"/>
                    </a:lnTo>
                    <a:lnTo>
                      <a:pt x="82" y="78"/>
                    </a:lnTo>
                    <a:lnTo>
                      <a:pt x="82" y="82"/>
                    </a:lnTo>
                    <a:lnTo>
                      <a:pt x="86" y="86"/>
                    </a:lnTo>
                    <a:lnTo>
                      <a:pt x="92" y="88"/>
                    </a:lnTo>
                    <a:lnTo>
                      <a:pt x="124" y="92"/>
                    </a:lnTo>
                    <a:lnTo>
                      <a:pt x="128" y="100"/>
                    </a:lnTo>
                    <a:lnTo>
                      <a:pt x="128" y="100"/>
                    </a:lnTo>
                    <a:lnTo>
                      <a:pt x="132" y="100"/>
                    </a:lnTo>
                    <a:lnTo>
                      <a:pt x="136" y="100"/>
                    </a:lnTo>
                    <a:lnTo>
                      <a:pt x="140" y="100"/>
                    </a:lnTo>
                    <a:lnTo>
                      <a:pt x="140" y="100"/>
                    </a:lnTo>
                    <a:lnTo>
                      <a:pt x="142" y="98"/>
                    </a:lnTo>
                    <a:lnTo>
                      <a:pt x="142" y="98"/>
                    </a:lnTo>
                    <a:lnTo>
                      <a:pt x="144" y="98"/>
                    </a:lnTo>
                    <a:lnTo>
                      <a:pt x="146" y="98"/>
                    </a:lnTo>
                    <a:lnTo>
                      <a:pt x="146" y="100"/>
                    </a:lnTo>
                    <a:lnTo>
                      <a:pt x="146" y="104"/>
                    </a:lnTo>
                    <a:lnTo>
                      <a:pt x="146" y="104"/>
                    </a:lnTo>
                    <a:lnTo>
                      <a:pt x="144" y="106"/>
                    </a:lnTo>
                    <a:lnTo>
                      <a:pt x="142" y="108"/>
                    </a:lnTo>
                    <a:lnTo>
                      <a:pt x="140" y="110"/>
                    </a:lnTo>
                    <a:lnTo>
                      <a:pt x="140" y="114"/>
                    </a:lnTo>
                    <a:lnTo>
                      <a:pt x="138" y="118"/>
                    </a:lnTo>
                    <a:lnTo>
                      <a:pt x="140" y="124"/>
                    </a:lnTo>
                    <a:lnTo>
                      <a:pt x="142" y="130"/>
                    </a:lnTo>
                    <a:lnTo>
                      <a:pt x="148" y="134"/>
                    </a:lnTo>
                    <a:lnTo>
                      <a:pt x="140" y="142"/>
                    </a:lnTo>
                    <a:lnTo>
                      <a:pt x="142" y="142"/>
                    </a:lnTo>
                    <a:lnTo>
                      <a:pt x="142" y="146"/>
                    </a:lnTo>
                    <a:lnTo>
                      <a:pt x="144" y="150"/>
                    </a:lnTo>
                    <a:lnTo>
                      <a:pt x="146" y="156"/>
                    </a:lnTo>
                    <a:lnTo>
                      <a:pt x="148" y="162"/>
                    </a:lnTo>
                    <a:lnTo>
                      <a:pt x="148" y="166"/>
                    </a:lnTo>
                    <a:lnTo>
                      <a:pt x="146" y="166"/>
                    </a:lnTo>
                    <a:lnTo>
                      <a:pt x="146" y="166"/>
                    </a:lnTo>
                    <a:lnTo>
                      <a:pt x="146" y="164"/>
                    </a:lnTo>
                    <a:lnTo>
                      <a:pt x="144" y="160"/>
                    </a:lnTo>
                    <a:lnTo>
                      <a:pt x="142" y="156"/>
                    </a:lnTo>
                    <a:lnTo>
                      <a:pt x="118" y="160"/>
                    </a:lnTo>
                    <a:lnTo>
                      <a:pt x="120" y="168"/>
                    </a:lnTo>
                    <a:lnTo>
                      <a:pt x="126" y="168"/>
                    </a:lnTo>
                    <a:lnTo>
                      <a:pt x="130" y="178"/>
                    </a:lnTo>
                    <a:lnTo>
                      <a:pt x="128" y="178"/>
                    </a:lnTo>
                    <a:lnTo>
                      <a:pt x="126" y="176"/>
                    </a:lnTo>
                    <a:lnTo>
                      <a:pt x="124" y="176"/>
                    </a:lnTo>
                    <a:lnTo>
                      <a:pt x="122" y="174"/>
                    </a:lnTo>
                    <a:lnTo>
                      <a:pt x="120" y="174"/>
                    </a:lnTo>
                    <a:lnTo>
                      <a:pt x="120" y="176"/>
                    </a:lnTo>
                    <a:lnTo>
                      <a:pt x="120" y="186"/>
                    </a:lnTo>
                    <a:lnTo>
                      <a:pt x="120" y="186"/>
                    </a:lnTo>
                    <a:lnTo>
                      <a:pt x="122" y="188"/>
                    </a:lnTo>
                    <a:lnTo>
                      <a:pt x="124" y="19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0" name="Google Shape;600;p8"/>
              <p:cNvSpPr/>
              <p:nvPr/>
            </p:nvSpPr>
            <p:spPr>
              <a:xfrm>
                <a:off x="4461" y="2836"/>
                <a:ext cx="80" cy="84"/>
              </a:xfrm>
              <a:custGeom>
                <a:avLst/>
                <a:gdLst/>
                <a:ahLst/>
                <a:cxnLst/>
                <a:rect l="l" t="t" r="r" b="b"/>
                <a:pathLst>
                  <a:path w="80" h="84" extrusionOk="0">
                    <a:moveTo>
                      <a:pt x="10" y="80"/>
                    </a:moveTo>
                    <a:lnTo>
                      <a:pt x="10" y="74"/>
                    </a:lnTo>
                    <a:lnTo>
                      <a:pt x="6" y="74"/>
                    </a:lnTo>
                    <a:lnTo>
                      <a:pt x="4" y="72"/>
                    </a:lnTo>
                    <a:lnTo>
                      <a:pt x="2" y="70"/>
                    </a:lnTo>
                    <a:lnTo>
                      <a:pt x="0" y="68"/>
                    </a:lnTo>
                    <a:lnTo>
                      <a:pt x="0" y="66"/>
                    </a:lnTo>
                    <a:lnTo>
                      <a:pt x="6" y="54"/>
                    </a:lnTo>
                    <a:lnTo>
                      <a:pt x="14" y="44"/>
                    </a:lnTo>
                    <a:lnTo>
                      <a:pt x="24" y="36"/>
                    </a:lnTo>
                    <a:lnTo>
                      <a:pt x="28" y="34"/>
                    </a:lnTo>
                    <a:lnTo>
                      <a:pt x="30" y="22"/>
                    </a:lnTo>
                    <a:lnTo>
                      <a:pt x="32" y="20"/>
                    </a:lnTo>
                    <a:lnTo>
                      <a:pt x="34" y="18"/>
                    </a:lnTo>
                    <a:lnTo>
                      <a:pt x="36" y="18"/>
                    </a:lnTo>
                    <a:lnTo>
                      <a:pt x="38" y="16"/>
                    </a:lnTo>
                    <a:lnTo>
                      <a:pt x="38" y="12"/>
                    </a:lnTo>
                    <a:lnTo>
                      <a:pt x="38" y="8"/>
                    </a:lnTo>
                    <a:lnTo>
                      <a:pt x="38" y="6"/>
                    </a:lnTo>
                    <a:lnTo>
                      <a:pt x="40" y="2"/>
                    </a:lnTo>
                    <a:lnTo>
                      <a:pt x="40" y="0"/>
                    </a:lnTo>
                    <a:lnTo>
                      <a:pt x="42" y="0"/>
                    </a:lnTo>
                    <a:lnTo>
                      <a:pt x="44" y="0"/>
                    </a:lnTo>
                    <a:lnTo>
                      <a:pt x="50" y="2"/>
                    </a:lnTo>
                    <a:lnTo>
                      <a:pt x="54" y="2"/>
                    </a:lnTo>
                    <a:lnTo>
                      <a:pt x="60" y="4"/>
                    </a:lnTo>
                    <a:lnTo>
                      <a:pt x="66" y="6"/>
                    </a:lnTo>
                    <a:lnTo>
                      <a:pt x="66" y="6"/>
                    </a:lnTo>
                    <a:lnTo>
                      <a:pt x="66" y="6"/>
                    </a:lnTo>
                    <a:lnTo>
                      <a:pt x="66" y="6"/>
                    </a:lnTo>
                    <a:lnTo>
                      <a:pt x="68" y="6"/>
                    </a:lnTo>
                    <a:lnTo>
                      <a:pt x="70" y="10"/>
                    </a:lnTo>
                    <a:lnTo>
                      <a:pt x="74" y="12"/>
                    </a:lnTo>
                    <a:lnTo>
                      <a:pt x="78" y="16"/>
                    </a:lnTo>
                    <a:lnTo>
                      <a:pt x="78" y="18"/>
                    </a:lnTo>
                    <a:lnTo>
                      <a:pt x="78" y="20"/>
                    </a:lnTo>
                    <a:lnTo>
                      <a:pt x="78" y="24"/>
                    </a:lnTo>
                    <a:lnTo>
                      <a:pt x="80" y="26"/>
                    </a:lnTo>
                    <a:lnTo>
                      <a:pt x="80" y="30"/>
                    </a:lnTo>
                    <a:lnTo>
                      <a:pt x="78" y="34"/>
                    </a:lnTo>
                    <a:lnTo>
                      <a:pt x="74" y="44"/>
                    </a:lnTo>
                    <a:lnTo>
                      <a:pt x="66" y="52"/>
                    </a:lnTo>
                    <a:lnTo>
                      <a:pt x="56" y="60"/>
                    </a:lnTo>
                    <a:lnTo>
                      <a:pt x="44" y="64"/>
                    </a:lnTo>
                    <a:lnTo>
                      <a:pt x="42" y="64"/>
                    </a:lnTo>
                    <a:lnTo>
                      <a:pt x="42" y="64"/>
                    </a:lnTo>
                    <a:lnTo>
                      <a:pt x="40" y="66"/>
                    </a:lnTo>
                    <a:lnTo>
                      <a:pt x="38" y="70"/>
                    </a:lnTo>
                    <a:lnTo>
                      <a:pt x="38" y="70"/>
                    </a:lnTo>
                    <a:lnTo>
                      <a:pt x="36" y="72"/>
                    </a:lnTo>
                    <a:lnTo>
                      <a:pt x="36" y="76"/>
                    </a:lnTo>
                    <a:lnTo>
                      <a:pt x="34" y="78"/>
                    </a:lnTo>
                    <a:lnTo>
                      <a:pt x="32" y="80"/>
                    </a:lnTo>
                    <a:lnTo>
                      <a:pt x="32" y="80"/>
                    </a:lnTo>
                    <a:lnTo>
                      <a:pt x="32" y="82"/>
                    </a:lnTo>
                    <a:lnTo>
                      <a:pt x="30" y="84"/>
                    </a:lnTo>
                    <a:lnTo>
                      <a:pt x="26" y="84"/>
                    </a:lnTo>
                    <a:lnTo>
                      <a:pt x="24" y="84"/>
                    </a:lnTo>
                    <a:lnTo>
                      <a:pt x="22" y="82"/>
                    </a:lnTo>
                    <a:lnTo>
                      <a:pt x="12" y="82"/>
                    </a:lnTo>
                    <a:lnTo>
                      <a:pt x="10" y="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1" name="Google Shape;601;p8"/>
              <p:cNvSpPr/>
              <p:nvPr/>
            </p:nvSpPr>
            <p:spPr>
              <a:xfrm>
                <a:off x="4571" y="3176"/>
                <a:ext cx="268" cy="660"/>
              </a:xfrm>
              <a:custGeom>
                <a:avLst/>
                <a:gdLst/>
                <a:ahLst/>
                <a:cxnLst/>
                <a:rect l="l" t="t" r="r" b="b"/>
                <a:pathLst>
                  <a:path w="268" h="660" extrusionOk="0">
                    <a:moveTo>
                      <a:pt x="82" y="18"/>
                    </a:moveTo>
                    <a:lnTo>
                      <a:pt x="82" y="20"/>
                    </a:lnTo>
                    <a:lnTo>
                      <a:pt x="82" y="22"/>
                    </a:lnTo>
                    <a:lnTo>
                      <a:pt x="82" y="28"/>
                    </a:lnTo>
                    <a:lnTo>
                      <a:pt x="82" y="32"/>
                    </a:lnTo>
                    <a:lnTo>
                      <a:pt x="82" y="36"/>
                    </a:lnTo>
                    <a:lnTo>
                      <a:pt x="80" y="36"/>
                    </a:lnTo>
                    <a:lnTo>
                      <a:pt x="78" y="38"/>
                    </a:lnTo>
                    <a:lnTo>
                      <a:pt x="76" y="40"/>
                    </a:lnTo>
                    <a:lnTo>
                      <a:pt x="72" y="44"/>
                    </a:lnTo>
                    <a:lnTo>
                      <a:pt x="70" y="50"/>
                    </a:lnTo>
                    <a:lnTo>
                      <a:pt x="68" y="58"/>
                    </a:lnTo>
                    <a:lnTo>
                      <a:pt x="66" y="62"/>
                    </a:lnTo>
                    <a:lnTo>
                      <a:pt x="62" y="70"/>
                    </a:lnTo>
                    <a:lnTo>
                      <a:pt x="56" y="80"/>
                    </a:lnTo>
                    <a:lnTo>
                      <a:pt x="52" y="90"/>
                    </a:lnTo>
                    <a:lnTo>
                      <a:pt x="50" y="98"/>
                    </a:lnTo>
                    <a:lnTo>
                      <a:pt x="48" y="104"/>
                    </a:lnTo>
                    <a:lnTo>
                      <a:pt x="48" y="112"/>
                    </a:lnTo>
                    <a:lnTo>
                      <a:pt x="46" y="126"/>
                    </a:lnTo>
                    <a:lnTo>
                      <a:pt x="48" y="144"/>
                    </a:lnTo>
                    <a:lnTo>
                      <a:pt x="46" y="234"/>
                    </a:lnTo>
                    <a:lnTo>
                      <a:pt x="46" y="236"/>
                    </a:lnTo>
                    <a:lnTo>
                      <a:pt x="44" y="238"/>
                    </a:lnTo>
                    <a:lnTo>
                      <a:pt x="40" y="242"/>
                    </a:lnTo>
                    <a:lnTo>
                      <a:pt x="38" y="246"/>
                    </a:lnTo>
                    <a:lnTo>
                      <a:pt x="34" y="250"/>
                    </a:lnTo>
                    <a:lnTo>
                      <a:pt x="32" y="256"/>
                    </a:lnTo>
                    <a:lnTo>
                      <a:pt x="30" y="260"/>
                    </a:lnTo>
                    <a:lnTo>
                      <a:pt x="28" y="262"/>
                    </a:lnTo>
                    <a:lnTo>
                      <a:pt x="24" y="280"/>
                    </a:lnTo>
                    <a:lnTo>
                      <a:pt x="22" y="282"/>
                    </a:lnTo>
                    <a:lnTo>
                      <a:pt x="22" y="284"/>
                    </a:lnTo>
                    <a:lnTo>
                      <a:pt x="24" y="292"/>
                    </a:lnTo>
                    <a:lnTo>
                      <a:pt x="22" y="302"/>
                    </a:lnTo>
                    <a:lnTo>
                      <a:pt x="24" y="310"/>
                    </a:lnTo>
                    <a:lnTo>
                      <a:pt x="22" y="322"/>
                    </a:lnTo>
                    <a:lnTo>
                      <a:pt x="18" y="324"/>
                    </a:lnTo>
                    <a:lnTo>
                      <a:pt x="18" y="332"/>
                    </a:lnTo>
                    <a:lnTo>
                      <a:pt x="20" y="332"/>
                    </a:lnTo>
                    <a:lnTo>
                      <a:pt x="20" y="336"/>
                    </a:lnTo>
                    <a:lnTo>
                      <a:pt x="20" y="348"/>
                    </a:lnTo>
                    <a:lnTo>
                      <a:pt x="20" y="360"/>
                    </a:lnTo>
                    <a:lnTo>
                      <a:pt x="20" y="370"/>
                    </a:lnTo>
                    <a:lnTo>
                      <a:pt x="20" y="374"/>
                    </a:lnTo>
                    <a:lnTo>
                      <a:pt x="18" y="378"/>
                    </a:lnTo>
                    <a:lnTo>
                      <a:pt x="18" y="380"/>
                    </a:lnTo>
                    <a:lnTo>
                      <a:pt x="18" y="382"/>
                    </a:lnTo>
                    <a:lnTo>
                      <a:pt x="18" y="384"/>
                    </a:lnTo>
                    <a:lnTo>
                      <a:pt x="20" y="386"/>
                    </a:lnTo>
                    <a:lnTo>
                      <a:pt x="20" y="388"/>
                    </a:lnTo>
                    <a:lnTo>
                      <a:pt x="22" y="390"/>
                    </a:lnTo>
                    <a:lnTo>
                      <a:pt x="22" y="396"/>
                    </a:lnTo>
                    <a:lnTo>
                      <a:pt x="22" y="408"/>
                    </a:lnTo>
                    <a:lnTo>
                      <a:pt x="22" y="420"/>
                    </a:lnTo>
                    <a:lnTo>
                      <a:pt x="20" y="428"/>
                    </a:lnTo>
                    <a:lnTo>
                      <a:pt x="20" y="430"/>
                    </a:lnTo>
                    <a:lnTo>
                      <a:pt x="16" y="432"/>
                    </a:lnTo>
                    <a:lnTo>
                      <a:pt x="14" y="434"/>
                    </a:lnTo>
                    <a:lnTo>
                      <a:pt x="10" y="438"/>
                    </a:lnTo>
                    <a:lnTo>
                      <a:pt x="6" y="442"/>
                    </a:lnTo>
                    <a:lnTo>
                      <a:pt x="4" y="446"/>
                    </a:lnTo>
                    <a:lnTo>
                      <a:pt x="2" y="452"/>
                    </a:lnTo>
                    <a:lnTo>
                      <a:pt x="2" y="466"/>
                    </a:lnTo>
                    <a:lnTo>
                      <a:pt x="2" y="486"/>
                    </a:lnTo>
                    <a:lnTo>
                      <a:pt x="2" y="506"/>
                    </a:lnTo>
                    <a:lnTo>
                      <a:pt x="2" y="524"/>
                    </a:lnTo>
                    <a:lnTo>
                      <a:pt x="2" y="530"/>
                    </a:lnTo>
                    <a:lnTo>
                      <a:pt x="0" y="532"/>
                    </a:lnTo>
                    <a:lnTo>
                      <a:pt x="0" y="536"/>
                    </a:lnTo>
                    <a:lnTo>
                      <a:pt x="2" y="542"/>
                    </a:lnTo>
                    <a:lnTo>
                      <a:pt x="2" y="554"/>
                    </a:lnTo>
                    <a:lnTo>
                      <a:pt x="14" y="568"/>
                    </a:lnTo>
                    <a:lnTo>
                      <a:pt x="52" y="568"/>
                    </a:lnTo>
                    <a:lnTo>
                      <a:pt x="54" y="568"/>
                    </a:lnTo>
                    <a:lnTo>
                      <a:pt x="54" y="570"/>
                    </a:lnTo>
                    <a:lnTo>
                      <a:pt x="54" y="572"/>
                    </a:lnTo>
                    <a:lnTo>
                      <a:pt x="54" y="574"/>
                    </a:lnTo>
                    <a:lnTo>
                      <a:pt x="54" y="580"/>
                    </a:lnTo>
                    <a:lnTo>
                      <a:pt x="56" y="588"/>
                    </a:lnTo>
                    <a:lnTo>
                      <a:pt x="56" y="612"/>
                    </a:lnTo>
                    <a:lnTo>
                      <a:pt x="60" y="638"/>
                    </a:lnTo>
                    <a:lnTo>
                      <a:pt x="100" y="640"/>
                    </a:lnTo>
                    <a:lnTo>
                      <a:pt x="114" y="660"/>
                    </a:lnTo>
                    <a:lnTo>
                      <a:pt x="116" y="654"/>
                    </a:lnTo>
                    <a:lnTo>
                      <a:pt x="118" y="648"/>
                    </a:lnTo>
                    <a:lnTo>
                      <a:pt x="118" y="638"/>
                    </a:lnTo>
                    <a:lnTo>
                      <a:pt x="106" y="624"/>
                    </a:lnTo>
                    <a:lnTo>
                      <a:pt x="94" y="614"/>
                    </a:lnTo>
                    <a:lnTo>
                      <a:pt x="92" y="616"/>
                    </a:lnTo>
                    <a:lnTo>
                      <a:pt x="88" y="616"/>
                    </a:lnTo>
                    <a:lnTo>
                      <a:pt x="82" y="616"/>
                    </a:lnTo>
                    <a:lnTo>
                      <a:pt x="74" y="612"/>
                    </a:lnTo>
                    <a:lnTo>
                      <a:pt x="66" y="604"/>
                    </a:lnTo>
                    <a:lnTo>
                      <a:pt x="60" y="590"/>
                    </a:lnTo>
                    <a:lnTo>
                      <a:pt x="56" y="568"/>
                    </a:lnTo>
                    <a:lnTo>
                      <a:pt x="56" y="564"/>
                    </a:lnTo>
                    <a:lnTo>
                      <a:pt x="54" y="554"/>
                    </a:lnTo>
                    <a:lnTo>
                      <a:pt x="52" y="544"/>
                    </a:lnTo>
                    <a:lnTo>
                      <a:pt x="54" y="534"/>
                    </a:lnTo>
                    <a:lnTo>
                      <a:pt x="62" y="526"/>
                    </a:lnTo>
                    <a:lnTo>
                      <a:pt x="74" y="508"/>
                    </a:lnTo>
                    <a:lnTo>
                      <a:pt x="74" y="508"/>
                    </a:lnTo>
                    <a:lnTo>
                      <a:pt x="78" y="506"/>
                    </a:lnTo>
                    <a:lnTo>
                      <a:pt x="80" y="502"/>
                    </a:lnTo>
                    <a:lnTo>
                      <a:pt x="84" y="500"/>
                    </a:lnTo>
                    <a:lnTo>
                      <a:pt x="88" y="496"/>
                    </a:lnTo>
                    <a:lnTo>
                      <a:pt x="92" y="492"/>
                    </a:lnTo>
                    <a:lnTo>
                      <a:pt x="94" y="490"/>
                    </a:lnTo>
                    <a:lnTo>
                      <a:pt x="94" y="486"/>
                    </a:lnTo>
                    <a:lnTo>
                      <a:pt x="94" y="484"/>
                    </a:lnTo>
                    <a:lnTo>
                      <a:pt x="96" y="482"/>
                    </a:lnTo>
                    <a:lnTo>
                      <a:pt x="96" y="478"/>
                    </a:lnTo>
                    <a:lnTo>
                      <a:pt x="96" y="474"/>
                    </a:lnTo>
                    <a:lnTo>
                      <a:pt x="96" y="470"/>
                    </a:lnTo>
                    <a:lnTo>
                      <a:pt x="96" y="466"/>
                    </a:lnTo>
                    <a:lnTo>
                      <a:pt x="94" y="462"/>
                    </a:lnTo>
                    <a:lnTo>
                      <a:pt x="90" y="460"/>
                    </a:lnTo>
                    <a:lnTo>
                      <a:pt x="86" y="458"/>
                    </a:lnTo>
                    <a:lnTo>
                      <a:pt x="82" y="456"/>
                    </a:lnTo>
                    <a:lnTo>
                      <a:pt x="78" y="452"/>
                    </a:lnTo>
                    <a:lnTo>
                      <a:pt x="76" y="448"/>
                    </a:lnTo>
                    <a:lnTo>
                      <a:pt x="74" y="444"/>
                    </a:lnTo>
                    <a:lnTo>
                      <a:pt x="74" y="436"/>
                    </a:lnTo>
                    <a:lnTo>
                      <a:pt x="74" y="432"/>
                    </a:lnTo>
                    <a:lnTo>
                      <a:pt x="76" y="428"/>
                    </a:lnTo>
                    <a:lnTo>
                      <a:pt x="78" y="426"/>
                    </a:lnTo>
                    <a:lnTo>
                      <a:pt x="82" y="424"/>
                    </a:lnTo>
                    <a:lnTo>
                      <a:pt x="84" y="424"/>
                    </a:lnTo>
                    <a:lnTo>
                      <a:pt x="86" y="424"/>
                    </a:lnTo>
                    <a:lnTo>
                      <a:pt x="88" y="424"/>
                    </a:lnTo>
                    <a:lnTo>
                      <a:pt x="88" y="424"/>
                    </a:lnTo>
                    <a:lnTo>
                      <a:pt x="104" y="402"/>
                    </a:lnTo>
                    <a:lnTo>
                      <a:pt x="112" y="382"/>
                    </a:lnTo>
                    <a:lnTo>
                      <a:pt x="112" y="370"/>
                    </a:lnTo>
                    <a:lnTo>
                      <a:pt x="124" y="368"/>
                    </a:lnTo>
                    <a:lnTo>
                      <a:pt x="124" y="354"/>
                    </a:lnTo>
                    <a:lnTo>
                      <a:pt x="112" y="348"/>
                    </a:lnTo>
                    <a:lnTo>
                      <a:pt x="112" y="348"/>
                    </a:lnTo>
                    <a:lnTo>
                      <a:pt x="112" y="346"/>
                    </a:lnTo>
                    <a:lnTo>
                      <a:pt x="110" y="344"/>
                    </a:lnTo>
                    <a:lnTo>
                      <a:pt x="110" y="340"/>
                    </a:lnTo>
                    <a:lnTo>
                      <a:pt x="110" y="336"/>
                    </a:lnTo>
                    <a:lnTo>
                      <a:pt x="112" y="334"/>
                    </a:lnTo>
                    <a:lnTo>
                      <a:pt x="114" y="332"/>
                    </a:lnTo>
                    <a:lnTo>
                      <a:pt x="118" y="332"/>
                    </a:lnTo>
                    <a:lnTo>
                      <a:pt x="138" y="334"/>
                    </a:lnTo>
                    <a:lnTo>
                      <a:pt x="142" y="314"/>
                    </a:lnTo>
                    <a:lnTo>
                      <a:pt x="142" y="312"/>
                    </a:lnTo>
                    <a:lnTo>
                      <a:pt x="144" y="310"/>
                    </a:lnTo>
                    <a:lnTo>
                      <a:pt x="144" y="306"/>
                    </a:lnTo>
                    <a:lnTo>
                      <a:pt x="148" y="300"/>
                    </a:lnTo>
                    <a:lnTo>
                      <a:pt x="150" y="296"/>
                    </a:lnTo>
                    <a:lnTo>
                      <a:pt x="154" y="294"/>
                    </a:lnTo>
                    <a:lnTo>
                      <a:pt x="160" y="292"/>
                    </a:lnTo>
                    <a:lnTo>
                      <a:pt x="164" y="294"/>
                    </a:lnTo>
                    <a:lnTo>
                      <a:pt x="172" y="294"/>
                    </a:lnTo>
                    <a:lnTo>
                      <a:pt x="184" y="294"/>
                    </a:lnTo>
                    <a:lnTo>
                      <a:pt x="198" y="290"/>
                    </a:lnTo>
                    <a:lnTo>
                      <a:pt x="210" y="282"/>
                    </a:lnTo>
                    <a:lnTo>
                      <a:pt x="218" y="266"/>
                    </a:lnTo>
                    <a:lnTo>
                      <a:pt x="220" y="262"/>
                    </a:lnTo>
                    <a:lnTo>
                      <a:pt x="220" y="256"/>
                    </a:lnTo>
                    <a:lnTo>
                      <a:pt x="218" y="250"/>
                    </a:lnTo>
                    <a:lnTo>
                      <a:pt x="216" y="242"/>
                    </a:lnTo>
                    <a:lnTo>
                      <a:pt x="214" y="234"/>
                    </a:lnTo>
                    <a:lnTo>
                      <a:pt x="208" y="218"/>
                    </a:lnTo>
                    <a:lnTo>
                      <a:pt x="206" y="216"/>
                    </a:lnTo>
                    <a:lnTo>
                      <a:pt x="206" y="214"/>
                    </a:lnTo>
                    <a:lnTo>
                      <a:pt x="204" y="210"/>
                    </a:lnTo>
                    <a:lnTo>
                      <a:pt x="202" y="206"/>
                    </a:lnTo>
                    <a:lnTo>
                      <a:pt x="200" y="202"/>
                    </a:lnTo>
                    <a:lnTo>
                      <a:pt x="200" y="196"/>
                    </a:lnTo>
                    <a:lnTo>
                      <a:pt x="202" y="194"/>
                    </a:lnTo>
                    <a:lnTo>
                      <a:pt x="202" y="190"/>
                    </a:lnTo>
                    <a:lnTo>
                      <a:pt x="200" y="180"/>
                    </a:lnTo>
                    <a:lnTo>
                      <a:pt x="200" y="168"/>
                    </a:lnTo>
                    <a:lnTo>
                      <a:pt x="200" y="158"/>
                    </a:lnTo>
                    <a:lnTo>
                      <a:pt x="202" y="152"/>
                    </a:lnTo>
                    <a:lnTo>
                      <a:pt x="214" y="134"/>
                    </a:lnTo>
                    <a:lnTo>
                      <a:pt x="214" y="132"/>
                    </a:lnTo>
                    <a:lnTo>
                      <a:pt x="214" y="128"/>
                    </a:lnTo>
                    <a:lnTo>
                      <a:pt x="218" y="124"/>
                    </a:lnTo>
                    <a:lnTo>
                      <a:pt x="220" y="120"/>
                    </a:lnTo>
                    <a:lnTo>
                      <a:pt x="224" y="116"/>
                    </a:lnTo>
                    <a:lnTo>
                      <a:pt x="228" y="112"/>
                    </a:lnTo>
                    <a:lnTo>
                      <a:pt x="230" y="110"/>
                    </a:lnTo>
                    <a:lnTo>
                      <a:pt x="230" y="110"/>
                    </a:lnTo>
                    <a:lnTo>
                      <a:pt x="238" y="104"/>
                    </a:lnTo>
                    <a:lnTo>
                      <a:pt x="246" y="98"/>
                    </a:lnTo>
                    <a:lnTo>
                      <a:pt x="254" y="90"/>
                    </a:lnTo>
                    <a:lnTo>
                      <a:pt x="262" y="84"/>
                    </a:lnTo>
                    <a:lnTo>
                      <a:pt x="264" y="82"/>
                    </a:lnTo>
                    <a:lnTo>
                      <a:pt x="266" y="76"/>
                    </a:lnTo>
                    <a:lnTo>
                      <a:pt x="268" y="72"/>
                    </a:lnTo>
                    <a:lnTo>
                      <a:pt x="268" y="68"/>
                    </a:lnTo>
                    <a:lnTo>
                      <a:pt x="268" y="64"/>
                    </a:lnTo>
                    <a:lnTo>
                      <a:pt x="266" y="62"/>
                    </a:lnTo>
                    <a:lnTo>
                      <a:pt x="264" y="62"/>
                    </a:lnTo>
                    <a:lnTo>
                      <a:pt x="262" y="62"/>
                    </a:lnTo>
                    <a:lnTo>
                      <a:pt x="262" y="60"/>
                    </a:lnTo>
                    <a:lnTo>
                      <a:pt x="260" y="60"/>
                    </a:lnTo>
                    <a:lnTo>
                      <a:pt x="258" y="60"/>
                    </a:lnTo>
                    <a:lnTo>
                      <a:pt x="258" y="58"/>
                    </a:lnTo>
                    <a:lnTo>
                      <a:pt x="258" y="58"/>
                    </a:lnTo>
                    <a:lnTo>
                      <a:pt x="258" y="56"/>
                    </a:lnTo>
                    <a:lnTo>
                      <a:pt x="260" y="56"/>
                    </a:lnTo>
                    <a:lnTo>
                      <a:pt x="252" y="58"/>
                    </a:lnTo>
                    <a:lnTo>
                      <a:pt x="252" y="60"/>
                    </a:lnTo>
                    <a:lnTo>
                      <a:pt x="250" y="66"/>
                    </a:lnTo>
                    <a:lnTo>
                      <a:pt x="250" y="70"/>
                    </a:lnTo>
                    <a:lnTo>
                      <a:pt x="250" y="72"/>
                    </a:lnTo>
                    <a:lnTo>
                      <a:pt x="250" y="74"/>
                    </a:lnTo>
                    <a:lnTo>
                      <a:pt x="248" y="78"/>
                    </a:lnTo>
                    <a:lnTo>
                      <a:pt x="246" y="82"/>
                    </a:lnTo>
                    <a:lnTo>
                      <a:pt x="246" y="86"/>
                    </a:lnTo>
                    <a:lnTo>
                      <a:pt x="246" y="88"/>
                    </a:lnTo>
                    <a:lnTo>
                      <a:pt x="194" y="88"/>
                    </a:lnTo>
                    <a:lnTo>
                      <a:pt x="210" y="52"/>
                    </a:lnTo>
                    <a:lnTo>
                      <a:pt x="176" y="34"/>
                    </a:lnTo>
                    <a:lnTo>
                      <a:pt x="170" y="28"/>
                    </a:lnTo>
                    <a:lnTo>
                      <a:pt x="154" y="22"/>
                    </a:lnTo>
                    <a:lnTo>
                      <a:pt x="150" y="20"/>
                    </a:lnTo>
                    <a:lnTo>
                      <a:pt x="146" y="18"/>
                    </a:lnTo>
                    <a:lnTo>
                      <a:pt x="144" y="16"/>
                    </a:lnTo>
                    <a:lnTo>
                      <a:pt x="144" y="14"/>
                    </a:lnTo>
                    <a:lnTo>
                      <a:pt x="144" y="10"/>
                    </a:lnTo>
                    <a:lnTo>
                      <a:pt x="144" y="6"/>
                    </a:lnTo>
                    <a:lnTo>
                      <a:pt x="144" y="6"/>
                    </a:lnTo>
                    <a:lnTo>
                      <a:pt x="142" y="4"/>
                    </a:lnTo>
                    <a:lnTo>
                      <a:pt x="140" y="2"/>
                    </a:lnTo>
                    <a:lnTo>
                      <a:pt x="138" y="2"/>
                    </a:lnTo>
                    <a:lnTo>
                      <a:pt x="134" y="0"/>
                    </a:lnTo>
                    <a:lnTo>
                      <a:pt x="132" y="2"/>
                    </a:lnTo>
                    <a:lnTo>
                      <a:pt x="130" y="4"/>
                    </a:lnTo>
                    <a:lnTo>
                      <a:pt x="120" y="16"/>
                    </a:lnTo>
                    <a:lnTo>
                      <a:pt x="120" y="16"/>
                    </a:lnTo>
                    <a:lnTo>
                      <a:pt x="120" y="14"/>
                    </a:lnTo>
                    <a:lnTo>
                      <a:pt x="120" y="12"/>
                    </a:lnTo>
                    <a:lnTo>
                      <a:pt x="118" y="8"/>
                    </a:lnTo>
                    <a:lnTo>
                      <a:pt x="116" y="6"/>
                    </a:lnTo>
                    <a:lnTo>
                      <a:pt x="114" y="4"/>
                    </a:lnTo>
                    <a:lnTo>
                      <a:pt x="108" y="4"/>
                    </a:lnTo>
                    <a:lnTo>
                      <a:pt x="94" y="0"/>
                    </a:lnTo>
                    <a:lnTo>
                      <a:pt x="94" y="2"/>
                    </a:lnTo>
                    <a:lnTo>
                      <a:pt x="92" y="6"/>
                    </a:lnTo>
                    <a:lnTo>
                      <a:pt x="90" y="10"/>
                    </a:lnTo>
                    <a:lnTo>
                      <a:pt x="86" y="14"/>
                    </a:lnTo>
                    <a:lnTo>
                      <a:pt x="82"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2" name="Google Shape;602;p8"/>
              <p:cNvSpPr/>
              <p:nvPr/>
            </p:nvSpPr>
            <p:spPr>
              <a:xfrm>
                <a:off x="4567" y="2786"/>
                <a:ext cx="532" cy="572"/>
              </a:xfrm>
              <a:custGeom>
                <a:avLst/>
                <a:gdLst/>
                <a:ahLst/>
                <a:cxnLst/>
                <a:rect l="l" t="t" r="r" b="b"/>
                <a:pathLst>
                  <a:path w="532" h="572" extrusionOk="0">
                    <a:moveTo>
                      <a:pt x="290" y="562"/>
                    </a:moveTo>
                    <a:lnTo>
                      <a:pt x="292" y="556"/>
                    </a:lnTo>
                    <a:lnTo>
                      <a:pt x="294" y="552"/>
                    </a:lnTo>
                    <a:lnTo>
                      <a:pt x="296" y="548"/>
                    </a:lnTo>
                    <a:lnTo>
                      <a:pt x="304" y="536"/>
                    </a:lnTo>
                    <a:lnTo>
                      <a:pt x="314" y="518"/>
                    </a:lnTo>
                    <a:lnTo>
                      <a:pt x="324" y="492"/>
                    </a:lnTo>
                    <a:lnTo>
                      <a:pt x="336" y="458"/>
                    </a:lnTo>
                    <a:lnTo>
                      <a:pt x="342" y="452"/>
                    </a:lnTo>
                    <a:lnTo>
                      <a:pt x="354" y="440"/>
                    </a:lnTo>
                    <a:lnTo>
                      <a:pt x="370" y="426"/>
                    </a:lnTo>
                    <a:lnTo>
                      <a:pt x="392" y="414"/>
                    </a:lnTo>
                    <a:lnTo>
                      <a:pt x="416" y="406"/>
                    </a:lnTo>
                    <a:lnTo>
                      <a:pt x="418" y="404"/>
                    </a:lnTo>
                    <a:lnTo>
                      <a:pt x="426" y="400"/>
                    </a:lnTo>
                    <a:lnTo>
                      <a:pt x="434" y="394"/>
                    </a:lnTo>
                    <a:lnTo>
                      <a:pt x="446" y="382"/>
                    </a:lnTo>
                    <a:lnTo>
                      <a:pt x="456" y="366"/>
                    </a:lnTo>
                    <a:lnTo>
                      <a:pt x="466" y="344"/>
                    </a:lnTo>
                    <a:lnTo>
                      <a:pt x="472" y="318"/>
                    </a:lnTo>
                    <a:lnTo>
                      <a:pt x="474" y="284"/>
                    </a:lnTo>
                    <a:lnTo>
                      <a:pt x="514" y="216"/>
                    </a:lnTo>
                    <a:lnTo>
                      <a:pt x="516" y="214"/>
                    </a:lnTo>
                    <a:lnTo>
                      <a:pt x="524" y="204"/>
                    </a:lnTo>
                    <a:lnTo>
                      <a:pt x="530" y="190"/>
                    </a:lnTo>
                    <a:lnTo>
                      <a:pt x="532" y="170"/>
                    </a:lnTo>
                    <a:lnTo>
                      <a:pt x="532" y="168"/>
                    </a:lnTo>
                    <a:lnTo>
                      <a:pt x="532" y="162"/>
                    </a:lnTo>
                    <a:lnTo>
                      <a:pt x="532" y="154"/>
                    </a:lnTo>
                    <a:lnTo>
                      <a:pt x="528" y="146"/>
                    </a:lnTo>
                    <a:lnTo>
                      <a:pt x="518" y="138"/>
                    </a:lnTo>
                    <a:lnTo>
                      <a:pt x="502" y="132"/>
                    </a:lnTo>
                    <a:lnTo>
                      <a:pt x="498" y="130"/>
                    </a:lnTo>
                    <a:lnTo>
                      <a:pt x="490" y="124"/>
                    </a:lnTo>
                    <a:lnTo>
                      <a:pt x="478" y="116"/>
                    </a:lnTo>
                    <a:lnTo>
                      <a:pt x="464" y="110"/>
                    </a:lnTo>
                    <a:lnTo>
                      <a:pt x="448" y="110"/>
                    </a:lnTo>
                    <a:lnTo>
                      <a:pt x="398" y="94"/>
                    </a:lnTo>
                    <a:lnTo>
                      <a:pt x="394" y="92"/>
                    </a:lnTo>
                    <a:lnTo>
                      <a:pt x="390" y="94"/>
                    </a:lnTo>
                    <a:lnTo>
                      <a:pt x="386" y="94"/>
                    </a:lnTo>
                    <a:lnTo>
                      <a:pt x="382" y="96"/>
                    </a:lnTo>
                    <a:lnTo>
                      <a:pt x="380" y="98"/>
                    </a:lnTo>
                    <a:lnTo>
                      <a:pt x="378" y="98"/>
                    </a:lnTo>
                    <a:lnTo>
                      <a:pt x="380" y="94"/>
                    </a:lnTo>
                    <a:lnTo>
                      <a:pt x="382" y="90"/>
                    </a:lnTo>
                    <a:lnTo>
                      <a:pt x="382" y="86"/>
                    </a:lnTo>
                    <a:lnTo>
                      <a:pt x="384" y="82"/>
                    </a:lnTo>
                    <a:lnTo>
                      <a:pt x="384" y="80"/>
                    </a:lnTo>
                    <a:lnTo>
                      <a:pt x="382" y="78"/>
                    </a:lnTo>
                    <a:lnTo>
                      <a:pt x="380" y="76"/>
                    </a:lnTo>
                    <a:lnTo>
                      <a:pt x="376" y="76"/>
                    </a:lnTo>
                    <a:lnTo>
                      <a:pt x="374" y="76"/>
                    </a:lnTo>
                    <a:lnTo>
                      <a:pt x="370" y="76"/>
                    </a:lnTo>
                    <a:lnTo>
                      <a:pt x="368" y="76"/>
                    </a:lnTo>
                    <a:lnTo>
                      <a:pt x="366" y="76"/>
                    </a:lnTo>
                    <a:lnTo>
                      <a:pt x="362" y="76"/>
                    </a:lnTo>
                    <a:lnTo>
                      <a:pt x="358" y="74"/>
                    </a:lnTo>
                    <a:lnTo>
                      <a:pt x="352" y="74"/>
                    </a:lnTo>
                    <a:lnTo>
                      <a:pt x="346" y="72"/>
                    </a:lnTo>
                    <a:lnTo>
                      <a:pt x="340" y="72"/>
                    </a:lnTo>
                    <a:lnTo>
                      <a:pt x="338" y="72"/>
                    </a:lnTo>
                    <a:lnTo>
                      <a:pt x="336" y="72"/>
                    </a:lnTo>
                    <a:lnTo>
                      <a:pt x="330" y="72"/>
                    </a:lnTo>
                    <a:lnTo>
                      <a:pt x="324" y="76"/>
                    </a:lnTo>
                    <a:lnTo>
                      <a:pt x="318" y="78"/>
                    </a:lnTo>
                    <a:lnTo>
                      <a:pt x="314" y="80"/>
                    </a:lnTo>
                    <a:lnTo>
                      <a:pt x="310" y="82"/>
                    </a:lnTo>
                    <a:lnTo>
                      <a:pt x="306" y="84"/>
                    </a:lnTo>
                    <a:lnTo>
                      <a:pt x="306" y="84"/>
                    </a:lnTo>
                    <a:lnTo>
                      <a:pt x="298" y="90"/>
                    </a:lnTo>
                    <a:lnTo>
                      <a:pt x="292" y="94"/>
                    </a:lnTo>
                    <a:lnTo>
                      <a:pt x="286" y="98"/>
                    </a:lnTo>
                    <a:lnTo>
                      <a:pt x="282" y="98"/>
                    </a:lnTo>
                    <a:lnTo>
                      <a:pt x="278" y="98"/>
                    </a:lnTo>
                    <a:lnTo>
                      <a:pt x="278" y="98"/>
                    </a:lnTo>
                    <a:lnTo>
                      <a:pt x="282" y="96"/>
                    </a:lnTo>
                    <a:lnTo>
                      <a:pt x="286" y="94"/>
                    </a:lnTo>
                    <a:lnTo>
                      <a:pt x="290" y="90"/>
                    </a:lnTo>
                    <a:lnTo>
                      <a:pt x="292" y="86"/>
                    </a:lnTo>
                    <a:lnTo>
                      <a:pt x="294" y="84"/>
                    </a:lnTo>
                    <a:lnTo>
                      <a:pt x="294" y="84"/>
                    </a:lnTo>
                    <a:lnTo>
                      <a:pt x="298" y="80"/>
                    </a:lnTo>
                    <a:lnTo>
                      <a:pt x="300" y="76"/>
                    </a:lnTo>
                    <a:lnTo>
                      <a:pt x="304" y="72"/>
                    </a:lnTo>
                    <a:lnTo>
                      <a:pt x="308" y="68"/>
                    </a:lnTo>
                    <a:lnTo>
                      <a:pt x="312" y="66"/>
                    </a:lnTo>
                    <a:lnTo>
                      <a:pt x="314" y="64"/>
                    </a:lnTo>
                    <a:lnTo>
                      <a:pt x="316" y="62"/>
                    </a:lnTo>
                    <a:lnTo>
                      <a:pt x="320" y="56"/>
                    </a:lnTo>
                    <a:lnTo>
                      <a:pt x="322" y="50"/>
                    </a:lnTo>
                    <a:lnTo>
                      <a:pt x="322" y="46"/>
                    </a:lnTo>
                    <a:lnTo>
                      <a:pt x="322" y="46"/>
                    </a:lnTo>
                    <a:lnTo>
                      <a:pt x="312" y="26"/>
                    </a:lnTo>
                    <a:lnTo>
                      <a:pt x="296" y="8"/>
                    </a:lnTo>
                    <a:lnTo>
                      <a:pt x="290" y="4"/>
                    </a:lnTo>
                    <a:lnTo>
                      <a:pt x="282" y="0"/>
                    </a:lnTo>
                    <a:lnTo>
                      <a:pt x="282" y="0"/>
                    </a:lnTo>
                    <a:lnTo>
                      <a:pt x="276" y="4"/>
                    </a:lnTo>
                    <a:lnTo>
                      <a:pt x="274" y="8"/>
                    </a:lnTo>
                    <a:lnTo>
                      <a:pt x="270" y="8"/>
                    </a:lnTo>
                    <a:lnTo>
                      <a:pt x="270" y="10"/>
                    </a:lnTo>
                    <a:lnTo>
                      <a:pt x="268" y="14"/>
                    </a:lnTo>
                    <a:lnTo>
                      <a:pt x="266" y="18"/>
                    </a:lnTo>
                    <a:lnTo>
                      <a:pt x="264" y="20"/>
                    </a:lnTo>
                    <a:lnTo>
                      <a:pt x="264" y="22"/>
                    </a:lnTo>
                    <a:lnTo>
                      <a:pt x="262" y="24"/>
                    </a:lnTo>
                    <a:lnTo>
                      <a:pt x="260" y="24"/>
                    </a:lnTo>
                    <a:lnTo>
                      <a:pt x="260" y="24"/>
                    </a:lnTo>
                    <a:lnTo>
                      <a:pt x="258" y="24"/>
                    </a:lnTo>
                    <a:lnTo>
                      <a:pt x="256" y="24"/>
                    </a:lnTo>
                    <a:lnTo>
                      <a:pt x="254" y="22"/>
                    </a:lnTo>
                    <a:lnTo>
                      <a:pt x="252" y="22"/>
                    </a:lnTo>
                    <a:lnTo>
                      <a:pt x="252" y="22"/>
                    </a:lnTo>
                    <a:lnTo>
                      <a:pt x="250" y="22"/>
                    </a:lnTo>
                    <a:lnTo>
                      <a:pt x="248" y="22"/>
                    </a:lnTo>
                    <a:lnTo>
                      <a:pt x="248" y="22"/>
                    </a:lnTo>
                    <a:lnTo>
                      <a:pt x="246" y="22"/>
                    </a:lnTo>
                    <a:lnTo>
                      <a:pt x="244" y="22"/>
                    </a:lnTo>
                    <a:lnTo>
                      <a:pt x="242" y="24"/>
                    </a:lnTo>
                    <a:lnTo>
                      <a:pt x="242" y="24"/>
                    </a:lnTo>
                    <a:lnTo>
                      <a:pt x="240" y="24"/>
                    </a:lnTo>
                    <a:lnTo>
                      <a:pt x="238" y="24"/>
                    </a:lnTo>
                    <a:lnTo>
                      <a:pt x="236" y="24"/>
                    </a:lnTo>
                    <a:lnTo>
                      <a:pt x="236" y="24"/>
                    </a:lnTo>
                    <a:lnTo>
                      <a:pt x="234" y="24"/>
                    </a:lnTo>
                    <a:lnTo>
                      <a:pt x="232" y="22"/>
                    </a:lnTo>
                    <a:lnTo>
                      <a:pt x="230" y="22"/>
                    </a:lnTo>
                    <a:lnTo>
                      <a:pt x="230" y="22"/>
                    </a:lnTo>
                    <a:lnTo>
                      <a:pt x="228" y="22"/>
                    </a:lnTo>
                    <a:lnTo>
                      <a:pt x="226" y="24"/>
                    </a:lnTo>
                    <a:lnTo>
                      <a:pt x="224" y="24"/>
                    </a:lnTo>
                    <a:lnTo>
                      <a:pt x="218" y="22"/>
                    </a:lnTo>
                    <a:lnTo>
                      <a:pt x="218" y="26"/>
                    </a:lnTo>
                    <a:lnTo>
                      <a:pt x="218" y="28"/>
                    </a:lnTo>
                    <a:lnTo>
                      <a:pt x="218" y="28"/>
                    </a:lnTo>
                    <a:lnTo>
                      <a:pt x="214" y="28"/>
                    </a:lnTo>
                    <a:lnTo>
                      <a:pt x="212" y="26"/>
                    </a:lnTo>
                    <a:lnTo>
                      <a:pt x="206" y="26"/>
                    </a:lnTo>
                    <a:lnTo>
                      <a:pt x="202" y="26"/>
                    </a:lnTo>
                    <a:lnTo>
                      <a:pt x="194" y="28"/>
                    </a:lnTo>
                    <a:lnTo>
                      <a:pt x="192" y="28"/>
                    </a:lnTo>
                    <a:lnTo>
                      <a:pt x="184" y="30"/>
                    </a:lnTo>
                    <a:lnTo>
                      <a:pt x="184" y="30"/>
                    </a:lnTo>
                    <a:lnTo>
                      <a:pt x="184" y="30"/>
                    </a:lnTo>
                    <a:lnTo>
                      <a:pt x="184" y="28"/>
                    </a:lnTo>
                    <a:lnTo>
                      <a:pt x="184" y="24"/>
                    </a:lnTo>
                    <a:lnTo>
                      <a:pt x="184" y="20"/>
                    </a:lnTo>
                    <a:lnTo>
                      <a:pt x="184" y="18"/>
                    </a:lnTo>
                    <a:lnTo>
                      <a:pt x="184" y="14"/>
                    </a:lnTo>
                    <a:lnTo>
                      <a:pt x="184" y="10"/>
                    </a:lnTo>
                    <a:lnTo>
                      <a:pt x="184" y="6"/>
                    </a:lnTo>
                    <a:lnTo>
                      <a:pt x="182" y="2"/>
                    </a:lnTo>
                    <a:lnTo>
                      <a:pt x="176" y="2"/>
                    </a:lnTo>
                    <a:lnTo>
                      <a:pt x="176" y="2"/>
                    </a:lnTo>
                    <a:lnTo>
                      <a:pt x="176" y="4"/>
                    </a:lnTo>
                    <a:lnTo>
                      <a:pt x="174" y="6"/>
                    </a:lnTo>
                    <a:lnTo>
                      <a:pt x="172" y="8"/>
                    </a:lnTo>
                    <a:lnTo>
                      <a:pt x="166" y="6"/>
                    </a:lnTo>
                    <a:lnTo>
                      <a:pt x="156" y="10"/>
                    </a:lnTo>
                    <a:lnTo>
                      <a:pt x="156" y="14"/>
                    </a:lnTo>
                    <a:lnTo>
                      <a:pt x="142" y="16"/>
                    </a:lnTo>
                    <a:lnTo>
                      <a:pt x="138" y="10"/>
                    </a:lnTo>
                    <a:lnTo>
                      <a:pt x="136" y="10"/>
                    </a:lnTo>
                    <a:lnTo>
                      <a:pt x="134" y="10"/>
                    </a:lnTo>
                    <a:lnTo>
                      <a:pt x="128" y="8"/>
                    </a:lnTo>
                    <a:lnTo>
                      <a:pt x="124" y="8"/>
                    </a:lnTo>
                    <a:lnTo>
                      <a:pt x="120" y="6"/>
                    </a:lnTo>
                    <a:lnTo>
                      <a:pt x="116" y="4"/>
                    </a:lnTo>
                    <a:lnTo>
                      <a:pt x="116" y="6"/>
                    </a:lnTo>
                    <a:lnTo>
                      <a:pt x="116" y="8"/>
                    </a:lnTo>
                    <a:lnTo>
                      <a:pt x="116" y="8"/>
                    </a:lnTo>
                    <a:lnTo>
                      <a:pt x="116" y="10"/>
                    </a:lnTo>
                    <a:lnTo>
                      <a:pt x="118" y="10"/>
                    </a:lnTo>
                    <a:lnTo>
                      <a:pt x="120" y="10"/>
                    </a:lnTo>
                    <a:lnTo>
                      <a:pt x="122" y="12"/>
                    </a:lnTo>
                    <a:lnTo>
                      <a:pt x="124" y="14"/>
                    </a:lnTo>
                    <a:lnTo>
                      <a:pt x="124" y="18"/>
                    </a:lnTo>
                    <a:lnTo>
                      <a:pt x="124" y="22"/>
                    </a:lnTo>
                    <a:lnTo>
                      <a:pt x="126" y="24"/>
                    </a:lnTo>
                    <a:lnTo>
                      <a:pt x="128" y="26"/>
                    </a:lnTo>
                    <a:lnTo>
                      <a:pt x="130" y="26"/>
                    </a:lnTo>
                    <a:lnTo>
                      <a:pt x="134" y="26"/>
                    </a:lnTo>
                    <a:lnTo>
                      <a:pt x="136" y="26"/>
                    </a:lnTo>
                    <a:lnTo>
                      <a:pt x="136" y="34"/>
                    </a:lnTo>
                    <a:lnTo>
                      <a:pt x="128" y="38"/>
                    </a:lnTo>
                    <a:lnTo>
                      <a:pt x="110" y="58"/>
                    </a:lnTo>
                    <a:lnTo>
                      <a:pt x="92" y="52"/>
                    </a:lnTo>
                    <a:lnTo>
                      <a:pt x="90" y="52"/>
                    </a:lnTo>
                    <a:lnTo>
                      <a:pt x="88" y="52"/>
                    </a:lnTo>
                    <a:lnTo>
                      <a:pt x="84" y="50"/>
                    </a:lnTo>
                    <a:lnTo>
                      <a:pt x="80" y="50"/>
                    </a:lnTo>
                    <a:lnTo>
                      <a:pt x="78" y="50"/>
                    </a:lnTo>
                    <a:lnTo>
                      <a:pt x="78" y="50"/>
                    </a:lnTo>
                    <a:lnTo>
                      <a:pt x="78" y="46"/>
                    </a:lnTo>
                    <a:lnTo>
                      <a:pt x="76" y="44"/>
                    </a:lnTo>
                    <a:lnTo>
                      <a:pt x="76" y="42"/>
                    </a:lnTo>
                    <a:lnTo>
                      <a:pt x="76" y="42"/>
                    </a:lnTo>
                    <a:lnTo>
                      <a:pt x="74" y="40"/>
                    </a:lnTo>
                    <a:lnTo>
                      <a:pt x="52" y="44"/>
                    </a:lnTo>
                    <a:lnTo>
                      <a:pt x="52" y="52"/>
                    </a:lnTo>
                    <a:lnTo>
                      <a:pt x="60" y="52"/>
                    </a:lnTo>
                    <a:lnTo>
                      <a:pt x="62" y="62"/>
                    </a:lnTo>
                    <a:lnTo>
                      <a:pt x="62" y="62"/>
                    </a:lnTo>
                    <a:lnTo>
                      <a:pt x="60" y="60"/>
                    </a:lnTo>
                    <a:lnTo>
                      <a:pt x="58" y="60"/>
                    </a:lnTo>
                    <a:lnTo>
                      <a:pt x="56" y="58"/>
                    </a:lnTo>
                    <a:lnTo>
                      <a:pt x="54" y="58"/>
                    </a:lnTo>
                    <a:lnTo>
                      <a:pt x="52" y="60"/>
                    </a:lnTo>
                    <a:lnTo>
                      <a:pt x="52" y="70"/>
                    </a:lnTo>
                    <a:lnTo>
                      <a:pt x="54" y="70"/>
                    </a:lnTo>
                    <a:lnTo>
                      <a:pt x="54" y="72"/>
                    </a:lnTo>
                    <a:lnTo>
                      <a:pt x="56" y="76"/>
                    </a:lnTo>
                    <a:lnTo>
                      <a:pt x="58" y="80"/>
                    </a:lnTo>
                    <a:lnTo>
                      <a:pt x="60" y="86"/>
                    </a:lnTo>
                    <a:lnTo>
                      <a:pt x="60" y="92"/>
                    </a:lnTo>
                    <a:lnTo>
                      <a:pt x="60" y="96"/>
                    </a:lnTo>
                    <a:lnTo>
                      <a:pt x="52" y="126"/>
                    </a:lnTo>
                    <a:lnTo>
                      <a:pt x="50" y="132"/>
                    </a:lnTo>
                    <a:lnTo>
                      <a:pt x="44" y="132"/>
                    </a:lnTo>
                    <a:lnTo>
                      <a:pt x="44" y="132"/>
                    </a:lnTo>
                    <a:lnTo>
                      <a:pt x="42" y="130"/>
                    </a:lnTo>
                    <a:lnTo>
                      <a:pt x="38" y="130"/>
                    </a:lnTo>
                    <a:lnTo>
                      <a:pt x="36" y="132"/>
                    </a:lnTo>
                    <a:lnTo>
                      <a:pt x="34" y="132"/>
                    </a:lnTo>
                    <a:lnTo>
                      <a:pt x="32" y="132"/>
                    </a:lnTo>
                    <a:lnTo>
                      <a:pt x="28" y="134"/>
                    </a:lnTo>
                    <a:lnTo>
                      <a:pt x="22" y="134"/>
                    </a:lnTo>
                    <a:lnTo>
                      <a:pt x="18" y="138"/>
                    </a:lnTo>
                    <a:lnTo>
                      <a:pt x="14" y="142"/>
                    </a:lnTo>
                    <a:lnTo>
                      <a:pt x="10" y="146"/>
                    </a:lnTo>
                    <a:lnTo>
                      <a:pt x="10" y="148"/>
                    </a:lnTo>
                    <a:lnTo>
                      <a:pt x="10" y="152"/>
                    </a:lnTo>
                    <a:lnTo>
                      <a:pt x="8" y="156"/>
                    </a:lnTo>
                    <a:lnTo>
                      <a:pt x="6" y="158"/>
                    </a:lnTo>
                    <a:lnTo>
                      <a:pt x="6" y="160"/>
                    </a:lnTo>
                    <a:lnTo>
                      <a:pt x="4" y="162"/>
                    </a:lnTo>
                    <a:lnTo>
                      <a:pt x="2" y="164"/>
                    </a:lnTo>
                    <a:lnTo>
                      <a:pt x="0" y="168"/>
                    </a:lnTo>
                    <a:lnTo>
                      <a:pt x="0" y="174"/>
                    </a:lnTo>
                    <a:lnTo>
                      <a:pt x="0" y="182"/>
                    </a:lnTo>
                    <a:lnTo>
                      <a:pt x="2" y="188"/>
                    </a:lnTo>
                    <a:lnTo>
                      <a:pt x="2" y="190"/>
                    </a:lnTo>
                    <a:lnTo>
                      <a:pt x="4" y="192"/>
                    </a:lnTo>
                    <a:lnTo>
                      <a:pt x="4" y="194"/>
                    </a:lnTo>
                    <a:lnTo>
                      <a:pt x="6" y="198"/>
                    </a:lnTo>
                    <a:lnTo>
                      <a:pt x="6" y="200"/>
                    </a:lnTo>
                    <a:lnTo>
                      <a:pt x="4" y="200"/>
                    </a:lnTo>
                    <a:lnTo>
                      <a:pt x="4" y="200"/>
                    </a:lnTo>
                    <a:lnTo>
                      <a:pt x="6" y="200"/>
                    </a:lnTo>
                    <a:lnTo>
                      <a:pt x="10" y="198"/>
                    </a:lnTo>
                    <a:lnTo>
                      <a:pt x="12" y="198"/>
                    </a:lnTo>
                    <a:lnTo>
                      <a:pt x="14" y="200"/>
                    </a:lnTo>
                    <a:lnTo>
                      <a:pt x="16" y="202"/>
                    </a:lnTo>
                    <a:lnTo>
                      <a:pt x="16" y="202"/>
                    </a:lnTo>
                    <a:lnTo>
                      <a:pt x="16" y="202"/>
                    </a:lnTo>
                    <a:lnTo>
                      <a:pt x="18" y="204"/>
                    </a:lnTo>
                    <a:lnTo>
                      <a:pt x="22" y="204"/>
                    </a:lnTo>
                    <a:lnTo>
                      <a:pt x="26" y="206"/>
                    </a:lnTo>
                    <a:lnTo>
                      <a:pt x="30" y="206"/>
                    </a:lnTo>
                    <a:lnTo>
                      <a:pt x="30" y="206"/>
                    </a:lnTo>
                    <a:lnTo>
                      <a:pt x="30" y="206"/>
                    </a:lnTo>
                    <a:lnTo>
                      <a:pt x="34" y="204"/>
                    </a:lnTo>
                    <a:lnTo>
                      <a:pt x="36" y="202"/>
                    </a:lnTo>
                    <a:lnTo>
                      <a:pt x="38" y="200"/>
                    </a:lnTo>
                    <a:lnTo>
                      <a:pt x="42" y="198"/>
                    </a:lnTo>
                    <a:lnTo>
                      <a:pt x="42" y="196"/>
                    </a:lnTo>
                    <a:lnTo>
                      <a:pt x="42" y="222"/>
                    </a:lnTo>
                    <a:lnTo>
                      <a:pt x="42" y="222"/>
                    </a:lnTo>
                    <a:lnTo>
                      <a:pt x="42" y="224"/>
                    </a:lnTo>
                    <a:lnTo>
                      <a:pt x="44" y="224"/>
                    </a:lnTo>
                    <a:lnTo>
                      <a:pt x="48" y="226"/>
                    </a:lnTo>
                    <a:lnTo>
                      <a:pt x="50" y="226"/>
                    </a:lnTo>
                    <a:lnTo>
                      <a:pt x="54" y="226"/>
                    </a:lnTo>
                    <a:lnTo>
                      <a:pt x="58" y="226"/>
                    </a:lnTo>
                    <a:lnTo>
                      <a:pt x="64" y="226"/>
                    </a:lnTo>
                    <a:lnTo>
                      <a:pt x="70" y="226"/>
                    </a:lnTo>
                    <a:lnTo>
                      <a:pt x="74" y="224"/>
                    </a:lnTo>
                    <a:lnTo>
                      <a:pt x="74" y="224"/>
                    </a:lnTo>
                    <a:lnTo>
                      <a:pt x="78" y="224"/>
                    </a:lnTo>
                    <a:lnTo>
                      <a:pt x="80" y="222"/>
                    </a:lnTo>
                    <a:lnTo>
                      <a:pt x="84" y="218"/>
                    </a:lnTo>
                    <a:lnTo>
                      <a:pt x="86" y="216"/>
                    </a:lnTo>
                    <a:lnTo>
                      <a:pt x="86" y="214"/>
                    </a:lnTo>
                    <a:lnTo>
                      <a:pt x="90" y="212"/>
                    </a:lnTo>
                    <a:lnTo>
                      <a:pt x="94" y="210"/>
                    </a:lnTo>
                    <a:lnTo>
                      <a:pt x="96" y="210"/>
                    </a:lnTo>
                    <a:lnTo>
                      <a:pt x="100" y="212"/>
                    </a:lnTo>
                    <a:lnTo>
                      <a:pt x="102" y="212"/>
                    </a:lnTo>
                    <a:lnTo>
                      <a:pt x="102" y="212"/>
                    </a:lnTo>
                    <a:lnTo>
                      <a:pt x="104" y="210"/>
                    </a:lnTo>
                    <a:lnTo>
                      <a:pt x="106" y="208"/>
                    </a:lnTo>
                    <a:lnTo>
                      <a:pt x="108" y="206"/>
                    </a:lnTo>
                    <a:lnTo>
                      <a:pt x="110" y="206"/>
                    </a:lnTo>
                    <a:lnTo>
                      <a:pt x="112" y="206"/>
                    </a:lnTo>
                    <a:lnTo>
                      <a:pt x="112" y="208"/>
                    </a:lnTo>
                    <a:lnTo>
                      <a:pt x="112" y="212"/>
                    </a:lnTo>
                    <a:lnTo>
                      <a:pt x="112" y="216"/>
                    </a:lnTo>
                    <a:lnTo>
                      <a:pt x="112" y="226"/>
                    </a:lnTo>
                    <a:lnTo>
                      <a:pt x="114" y="238"/>
                    </a:lnTo>
                    <a:lnTo>
                      <a:pt x="124" y="248"/>
                    </a:lnTo>
                    <a:lnTo>
                      <a:pt x="136" y="252"/>
                    </a:lnTo>
                    <a:lnTo>
                      <a:pt x="146" y="250"/>
                    </a:lnTo>
                    <a:lnTo>
                      <a:pt x="148" y="252"/>
                    </a:lnTo>
                    <a:lnTo>
                      <a:pt x="148" y="254"/>
                    </a:lnTo>
                    <a:lnTo>
                      <a:pt x="150" y="258"/>
                    </a:lnTo>
                    <a:lnTo>
                      <a:pt x="152" y="262"/>
                    </a:lnTo>
                    <a:lnTo>
                      <a:pt x="156" y="266"/>
                    </a:lnTo>
                    <a:lnTo>
                      <a:pt x="162" y="268"/>
                    </a:lnTo>
                    <a:lnTo>
                      <a:pt x="164" y="268"/>
                    </a:lnTo>
                    <a:lnTo>
                      <a:pt x="166" y="272"/>
                    </a:lnTo>
                    <a:lnTo>
                      <a:pt x="170" y="274"/>
                    </a:lnTo>
                    <a:lnTo>
                      <a:pt x="174" y="278"/>
                    </a:lnTo>
                    <a:lnTo>
                      <a:pt x="178" y="284"/>
                    </a:lnTo>
                    <a:lnTo>
                      <a:pt x="182" y="288"/>
                    </a:lnTo>
                    <a:lnTo>
                      <a:pt x="182" y="294"/>
                    </a:lnTo>
                    <a:lnTo>
                      <a:pt x="206" y="296"/>
                    </a:lnTo>
                    <a:lnTo>
                      <a:pt x="206" y="298"/>
                    </a:lnTo>
                    <a:lnTo>
                      <a:pt x="204" y="300"/>
                    </a:lnTo>
                    <a:lnTo>
                      <a:pt x="204" y="304"/>
                    </a:lnTo>
                    <a:lnTo>
                      <a:pt x="204" y="308"/>
                    </a:lnTo>
                    <a:lnTo>
                      <a:pt x="206" y="310"/>
                    </a:lnTo>
                    <a:lnTo>
                      <a:pt x="206" y="310"/>
                    </a:lnTo>
                    <a:lnTo>
                      <a:pt x="208" y="312"/>
                    </a:lnTo>
                    <a:lnTo>
                      <a:pt x="210" y="312"/>
                    </a:lnTo>
                    <a:lnTo>
                      <a:pt x="212" y="314"/>
                    </a:lnTo>
                    <a:lnTo>
                      <a:pt x="214" y="318"/>
                    </a:lnTo>
                    <a:lnTo>
                      <a:pt x="214" y="322"/>
                    </a:lnTo>
                    <a:lnTo>
                      <a:pt x="214" y="326"/>
                    </a:lnTo>
                    <a:lnTo>
                      <a:pt x="214" y="338"/>
                    </a:lnTo>
                    <a:lnTo>
                      <a:pt x="214" y="350"/>
                    </a:lnTo>
                    <a:lnTo>
                      <a:pt x="214" y="362"/>
                    </a:lnTo>
                    <a:lnTo>
                      <a:pt x="210" y="368"/>
                    </a:lnTo>
                    <a:lnTo>
                      <a:pt x="212" y="368"/>
                    </a:lnTo>
                    <a:lnTo>
                      <a:pt x="212" y="370"/>
                    </a:lnTo>
                    <a:lnTo>
                      <a:pt x="214" y="372"/>
                    </a:lnTo>
                    <a:lnTo>
                      <a:pt x="214" y="374"/>
                    </a:lnTo>
                    <a:lnTo>
                      <a:pt x="214" y="380"/>
                    </a:lnTo>
                    <a:lnTo>
                      <a:pt x="216" y="384"/>
                    </a:lnTo>
                    <a:lnTo>
                      <a:pt x="216" y="396"/>
                    </a:lnTo>
                    <a:lnTo>
                      <a:pt x="218" y="408"/>
                    </a:lnTo>
                    <a:lnTo>
                      <a:pt x="218" y="416"/>
                    </a:lnTo>
                    <a:lnTo>
                      <a:pt x="220" y="416"/>
                    </a:lnTo>
                    <a:lnTo>
                      <a:pt x="220" y="418"/>
                    </a:lnTo>
                    <a:lnTo>
                      <a:pt x="222" y="420"/>
                    </a:lnTo>
                    <a:lnTo>
                      <a:pt x="226" y="420"/>
                    </a:lnTo>
                    <a:lnTo>
                      <a:pt x="236" y="424"/>
                    </a:lnTo>
                    <a:lnTo>
                      <a:pt x="238" y="422"/>
                    </a:lnTo>
                    <a:lnTo>
                      <a:pt x="240" y="422"/>
                    </a:lnTo>
                    <a:lnTo>
                      <a:pt x="242" y="422"/>
                    </a:lnTo>
                    <a:lnTo>
                      <a:pt x="244" y="422"/>
                    </a:lnTo>
                    <a:lnTo>
                      <a:pt x="246" y="422"/>
                    </a:lnTo>
                    <a:lnTo>
                      <a:pt x="248" y="424"/>
                    </a:lnTo>
                    <a:lnTo>
                      <a:pt x="248" y="424"/>
                    </a:lnTo>
                    <a:lnTo>
                      <a:pt x="250" y="428"/>
                    </a:lnTo>
                    <a:lnTo>
                      <a:pt x="252" y="432"/>
                    </a:lnTo>
                    <a:lnTo>
                      <a:pt x="254" y="436"/>
                    </a:lnTo>
                    <a:lnTo>
                      <a:pt x="256" y="442"/>
                    </a:lnTo>
                    <a:lnTo>
                      <a:pt x="256" y="446"/>
                    </a:lnTo>
                    <a:lnTo>
                      <a:pt x="256" y="448"/>
                    </a:lnTo>
                    <a:lnTo>
                      <a:pt x="256" y="448"/>
                    </a:lnTo>
                    <a:lnTo>
                      <a:pt x="260" y="450"/>
                    </a:lnTo>
                    <a:lnTo>
                      <a:pt x="264" y="450"/>
                    </a:lnTo>
                    <a:lnTo>
                      <a:pt x="264" y="450"/>
                    </a:lnTo>
                    <a:lnTo>
                      <a:pt x="266" y="452"/>
                    </a:lnTo>
                    <a:lnTo>
                      <a:pt x="266" y="452"/>
                    </a:lnTo>
                    <a:lnTo>
                      <a:pt x="268" y="452"/>
                    </a:lnTo>
                    <a:lnTo>
                      <a:pt x="270" y="454"/>
                    </a:lnTo>
                    <a:lnTo>
                      <a:pt x="270" y="458"/>
                    </a:lnTo>
                    <a:lnTo>
                      <a:pt x="270" y="462"/>
                    </a:lnTo>
                    <a:lnTo>
                      <a:pt x="270" y="466"/>
                    </a:lnTo>
                    <a:lnTo>
                      <a:pt x="266" y="472"/>
                    </a:lnTo>
                    <a:lnTo>
                      <a:pt x="264" y="474"/>
                    </a:lnTo>
                    <a:lnTo>
                      <a:pt x="258" y="480"/>
                    </a:lnTo>
                    <a:lnTo>
                      <a:pt x="248" y="488"/>
                    </a:lnTo>
                    <a:lnTo>
                      <a:pt x="240" y="494"/>
                    </a:lnTo>
                    <a:lnTo>
                      <a:pt x="234" y="500"/>
                    </a:lnTo>
                    <a:lnTo>
                      <a:pt x="232" y="500"/>
                    </a:lnTo>
                    <a:lnTo>
                      <a:pt x="230" y="502"/>
                    </a:lnTo>
                    <a:lnTo>
                      <a:pt x="228" y="506"/>
                    </a:lnTo>
                    <a:lnTo>
                      <a:pt x="224" y="510"/>
                    </a:lnTo>
                    <a:lnTo>
                      <a:pt x="220" y="514"/>
                    </a:lnTo>
                    <a:lnTo>
                      <a:pt x="218" y="518"/>
                    </a:lnTo>
                    <a:lnTo>
                      <a:pt x="216" y="522"/>
                    </a:lnTo>
                    <a:lnTo>
                      <a:pt x="216" y="524"/>
                    </a:lnTo>
                    <a:lnTo>
                      <a:pt x="216" y="524"/>
                    </a:lnTo>
                    <a:lnTo>
                      <a:pt x="218" y="524"/>
                    </a:lnTo>
                    <a:lnTo>
                      <a:pt x="220" y="522"/>
                    </a:lnTo>
                    <a:lnTo>
                      <a:pt x="224" y="524"/>
                    </a:lnTo>
                    <a:lnTo>
                      <a:pt x="226" y="526"/>
                    </a:lnTo>
                    <a:lnTo>
                      <a:pt x="230" y="530"/>
                    </a:lnTo>
                    <a:lnTo>
                      <a:pt x="240" y="538"/>
                    </a:lnTo>
                    <a:lnTo>
                      <a:pt x="240" y="540"/>
                    </a:lnTo>
                    <a:lnTo>
                      <a:pt x="244" y="540"/>
                    </a:lnTo>
                    <a:lnTo>
                      <a:pt x="248" y="542"/>
                    </a:lnTo>
                    <a:lnTo>
                      <a:pt x="254" y="544"/>
                    </a:lnTo>
                    <a:lnTo>
                      <a:pt x="258" y="546"/>
                    </a:lnTo>
                    <a:lnTo>
                      <a:pt x="262" y="548"/>
                    </a:lnTo>
                    <a:lnTo>
                      <a:pt x="264" y="552"/>
                    </a:lnTo>
                    <a:lnTo>
                      <a:pt x="278" y="568"/>
                    </a:lnTo>
                    <a:lnTo>
                      <a:pt x="282" y="572"/>
                    </a:lnTo>
                    <a:lnTo>
                      <a:pt x="290" y="56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3" name="Google Shape;603;p8"/>
              <p:cNvSpPr/>
              <p:nvPr/>
            </p:nvSpPr>
            <p:spPr>
              <a:xfrm>
                <a:off x="4535" y="3088"/>
                <a:ext cx="150" cy="756"/>
              </a:xfrm>
              <a:custGeom>
                <a:avLst/>
                <a:gdLst/>
                <a:ahLst/>
                <a:cxnLst/>
                <a:rect l="l" t="t" r="r" b="b"/>
                <a:pathLst>
                  <a:path w="150" h="756" extrusionOk="0">
                    <a:moveTo>
                      <a:pt x="150" y="748"/>
                    </a:moveTo>
                    <a:lnTo>
                      <a:pt x="144" y="752"/>
                    </a:lnTo>
                    <a:lnTo>
                      <a:pt x="136" y="748"/>
                    </a:lnTo>
                    <a:lnTo>
                      <a:pt x="130" y="742"/>
                    </a:lnTo>
                    <a:lnTo>
                      <a:pt x="122" y="744"/>
                    </a:lnTo>
                    <a:lnTo>
                      <a:pt x="112" y="750"/>
                    </a:lnTo>
                    <a:lnTo>
                      <a:pt x="106" y="756"/>
                    </a:lnTo>
                    <a:lnTo>
                      <a:pt x="102" y="748"/>
                    </a:lnTo>
                    <a:lnTo>
                      <a:pt x="104" y="738"/>
                    </a:lnTo>
                    <a:lnTo>
                      <a:pt x="102" y="732"/>
                    </a:lnTo>
                    <a:lnTo>
                      <a:pt x="92" y="736"/>
                    </a:lnTo>
                    <a:lnTo>
                      <a:pt x="92" y="748"/>
                    </a:lnTo>
                    <a:lnTo>
                      <a:pt x="76" y="748"/>
                    </a:lnTo>
                    <a:lnTo>
                      <a:pt x="70" y="728"/>
                    </a:lnTo>
                    <a:lnTo>
                      <a:pt x="54" y="730"/>
                    </a:lnTo>
                    <a:lnTo>
                      <a:pt x="54" y="716"/>
                    </a:lnTo>
                    <a:lnTo>
                      <a:pt x="66" y="712"/>
                    </a:lnTo>
                    <a:lnTo>
                      <a:pt x="72" y="694"/>
                    </a:lnTo>
                    <a:lnTo>
                      <a:pt x="72" y="690"/>
                    </a:lnTo>
                    <a:lnTo>
                      <a:pt x="70" y="688"/>
                    </a:lnTo>
                    <a:lnTo>
                      <a:pt x="66" y="684"/>
                    </a:lnTo>
                    <a:lnTo>
                      <a:pt x="62" y="682"/>
                    </a:lnTo>
                    <a:lnTo>
                      <a:pt x="60" y="680"/>
                    </a:lnTo>
                    <a:lnTo>
                      <a:pt x="58" y="678"/>
                    </a:lnTo>
                    <a:lnTo>
                      <a:pt x="56" y="676"/>
                    </a:lnTo>
                    <a:lnTo>
                      <a:pt x="50" y="676"/>
                    </a:lnTo>
                    <a:lnTo>
                      <a:pt x="46" y="676"/>
                    </a:lnTo>
                    <a:lnTo>
                      <a:pt x="42" y="678"/>
                    </a:lnTo>
                    <a:lnTo>
                      <a:pt x="38" y="680"/>
                    </a:lnTo>
                    <a:lnTo>
                      <a:pt x="36" y="682"/>
                    </a:lnTo>
                    <a:lnTo>
                      <a:pt x="34" y="684"/>
                    </a:lnTo>
                    <a:lnTo>
                      <a:pt x="34" y="686"/>
                    </a:lnTo>
                    <a:lnTo>
                      <a:pt x="34" y="686"/>
                    </a:lnTo>
                    <a:lnTo>
                      <a:pt x="2" y="654"/>
                    </a:lnTo>
                    <a:lnTo>
                      <a:pt x="0" y="642"/>
                    </a:lnTo>
                    <a:lnTo>
                      <a:pt x="0" y="622"/>
                    </a:lnTo>
                    <a:lnTo>
                      <a:pt x="0" y="600"/>
                    </a:lnTo>
                    <a:lnTo>
                      <a:pt x="4" y="576"/>
                    </a:lnTo>
                    <a:lnTo>
                      <a:pt x="6" y="554"/>
                    </a:lnTo>
                    <a:lnTo>
                      <a:pt x="8" y="540"/>
                    </a:lnTo>
                    <a:lnTo>
                      <a:pt x="8" y="534"/>
                    </a:lnTo>
                    <a:lnTo>
                      <a:pt x="26" y="510"/>
                    </a:lnTo>
                    <a:lnTo>
                      <a:pt x="30" y="484"/>
                    </a:lnTo>
                    <a:lnTo>
                      <a:pt x="30" y="452"/>
                    </a:lnTo>
                    <a:lnTo>
                      <a:pt x="16" y="432"/>
                    </a:lnTo>
                    <a:lnTo>
                      <a:pt x="34" y="414"/>
                    </a:lnTo>
                    <a:lnTo>
                      <a:pt x="36" y="398"/>
                    </a:lnTo>
                    <a:lnTo>
                      <a:pt x="28" y="398"/>
                    </a:lnTo>
                    <a:lnTo>
                      <a:pt x="32" y="388"/>
                    </a:lnTo>
                    <a:lnTo>
                      <a:pt x="38" y="388"/>
                    </a:lnTo>
                    <a:lnTo>
                      <a:pt x="46" y="384"/>
                    </a:lnTo>
                    <a:lnTo>
                      <a:pt x="48" y="368"/>
                    </a:lnTo>
                    <a:lnTo>
                      <a:pt x="48" y="358"/>
                    </a:lnTo>
                    <a:lnTo>
                      <a:pt x="50" y="348"/>
                    </a:lnTo>
                    <a:lnTo>
                      <a:pt x="54" y="332"/>
                    </a:lnTo>
                    <a:lnTo>
                      <a:pt x="46" y="336"/>
                    </a:lnTo>
                    <a:lnTo>
                      <a:pt x="42" y="344"/>
                    </a:lnTo>
                    <a:lnTo>
                      <a:pt x="40" y="346"/>
                    </a:lnTo>
                    <a:lnTo>
                      <a:pt x="40" y="348"/>
                    </a:lnTo>
                    <a:lnTo>
                      <a:pt x="38" y="352"/>
                    </a:lnTo>
                    <a:lnTo>
                      <a:pt x="38" y="356"/>
                    </a:lnTo>
                    <a:lnTo>
                      <a:pt x="38" y="362"/>
                    </a:lnTo>
                    <a:lnTo>
                      <a:pt x="38" y="368"/>
                    </a:lnTo>
                    <a:lnTo>
                      <a:pt x="36" y="372"/>
                    </a:lnTo>
                    <a:lnTo>
                      <a:pt x="34" y="376"/>
                    </a:lnTo>
                    <a:lnTo>
                      <a:pt x="32" y="378"/>
                    </a:lnTo>
                    <a:lnTo>
                      <a:pt x="30" y="378"/>
                    </a:lnTo>
                    <a:lnTo>
                      <a:pt x="30" y="380"/>
                    </a:lnTo>
                    <a:lnTo>
                      <a:pt x="28" y="352"/>
                    </a:lnTo>
                    <a:lnTo>
                      <a:pt x="40" y="314"/>
                    </a:lnTo>
                    <a:lnTo>
                      <a:pt x="46" y="282"/>
                    </a:lnTo>
                    <a:lnTo>
                      <a:pt x="50" y="260"/>
                    </a:lnTo>
                    <a:lnTo>
                      <a:pt x="50" y="244"/>
                    </a:lnTo>
                    <a:lnTo>
                      <a:pt x="50" y="240"/>
                    </a:lnTo>
                    <a:lnTo>
                      <a:pt x="50" y="228"/>
                    </a:lnTo>
                    <a:lnTo>
                      <a:pt x="56" y="214"/>
                    </a:lnTo>
                    <a:lnTo>
                      <a:pt x="60" y="200"/>
                    </a:lnTo>
                    <a:lnTo>
                      <a:pt x="64" y="190"/>
                    </a:lnTo>
                    <a:lnTo>
                      <a:pt x="66" y="186"/>
                    </a:lnTo>
                    <a:lnTo>
                      <a:pt x="66" y="184"/>
                    </a:lnTo>
                    <a:lnTo>
                      <a:pt x="66" y="182"/>
                    </a:lnTo>
                    <a:lnTo>
                      <a:pt x="66" y="176"/>
                    </a:lnTo>
                    <a:lnTo>
                      <a:pt x="66" y="172"/>
                    </a:lnTo>
                    <a:lnTo>
                      <a:pt x="66" y="166"/>
                    </a:lnTo>
                    <a:lnTo>
                      <a:pt x="66" y="164"/>
                    </a:lnTo>
                    <a:lnTo>
                      <a:pt x="68" y="160"/>
                    </a:lnTo>
                    <a:lnTo>
                      <a:pt x="68" y="154"/>
                    </a:lnTo>
                    <a:lnTo>
                      <a:pt x="68" y="150"/>
                    </a:lnTo>
                    <a:lnTo>
                      <a:pt x="70" y="146"/>
                    </a:lnTo>
                    <a:lnTo>
                      <a:pt x="70" y="142"/>
                    </a:lnTo>
                    <a:lnTo>
                      <a:pt x="70" y="140"/>
                    </a:lnTo>
                    <a:lnTo>
                      <a:pt x="70" y="134"/>
                    </a:lnTo>
                    <a:lnTo>
                      <a:pt x="70" y="128"/>
                    </a:lnTo>
                    <a:lnTo>
                      <a:pt x="70" y="122"/>
                    </a:lnTo>
                    <a:lnTo>
                      <a:pt x="70" y="116"/>
                    </a:lnTo>
                    <a:lnTo>
                      <a:pt x="68" y="110"/>
                    </a:lnTo>
                    <a:lnTo>
                      <a:pt x="70" y="106"/>
                    </a:lnTo>
                    <a:lnTo>
                      <a:pt x="70" y="100"/>
                    </a:lnTo>
                    <a:lnTo>
                      <a:pt x="72" y="96"/>
                    </a:lnTo>
                    <a:lnTo>
                      <a:pt x="72" y="88"/>
                    </a:lnTo>
                    <a:lnTo>
                      <a:pt x="74" y="74"/>
                    </a:lnTo>
                    <a:lnTo>
                      <a:pt x="72" y="56"/>
                    </a:lnTo>
                    <a:lnTo>
                      <a:pt x="68" y="36"/>
                    </a:lnTo>
                    <a:lnTo>
                      <a:pt x="64" y="30"/>
                    </a:lnTo>
                    <a:lnTo>
                      <a:pt x="60" y="22"/>
                    </a:lnTo>
                    <a:lnTo>
                      <a:pt x="54" y="16"/>
                    </a:lnTo>
                    <a:lnTo>
                      <a:pt x="48" y="12"/>
                    </a:lnTo>
                    <a:lnTo>
                      <a:pt x="46" y="10"/>
                    </a:lnTo>
                    <a:lnTo>
                      <a:pt x="46" y="10"/>
                    </a:lnTo>
                    <a:lnTo>
                      <a:pt x="50" y="8"/>
                    </a:lnTo>
                    <a:lnTo>
                      <a:pt x="54" y="8"/>
                    </a:lnTo>
                    <a:lnTo>
                      <a:pt x="60" y="6"/>
                    </a:lnTo>
                    <a:lnTo>
                      <a:pt x="66" y="2"/>
                    </a:lnTo>
                    <a:lnTo>
                      <a:pt x="72" y="0"/>
                    </a:lnTo>
                    <a:lnTo>
                      <a:pt x="72" y="2"/>
                    </a:lnTo>
                    <a:lnTo>
                      <a:pt x="74" y="8"/>
                    </a:lnTo>
                    <a:lnTo>
                      <a:pt x="80" y="18"/>
                    </a:lnTo>
                    <a:lnTo>
                      <a:pt x="90" y="34"/>
                    </a:lnTo>
                    <a:lnTo>
                      <a:pt x="98" y="46"/>
                    </a:lnTo>
                    <a:lnTo>
                      <a:pt x="100" y="46"/>
                    </a:lnTo>
                    <a:lnTo>
                      <a:pt x="100" y="48"/>
                    </a:lnTo>
                    <a:lnTo>
                      <a:pt x="102" y="52"/>
                    </a:lnTo>
                    <a:lnTo>
                      <a:pt x="102" y="60"/>
                    </a:lnTo>
                    <a:lnTo>
                      <a:pt x="110" y="106"/>
                    </a:lnTo>
                    <a:lnTo>
                      <a:pt x="112" y="106"/>
                    </a:lnTo>
                    <a:lnTo>
                      <a:pt x="112" y="106"/>
                    </a:lnTo>
                    <a:lnTo>
                      <a:pt x="114" y="108"/>
                    </a:lnTo>
                    <a:lnTo>
                      <a:pt x="116" y="108"/>
                    </a:lnTo>
                    <a:lnTo>
                      <a:pt x="118" y="106"/>
                    </a:lnTo>
                    <a:lnTo>
                      <a:pt x="118" y="108"/>
                    </a:lnTo>
                    <a:lnTo>
                      <a:pt x="118" y="110"/>
                    </a:lnTo>
                    <a:lnTo>
                      <a:pt x="118" y="116"/>
                    </a:lnTo>
                    <a:lnTo>
                      <a:pt x="118" y="120"/>
                    </a:lnTo>
                    <a:lnTo>
                      <a:pt x="118" y="124"/>
                    </a:lnTo>
                    <a:lnTo>
                      <a:pt x="116" y="124"/>
                    </a:lnTo>
                    <a:lnTo>
                      <a:pt x="114" y="126"/>
                    </a:lnTo>
                    <a:lnTo>
                      <a:pt x="112" y="128"/>
                    </a:lnTo>
                    <a:lnTo>
                      <a:pt x="108" y="132"/>
                    </a:lnTo>
                    <a:lnTo>
                      <a:pt x="106" y="138"/>
                    </a:lnTo>
                    <a:lnTo>
                      <a:pt x="104" y="146"/>
                    </a:lnTo>
                    <a:lnTo>
                      <a:pt x="102" y="150"/>
                    </a:lnTo>
                    <a:lnTo>
                      <a:pt x="98" y="158"/>
                    </a:lnTo>
                    <a:lnTo>
                      <a:pt x="92" y="168"/>
                    </a:lnTo>
                    <a:lnTo>
                      <a:pt x="88" y="178"/>
                    </a:lnTo>
                    <a:lnTo>
                      <a:pt x="86" y="186"/>
                    </a:lnTo>
                    <a:lnTo>
                      <a:pt x="84" y="192"/>
                    </a:lnTo>
                    <a:lnTo>
                      <a:pt x="84" y="200"/>
                    </a:lnTo>
                    <a:lnTo>
                      <a:pt x="82" y="214"/>
                    </a:lnTo>
                    <a:lnTo>
                      <a:pt x="84" y="232"/>
                    </a:lnTo>
                    <a:lnTo>
                      <a:pt x="82" y="322"/>
                    </a:lnTo>
                    <a:lnTo>
                      <a:pt x="82" y="324"/>
                    </a:lnTo>
                    <a:lnTo>
                      <a:pt x="80" y="326"/>
                    </a:lnTo>
                    <a:lnTo>
                      <a:pt x="76" y="330"/>
                    </a:lnTo>
                    <a:lnTo>
                      <a:pt x="74" y="334"/>
                    </a:lnTo>
                    <a:lnTo>
                      <a:pt x="70" y="338"/>
                    </a:lnTo>
                    <a:lnTo>
                      <a:pt x="68" y="344"/>
                    </a:lnTo>
                    <a:lnTo>
                      <a:pt x="66" y="348"/>
                    </a:lnTo>
                    <a:lnTo>
                      <a:pt x="64" y="350"/>
                    </a:lnTo>
                    <a:lnTo>
                      <a:pt x="60" y="368"/>
                    </a:lnTo>
                    <a:lnTo>
                      <a:pt x="58" y="370"/>
                    </a:lnTo>
                    <a:lnTo>
                      <a:pt x="58" y="372"/>
                    </a:lnTo>
                    <a:lnTo>
                      <a:pt x="60" y="380"/>
                    </a:lnTo>
                    <a:lnTo>
                      <a:pt x="58" y="390"/>
                    </a:lnTo>
                    <a:lnTo>
                      <a:pt x="60" y="398"/>
                    </a:lnTo>
                    <a:lnTo>
                      <a:pt x="58" y="410"/>
                    </a:lnTo>
                    <a:lnTo>
                      <a:pt x="54" y="412"/>
                    </a:lnTo>
                    <a:lnTo>
                      <a:pt x="54" y="420"/>
                    </a:lnTo>
                    <a:lnTo>
                      <a:pt x="56" y="420"/>
                    </a:lnTo>
                    <a:lnTo>
                      <a:pt x="56" y="424"/>
                    </a:lnTo>
                    <a:lnTo>
                      <a:pt x="56" y="436"/>
                    </a:lnTo>
                    <a:lnTo>
                      <a:pt x="56" y="448"/>
                    </a:lnTo>
                    <a:lnTo>
                      <a:pt x="56" y="458"/>
                    </a:lnTo>
                    <a:lnTo>
                      <a:pt x="56" y="462"/>
                    </a:lnTo>
                    <a:lnTo>
                      <a:pt x="54" y="466"/>
                    </a:lnTo>
                    <a:lnTo>
                      <a:pt x="54" y="468"/>
                    </a:lnTo>
                    <a:lnTo>
                      <a:pt x="54" y="470"/>
                    </a:lnTo>
                    <a:lnTo>
                      <a:pt x="54" y="472"/>
                    </a:lnTo>
                    <a:lnTo>
                      <a:pt x="56" y="474"/>
                    </a:lnTo>
                    <a:lnTo>
                      <a:pt x="56" y="476"/>
                    </a:lnTo>
                    <a:lnTo>
                      <a:pt x="58" y="478"/>
                    </a:lnTo>
                    <a:lnTo>
                      <a:pt x="58" y="484"/>
                    </a:lnTo>
                    <a:lnTo>
                      <a:pt x="58" y="496"/>
                    </a:lnTo>
                    <a:lnTo>
                      <a:pt x="58" y="508"/>
                    </a:lnTo>
                    <a:lnTo>
                      <a:pt x="56" y="516"/>
                    </a:lnTo>
                    <a:lnTo>
                      <a:pt x="56" y="518"/>
                    </a:lnTo>
                    <a:lnTo>
                      <a:pt x="52" y="520"/>
                    </a:lnTo>
                    <a:lnTo>
                      <a:pt x="50" y="522"/>
                    </a:lnTo>
                    <a:lnTo>
                      <a:pt x="46" y="526"/>
                    </a:lnTo>
                    <a:lnTo>
                      <a:pt x="42" y="530"/>
                    </a:lnTo>
                    <a:lnTo>
                      <a:pt x="40" y="534"/>
                    </a:lnTo>
                    <a:lnTo>
                      <a:pt x="38" y="540"/>
                    </a:lnTo>
                    <a:lnTo>
                      <a:pt x="38" y="554"/>
                    </a:lnTo>
                    <a:lnTo>
                      <a:pt x="38" y="574"/>
                    </a:lnTo>
                    <a:lnTo>
                      <a:pt x="38" y="594"/>
                    </a:lnTo>
                    <a:lnTo>
                      <a:pt x="38" y="612"/>
                    </a:lnTo>
                    <a:lnTo>
                      <a:pt x="38" y="618"/>
                    </a:lnTo>
                    <a:lnTo>
                      <a:pt x="36" y="620"/>
                    </a:lnTo>
                    <a:lnTo>
                      <a:pt x="36" y="624"/>
                    </a:lnTo>
                    <a:lnTo>
                      <a:pt x="38" y="630"/>
                    </a:lnTo>
                    <a:lnTo>
                      <a:pt x="38" y="642"/>
                    </a:lnTo>
                    <a:lnTo>
                      <a:pt x="50" y="656"/>
                    </a:lnTo>
                    <a:lnTo>
                      <a:pt x="88" y="656"/>
                    </a:lnTo>
                    <a:lnTo>
                      <a:pt x="90" y="656"/>
                    </a:lnTo>
                    <a:lnTo>
                      <a:pt x="90" y="658"/>
                    </a:lnTo>
                    <a:lnTo>
                      <a:pt x="90" y="660"/>
                    </a:lnTo>
                    <a:lnTo>
                      <a:pt x="90" y="662"/>
                    </a:lnTo>
                    <a:lnTo>
                      <a:pt x="90" y="668"/>
                    </a:lnTo>
                    <a:lnTo>
                      <a:pt x="92" y="676"/>
                    </a:lnTo>
                    <a:lnTo>
                      <a:pt x="92" y="700"/>
                    </a:lnTo>
                    <a:lnTo>
                      <a:pt x="96" y="726"/>
                    </a:lnTo>
                    <a:lnTo>
                      <a:pt x="136" y="728"/>
                    </a:lnTo>
                    <a:lnTo>
                      <a:pt x="150" y="74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4" name="Google Shape;604;p8"/>
              <p:cNvSpPr/>
              <p:nvPr/>
            </p:nvSpPr>
            <p:spPr>
              <a:xfrm>
                <a:off x="4715" y="3138"/>
                <a:ext cx="110" cy="126"/>
              </a:xfrm>
              <a:custGeom>
                <a:avLst/>
                <a:gdLst/>
                <a:ahLst/>
                <a:cxnLst/>
                <a:rect l="l" t="t" r="r" b="b"/>
                <a:pathLst>
                  <a:path w="110" h="126" extrusionOk="0">
                    <a:moveTo>
                      <a:pt x="108" y="96"/>
                    </a:moveTo>
                    <a:lnTo>
                      <a:pt x="110" y="94"/>
                    </a:lnTo>
                    <a:lnTo>
                      <a:pt x="108" y="90"/>
                    </a:lnTo>
                    <a:lnTo>
                      <a:pt x="108" y="84"/>
                    </a:lnTo>
                    <a:lnTo>
                      <a:pt x="106" y="80"/>
                    </a:lnTo>
                    <a:lnTo>
                      <a:pt x="104" y="76"/>
                    </a:lnTo>
                    <a:lnTo>
                      <a:pt x="102" y="72"/>
                    </a:lnTo>
                    <a:lnTo>
                      <a:pt x="102" y="72"/>
                    </a:lnTo>
                    <a:lnTo>
                      <a:pt x="100" y="70"/>
                    </a:lnTo>
                    <a:lnTo>
                      <a:pt x="98" y="70"/>
                    </a:lnTo>
                    <a:lnTo>
                      <a:pt x="94" y="70"/>
                    </a:lnTo>
                    <a:lnTo>
                      <a:pt x="92" y="70"/>
                    </a:lnTo>
                    <a:lnTo>
                      <a:pt x="90" y="70"/>
                    </a:lnTo>
                    <a:lnTo>
                      <a:pt x="90" y="72"/>
                    </a:lnTo>
                    <a:lnTo>
                      <a:pt x="78" y="68"/>
                    </a:lnTo>
                    <a:lnTo>
                      <a:pt x="76" y="68"/>
                    </a:lnTo>
                    <a:lnTo>
                      <a:pt x="74" y="66"/>
                    </a:lnTo>
                    <a:lnTo>
                      <a:pt x="72" y="64"/>
                    </a:lnTo>
                    <a:lnTo>
                      <a:pt x="72" y="64"/>
                    </a:lnTo>
                    <a:lnTo>
                      <a:pt x="72" y="54"/>
                    </a:lnTo>
                    <a:lnTo>
                      <a:pt x="70" y="42"/>
                    </a:lnTo>
                    <a:lnTo>
                      <a:pt x="68" y="32"/>
                    </a:lnTo>
                    <a:lnTo>
                      <a:pt x="68" y="28"/>
                    </a:lnTo>
                    <a:lnTo>
                      <a:pt x="68" y="24"/>
                    </a:lnTo>
                    <a:lnTo>
                      <a:pt x="68" y="20"/>
                    </a:lnTo>
                    <a:lnTo>
                      <a:pt x="68" y="18"/>
                    </a:lnTo>
                    <a:lnTo>
                      <a:pt x="68" y="18"/>
                    </a:lnTo>
                    <a:lnTo>
                      <a:pt x="68" y="18"/>
                    </a:lnTo>
                    <a:lnTo>
                      <a:pt x="66" y="18"/>
                    </a:lnTo>
                    <a:lnTo>
                      <a:pt x="64" y="16"/>
                    </a:lnTo>
                    <a:lnTo>
                      <a:pt x="60" y="12"/>
                    </a:lnTo>
                    <a:lnTo>
                      <a:pt x="56" y="8"/>
                    </a:lnTo>
                    <a:lnTo>
                      <a:pt x="52" y="6"/>
                    </a:lnTo>
                    <a:lnTo>
                      <a:pt x="46" y="2"/>
                    </a:lnTo>
                    <a:lnTo>
                      <a:pt x="42" y="2"/>
                    </a:lnTo>
                    <a:lnTo>
                      <a:pt x="36" y="0"/>
                    </a:lnTo>
                    <a:lnTo>
                      <a:pt x="34" y="2"/>
                    </a:lnTo>
                    <a:lnTo>
                      <a:pt x="30" y="4"/>
                    </a:lnTo>
                    <a:lnTo>
                      <a:pt x="24" y="6"/>
                    </a:lnTo>
                    <a:lnTo>
                      <a:pt x="18" y="10"/>
                    </a:lnTo>
                    <a:lnTo>
                      <a:pt x="12" y="16"/>
                    </a:lnTo>
                    <a:lnTo>
                      <a:pt x="8" y="24"/>
                    </a:lnTo>
                    <a:lnTo>
                      <a:pt x="6" y="24"/>
                    </a:lnTo>
                    <a:lnTo>
                      <a:pt x="6" y="28"/>
                    </a:lnTo>
                    <a:lnTo>
                      <a:pt x="4" y="32"/>
                    </a:lnTo>
                    <a:lnTo>
                      <a:pt x="2" y="38"/>
                    </a:lnTo>
                    <a:lnTo>
                      <a:pt x="0" y="46"/>
                    </a:lnTo>
                    <a:lnTo>
                      <a:pt x="0" y="52"/>
                    </a:lnTo>
                    <a:lnTo>
                      <a:pt x="0" y="54"/>
                    </a:lnTo>
                    <a:lnTo>
                      <a:pt x="2" y="56"/>
                    </a:lnTo>
                    <a:lnTo>
                      <a:pt x="6" y="58"/>
                    </a:lnTo>
                    <a:lnTo>
                      <a:pt x="10" y="60"/>
                    </a:lnTo>
                    <a:lnTo>
                      <a:pt x="26" y="66"/>
                    </a:lnTo>
                    <a:lnTo>
                      <a:pt x="32" y="72"/>
                    </a:lnTo>
                    <a:lnTo>
                      <a:pt x="66" y="90"/>
                    </a:lnTo>
                    <a:lnTo>
                      <a:pt x="50" y="126"/>
                    </a:lnTo>
                    <a:lnTo>
                      <a:pt x="102" y="126"/>
                    </a:lnTo>
                    <a:lnTo>
                      <a:pt x="102" y="124"/>
                    </a:lnTo>
                    <a:lnTo>
                      <a:pt x="102" y="120"/>
                    </a:lnTo>
                    <a:lnTo>
                      <a:pt x="104" y="116"/>
                    </a:lnTo>
                    <a:lnTo>
                      <a:pt x="106" y="112"/>
                    </a:lnTo>
                    <a:lnTo>
                      <a:pt x="106" y="110"/>
                    </a:lnTo>
                    <a:lnTo>
                      <a:pt x="106" y="108"/>
                    </a:lnTo>
                    <a:lnTo>
                      <a:pt x="106" y="104"/>
                    </a:lnTo>
                    <a:lnTo>
                      <a:pt x="108" y="98"/>
                    </a:lnTo>
                    <a:lnTo>
                      <a:pt x="108" y="9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5" name="Google Shape;605;p8"/>
              <p:cNvSpPr/>
              <p:nvPr/>
            </p:nvSpPr>
            <p:spPr>
              <a:xfrm>
                <a:off x="4391" y="2662"/>
                <a:ext cx="52" cy="70"/>
              </a:xfrm>
              <a:custGeom>
                <a:avLst/>
                <a:gdLst/>
                <a:ahLst/>
                <a:cxnLst/>
                <a:rect l="l" t="t" r="r" b="b"/>
                <a:pathLst>
                  <a:path w="52" h="70" extrusionOk="0">
                    <a:moveTo>
                      <a:pt x="52" y="70"/>
                    </a:moveTo>
                    <a:lnTo>
                      <a:pt x="50" y="64"/>
                    </a:lnTo>
                    <a:lnTo>
                      <a:pt x="46" y="60"/>
                    </a:lnTo>
                    <a:lnTo>
                      <a:pt x="46" y="60"/>
                    </a:lnTo>
                    <a:lnTo>
                      <a:pt x="44" y="58"/>
                    </a:lnTo>
                    <a:lnTo>
                      <a:pt x="44" y="54"/>
                    </a:lnTo>
                    <a:lnTo>
                      <a:pt x="44" y="50"/>
                    </a:lnTo>
                    <a:lnTo>
                      <a:pt x="46" y="46"/>
                    </a:lnTo>
                    <a:lnTo>
                      <a:pt x="46" y="46"/>
                    </a:lnTo>
                    <a:lnTo>
                      <a:pt x="48" y="42"/>
                    </a:lnTo>
                    <a:lnTo>
                      <a:pt x="48" y="40"/>
                    </a:lnTo>
                    <a:lnTo>
                      <a:pt x="48" y="36"/>
                    </a:lnTo>
                    <a:lnTo>
                      <a:pt x="48" y="34"/>
                    </a:lnTo>
                    <a:lnTo>
                      <a:pt x="48" y="32"/>
                    </a:lnTo>
                    <a:lnTo>
                      <a:pt x="48" y="26"/>
                    </a:lnTo>
                    <a:lnTo>
                      <a:pt x="50" y="20"/>
                    </a:lnTo>
                    <a:lnTo>
                      <a:pt x="50" y="14"/>
                    </a:lnTo>
                    <a:lnTo>
                      <a:pt x="52" y="10"/>
                    </a:lnTo>
                    <a:lnTo>
                      <a:pt x="52" y="8"/>
                    </a:lnTo>
                    <a:lnTo>
                      <a:pt x="52" y="6"/>
                    </a:lnTo>
                    <a:lnTo>
                      <a:pt x="52" y="2"/>
                    </a:lnTo>
                    <a:lnTo>
                      <a:pt x="52" y="0"/>
                    </a:lnTo>
                    <a:lnTo>
                      <a:pt x="50" y="0"/>
                    </a:lnTo>
                    <a:lnTo>
                      <a:pt x="48" y="0"/>
                    </a:lnTo>
                    <a:lnTo>
                      <a:pt x="46" y="0"/>
                    </a:lnTo>
                    <a:lnTo>
                      <a:pt x="44" y="0"/>
                    </a:lnTo>
                    <a:lnTo>
                      <a:pt x="42" y="0"/>
                    </a:lnTo>
                    <a:lnTo>
                      <a:pt x="40" y="2"/>
                    </a:lnTo>
                    <a:lnTo>
                      <a:pt x="38" y="0"/>
                    </a:lnTo>
                    <a:lnTo>
                      <a:pt x="36" y="0"/>
                    </a:lnTo>
                    <a:lnTo>
                      <a:pt x="36" y="0"/>
                    </a:lnTo>
                    <a:lnTo>
                      <a:pt x="34" y="2"/>
                    </a:lnTo>
                    <a:lnTo>
                      <a:pt x="32" y="4"/>
                    </a:lnTo>
                    <a:lnTo>
                      <a:pt x="30" y="10"/>
                    </a:lnTo>
                    <a:lnTo>
                      <a:pt x="30" y="10"/>
                    </a:lnTo>
                    <a:lnTo>
                      <a:pt x="28" y="14"/>
                    </a:lnTo>
                    <a:lnTo>
                      <a:pt x="26" y="16"/>
                    </a:lnTo>
                    <a:lnTo>
                      <a:pt x="24" y="20"/>
                    </a:lnTo>
                    <a:lnTo>
                      <a:pt x="20" y="22"/>
                    </a:lnTo>
                    <a:lnTo>
                      <a:pt x="20" y="22"/>
                    </a:lnTo>
                    <a:lnTo>
                      <a:pt x="18" y="22"/>
                    </a:lnTo>
                    <a:lnTo>
                      <a:pt x="16" y="24"/>
                    </a:lnTo>
                    <a:lnTo>
                      <a:pt x="14" y="26"/>
                    </a:lnTo>
                    <a:lnTo>
                      <a:pt x="14" y="28"/>
                    </a:lnTo>
                    <a:lnTo>
                      <a:pt x="14" y="30"/>
                    </a:lnTo>
                    <a:lnTo>
                      <a:pt x="14" y="32"/>
                    </a:lnTo>
                    <a:lnTo>
                      <a:pt x="12" y="34"/>
                    </a:lnTo>
                    <a:lnTo>
                      <a:pt x="10" y="36"/>
                    </a:lnTo>
                    <a:lnTo>
                      <a:pt x="8" y="36"/>
                    </a:lnTo>
                    <a:lnTo>
                      <a:pt x="8" y="38"/>
                    </a:lnTo>
                    <a:lnTo>
                      <a:pt x="6" y="40"/>
                    </a:lnTo>
                    <a:lnTo>
                      <a:pt x="6" y="40"/>
                    </a:lnTo>
                    <a:lnTo>
                      <a:pt x="6" y="40"/>
                    </a:lnTo>
                    <a:lnTo>
                      <a:pt x="6" y="42"/>
                    </a:lnTo>
                    <a:lnTo>
                      <a:pt x="6" y="42"/>
                    </a:lnTo>
                    <a:lnTo>
                      <a:pt x="4" y="44"/>
                    </a:lnTo>
                    <a:lnTo>
                      <a:pt x="2" y="44"/>
                    </a:lnTo>
                    <a:lnTo>
                      <a:pt x="2" y="44"/>
                    </a:lnTo>
                    <a:lnTo>
                      <a:pt x="0" y="42"/>
                    </a:lnTo>
                    <a:lnTo>
                      <a:pt x="0" y="42"/>
                    </a:lnTo>
                    <a:lnTo>
                      <a:pt x="0" y="44"/>
                    </a:lnTo>
                    <a:lnTo>
                      <a:pt x="0" y="44"/>
                    </a:lnTo>
                    <a:lnTo>
                      <a:pt x="8" y="52"/>
                    </a:lnTo>
                    <a:lnTo>
                      <a:pt x="8" y="52"/>
                    </a:lnTo>
                    <a:lnTo>
                      <a:pt x="10" y="56"/>
                    </a:lnTo>
                    <a:lnTo>
                      <a:pt x="12" y="60"/>
                    </a:lnTo>
                    <a:lnTo>
                      <a:pt x="14" y="64"/>
                    </a:lnTo>
                    <a:lnTo>
                      <a:pt x="16" y="64"/>
                    </a:lnTo>
                    <a:lnTo>
                      <a:pt x="18" y="62"/>
                    </a:lnTo>
                    <a:lnTo>
                      <a:pt x="20" y="62"/>
                    </a:lnTo>
                    <a:lnTo>
                      <a:pt x="24" y="64"/>
                    </a:lnTo>
                    <a:lnTo>
                      <a:pt x="26" y="66"/>
                    </a:lnTo>
                    <a:lnTo>
                      <a:pt x="28" y="66"/>
                    </a:lnTo>
                    <a:lnTo>
                      <a:pt x="30" y="66"/>
                    </a:lnTo>
                    <a:lnTo>
                      <a:pt x="34" y="66"/>
                    </a:lnTo>
                    <a:lnTo>
                      <a:pt x="36" y="66"/>
                    </a:lnTo>
                    <a:lnTo>
                      <a:pt x="40" y="66"/>
                    </a:lnTo>
                    <a:lnTo>
                      <a:pt x="40" y="66"/>
                    </a:lnTo>
                    <a:lnTo>
                      <a:pt x="42" y="66"/>
                    </a:lnTo>
                    <a:lnTo>
                      <a:pt x="44" y="68"/>
                    </a:lnTo>
                    <a:lnTo>
                      <a:pt x="48" y="68"/>
                    </a:lnTo>
                    <a:lnTo>
                      <a:pt x="48" y="70"/>
                    </a:lnTo>
                    <a:lnTo>
                      <a:pt x="50" y="70"/>
                    </a:lnTo>
                    <a:lnTo>
                      <a:pt x="50" y="70"/>
                    </a:lnTo>
                    <a:lnTo>
                      <a:pt x="52" y="70"/>
                    </a:lnTo>
                    <a:lnTo>
                      <a:pt x="52" y="7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6" name="Google Shape;606;p8"/>
              <p:cNvSpPr/>
              <p:nvPr/>
            </p:nvSpPr>
            <p:spPr>
              <a:xfrm>
                <a:off x="4331" y="2614"/>
                <a:ext cx="60" cy="74"/>
              </a:xfrm>
              <a:custGeom>
                <a:avLst/>
                <a:gdLst/>
                <a:ahLst/>
                <a:cxnLst/>
                <a:rect l="l" t="t" r="r" b="b"/>
                <a:pathLst>
                  <a:path w="60" h="74" extrusionOk="0">
                    <a:moveTo>
                      <a:pt x="60" y="40"/>
                    </a:moveTo>
                    <a:lnTo>
                      <a:pt x="60" y="40"/>
                    </a:lnTo>
                    <a:lnTo>
                      <a:pt x="58" y="42"/>
                    </a:lnTo>
                    <a:lnTo>
                      <a:pt x="56" y="46"/>
                    </a:lnTo>
                    <a:lnTo>
                      <a:pt x="54" y="48"/>
                    </a:lnTo>
                    <a:lnTo>
                      <a:pt x="50" y="50"/>
                    </a:lnTo>
                    <a:lnTo>
                      <a:pt x="46" y="52"/>
                    </a:lnTo>
                    <a:lnTo>
                      <a:pt x="46" y="52"/>
                    </a:lnTo>
                    <a:lnTo>
                      <a:pt x="44" y="52"/>
                    </a:lnTo>
                    <a:lnTo>
                      <a:pt x="42" y="54"/>
                    </a:lnTo>
                    <a:lnTo>
                      <a:pt x="40" y="58"/>
                    </a:lnTo>
                    <a:lnTo>
                      <a:pt x="40" y="58"/>
                    </a:lnTo>
                    <a:lnTo>
                      <a:pt x="38" y="60"/>
                    </a:lnTo>
                    <a:lnTo>
                      <a:pt x="36" y="62"/>
                    </a:lnTo>
                    <a:lnTo>
                      <a:pt x="32" y="62"/>
                    </a:lnTo>
                    <a:lnTo>
                      <a:pt x="32" y="62"/>
                    </a:lnTo>
                    <a:lnTo>
                      <a:pt x="30" y="64"/>
                    </a:lnTo>
                    <a:lnTo>
                      <a:pt x="26" y="66"/>
                    </a:lnTo>
                    <a:lnTo>
                      <a:pt x="24" y="68"/>
                    </a:lnTo>
                    <a:lnTo>
                      <a:pt x="16" y="74"/>
                    </a:lnTo>
                    <a:lnTo>
                      <a:pt x="10" y="70"/>
                    </a:lnTo>
                    <a:lnTo>
                      <a:pt x="6" y="66"/>
                    </a:lnTo>
                    <a:lnTo>
                      <a:pt x="4" y="62"/>
                    </a:lnTo>
                    <a:lnTo>
                      <a:pt x="0" y="54"/>
                    </a:lnTo>
                    <a:lnTo>
                      <a:pt x="2" y="54"/>
                    </a:lnTo>
                    <a:lnTo>
                      <a:pt x="2" y="50"/>
                    </a:lnTo>
                    <a:lnTo>
                      <a:pt x="4" y="48"/>
                    </a:lnTo>
                    <a:lnTo>
                      <a:pt x="6" y="44"/>
                    </a:lnTo>
                    <a:lnTo>
                      <a:pt x="8" y="42"/>
                    </a:lnTo>
                    <a:lnTo>
                      <a:pt x="8" y="40"/>
                    </a:lnTo>
                    <a:lnTo>
                      <a:pt x="8" y="38"/>
                    </a:lnTo>
                    <a:lnTo>
                      <a:pt x="8" y="36"/>
                    </a:lnTo>
                    <a:lnTo>
                      <a:pt x="6" y="34"/>
                    </a:lnTo>
                    <a:lnTo>
                      <a:pt x="6" y="32"/>
                    </a:lnTo>
                    <a:lnTo>
                      <a:pt x="6" y="32"/>
                    </a:lnTo>
                    <a:lnTo>
                      <a:pt x="6" y="30"/>
                    </a:lnTo>
                    <a:lnTo>
                      <a:pt x="6" y="28"/>
                    </a:lnTo>
                    <a:lnTo>
                      <a:pt x="8" y="28"/>
                    </a:lnTo>
                    <a:lnTo>
                      <a:pt x="32" y="28"/>
                    </a:lnTo>
                    <a:lnTo>
                      <a:pt x="32" y="18"/>
                    </a:lnTo>
                    <a:lnTo>
                      <a:pt x="22" y="8"/>
                    </a:lnTo>
                    <a:lnTo>
                      <a:pt x="26" y="8"/>
                    </a:lnTo>
                    <a:lnTo>
                      <a:pt x="26" y="0"/>
                    </a:lnTo>
                    <a:lnTo>
                      <a:pt x="46" y="0"/>
                    </a:lnTo>
                    <a:lnTo>
                      <a:pt x="46" y="2"/>
                    </a:lnTo>
                    <a:lnTo>
                      <a:pt x="46" y="32"/>
                    </a:lnTo>
                    <a:lnTo>
                      <a:pt x="54" y="32"/>
                    </a:lnTo>
                    <a:lnTo>
                      <a:pt x="54" y="34"/>
                    </a:lnTo>
                    <a:lnTo>
                      <a:pt x="54" y="34"/>
                    </a:lnTo>
                    <a:lnTo>
                      <a:pt x="54" y="36"/>
                    </a:lnTo>
                    <a:lnTo>
                      <a:pt x="56" y="38"/>
                    </a:lnTo>
                    <a:lnTo>
                      <a:pt x="60" y="4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7" name="Google Shape;607;p8"/>
              <p:cNvSpPr/>
              <p:nvPr/>
            </p:nvSpPr>
            <p:spPr>
              <a:xfrm>
                <a:off x="4377" y="2606"/>
                <a:ext cx="14" cy="40"/>
              </a:xfrm>
              <a:custGeom>
                <a:avLst/>
                <a:gdLst/>
                <a:ahLst/>
                <a:cxnLst/>
                <a:rect l="l" t="t" r="r" b="b"/>
                <a:pathLst>
                  <a:path w="14" h="40" extrusionOk="0">
                    <a:moveTo>
                      <a:pt x="14" y="0"/>
                    </a:moveTo>
                    <a:lnTo>
                      <a:pt x="14" y="0"/>
                    </a:lnTo>
                    <a:lnTo>
                      <a:pt x="12" y="0"/>
                    </a:lnTo>
                    <a:lnTo>
                      <a:pt x="10" y="0"/>
                    </a:lnTo>
                    <a:lnTo>
                      <a:pt x="10" y="2"/>
                    </a:lnTo>
                    <a:lnTo>
                      <a:pt x="8" y="2"/>
                    </a:lnTo>
                    <a:lnTo>
                      <a:pt x="6" y="4"/>
                    </a:lnTo>
                    <a:lnTo>
                      <a:pt x="6" y="4"/>
                    </a:lnTo>
                    <a:lnTo>
                      <a:pt x="4" y="6"/>
                    </a:lnTo>
                    <a:lnTo>
                      <a:pt x="2" y="4"/>
                    </a:lnTo>
                    <a:lnTo>
                      <a:pt x="0" y="4"/>
                    </a:lnTo>
                    <a:lnTo>
                      <a:pt x="0" y="6"/>
                    </a:lnTo>
                    <a:lnTo>
                      <a:pt x="0" y="8"/>
                    </a:lnTo>
                    <a:lnTo>
                      <a:pt x="0" y="8"/>
                    </a:lnTo>
                    <a:lnTo>
                      <a:pt x="0" y="40"/>
                    </a:lnTo>
                    <a:lnTo>
                      <a:pt x="8" y="40"/>
                    </a:lnTo>
                    <a:lnTo>
                      <a:pt x="8" y="40"/>
                    </a:lnTo>
                    <a:lnTo>
                      <a:pt x="8" y="38"/>
                    </a:lnTo>
                    <a:lnTo>
                      <a:pt x="10" y="36"/>
                    </a:lnTo>
                    <a:lnTo>
                      <a:pt x="12" y="34"/>
                    </a:lnTo>
                    <a:lnTo>
                      <a:pt x="12" y="32"/>
                    </a:lnTo>
                    <a:lnTo>
                      <a:pt x="12" y="30"/>
                    </a:lnTo>
                    <a:lnTo>
                      <a:pt x="12" y="28"/>
                    </a:lnTo>
                    <a:lnTo>
                      <a:pt x="10" y="24"/>
                    </a:lnTo>
                    <a:lnTo>
                      <a:pt x="10" y="18"/>
                    </a:lnTo>
                    <a:lnTo>
                      <a:pt x="10" y="14"/>
                    </a:lnTo>
                    <a:lnTo>
                      <a:pt x="10" y="12"/>
                    </a:lnTo>
                    <a:lnTo>
                      <a:pt x="12" y="10"/>
                    </a:lnTo>
                    <a:lnTo>
                      <a:pt x="12" y="8"/>
                    </a:lnTo>
                    <a:lnTo>
                      <a:pt x="14" y="4"/>
                    </a:lnTo>
                    <a:lnTo>
                      <a:pt x="1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8" name="Google Shape;608;p8"/>
              <p:cNvSpPr/>
              <p:nvPr/>
            </p:nvSpPr>
            <p:spPr>
              <a:xfrm>
                <a:off x="4405" y="2726"/>
                <a:ext cx="48" cy="40"/>
              </a:xfrm>
              <a:custGeom>
                <a:avLst/>
                <a:gdLst/>
                <a:ahLst/>
                <a:cxnLst/>
                <a:rect l="l" t="t" r="r" b="b"/>
                <a:pathLst>
                  <a:path w="48" h="40" extrusionOk="0">
                    <a:moveTo>
                      <a:pt x="48" y="16"/>
                    </a:moveTo>
                    <a:lnTo>
                      <a:pt x="48" y="16"/>
                    </a:lnTo>
                    <a:lnTo>
                      <a:pt x="48" y="16"/>
                    </a:lnTo>
                    <a:lnTo>
                      <a:pt x="46" y="14"/>
                    </a:lnTo>
                    <a:lnTo>
                      <a:pt x="44" y="14"/>
                    </a:lnTo>
                    <a:lnTo>
                      <a:pt x="42" y="12"/>
                    </a:lnTo>
                    <a:lnTo>
                      <a:pt x="40" y="10"/>
                    </a:lnTo>
                    <a:lnTo>
                      <a:pt x="40" y="8"/>
                    </a:lnTo>
                    <a:lnTo>
                      <a:pt x="38" y="6"/>
                    </a:lnTo>
                    <a:lnTo>
                      <a:pt x="38" y="6"/>
                    </a:lnTo>
                    <a:lnTo>
                      <a:pt x="38" y="6"/>
                    </a:lnTo>
                    <a:lnTo>
                      <a:pt x="36" y="6"/>
                    </a:lnTo>
                    <a:lnTo>
                      <a:pt x="36" y="6"/>
                    </a:lnTo>
                    <a:lnTo>
                      <a:pt x="34" y="6"/>
                    </a:lnTo>
                    <a:lnTo>
                      <a:pt x="34" y="6"/>
                    </a:lnTo>
                    <a:lnTo>
                      <a:pt x="30" y="4"/>
                    </a:lnTo>
                    <a:lnTo>
                      <a:pt x="28" y="4"/>
                    </a:lnTo>
                    <a:lnTo>
                      <a:pt x="26" y="2"/>
                    </a:lnTo>
                    <a:lnTo>
                      <a:pt x="26" y="2"/>
                    </a:lnTo>
                    <a:lnTo>
                      <a:pt x="22" y="2"/>
                    </a:lnTo>
                    <a:lnTo>
                      <a:pt x="20" y="2"/>
                    </a:lnTo>
                    <a:lnTo>
                      <a:pt x="16" y="2"/>
                    </a:lnTo>
                    <a:lnTo>
                      <a:pt x="14" y="2"/>
                    </a:lnTo>
                    <a:lnTo>
                      <a:pt x="12" y="2"/>
                    </a:lnTo>
                    <a:lnTo>
                      <a:pt x="10" y="0"/>
                    </a:lnTo>
                    <a:lnTo>
                      <a:pt x="6" y="0"/>
                    </a:lnTo>
                    <a:lnTo>
                      <a:pt x="4" y="0"/>
                    </a:lnTo>
                    <a:lnTo>
                      <a:pt x="2" y="0"/>
                    </a:lnTo>
                    <a:lnTo>
                      <a:pt x="0" y="0"/>
                    </a:lnTo>
                    <a:lnTo>
                      <a:pt x="2" y="2"/>
                    </a:lnTo>
                    <a:lnTo>
                      <a:pt x="2" y="4"/>
                    </a:lnTo>
                    <a:lnTo>
                      <a:pt x="2" y="6"/>
                    </a:lnTo>
                    <a:lnTo>
                      <a:pt x="2" y="8"/>
                    </a:lnTo>
                    <a:lnTo>
                      <a:pt x="2" y="10"/>
                    </a:lnTo>
                    <a:lnTo>
                      <a:pt x="2" y="12"/>
                    </a:lnTo>
                    <a:lnTo>
                      <a:pt x="2" y="16"/>
                    </a:lnTo>
                    <a:lnTo>
                      <a:pt x="4" y="20"/>
                    </a:lnTo>
                    <a:lnTo>
                      <a:pt x="8" y="24"/>
                    </a:lnTo>
                    <a:lnTo>
                      <a:pt x="10" y="22"/>
                    </a:lnTo>
                    <a:lnTo>
                      <a:pt x="8" y="20"/>
                    </a:lnTo>
                    <a:lnTo>
                      <a:pt x="8" y="18"/>
                    </a:lnTo>
                    <a:lnTo>
                      <a:pt x="6" y="18"/>
                    </a:lnTo>
                    <a:lnTo>
                      <a:pt x="8" y="16"/>
                    </a:lnTo>
                    <a:lnTo>
                      <a:pt x="8" y="16"/>
                    </a:lnTo>
                    <a:lnTo>
                      <a:pt x="10" y="18"/>
                    </a:lnTo>
                    <a:lnTo>
                      <a:pt x="14" y="20"/>
                    </a:lnTo>
                    <a:lnTo>
                      <a:pt x="18" y="24"/>
                    </a:lnTo>
                    <a:lnTo>
                      <a:pt x="24" y="30"/>
                    </a:lnTo>
                    <a:lnTo>
                      <a:pt x="22" y="30"/>
                    </a:lnTo>
                    <a:lnTo>
                      <a:pt x="22" y="32"/>
                    </a:lnTo>
                    <a:lnTo>
                      <a:pt x="22" y="34"/>
                    </a:lnTo>
                    <a:lnTo>
                      <a:pt x="24" y="36"/>
                    </a:lnTo>
                    <a:lnTo>
                      <a:pt x="24" y="36"/>
                    </a:lnTo>
                    <a:lnTo>
                      <a:pt x="24" y="36"/>
                    </a:lnTo>
                    <a:lnTo>
                      <a:pt x="26" y="36"/>
                    </a:lnTo>
                    <a:lnTo>
                      <a:pt x="26" y="34"/>
                    </a:lnTo>
                    <a:lnTo>
                      <a:pt x="26" y="34"/>
                    </a:lnTo>
                    <a:lnTo>
                      <a:pt x="26" y="34"/>
                    </a:lnTo>
                    <a:lnTo>
                      <a:pt x="28" y="34"/>
                    </a:lnTo>
                    <a:lnTo>
                      <a:pt x="28" y="34"/>
                    </a:lnTo>
                    <a:lnTo>
                      <a:pt x="28" y="36"/>
                    </a:lnTo>
                    <a:lnTo>
                      <a:pt x="28" y="36"/>
                    </a:lnTo>
                    <a:lnTo>
                      <a:pt x="30" y="38"/>
                    </a:lnTo>
                    <a:lnTo>
                      <a:pt x="32" y="40"/>
                    </a:lnTo>
                    <a:lnTo>
                      <a:pt x="34" y="38"/>
                    </a:lnTo>
                    <a:lnTo>
                      <a:pt x="36" y="38"/>
                    </a:lnTo>
                    <a:lnTo>
                      <a:pt x="38" y="36"/>
                    </a:lnTo>
                    <a:lnTo>
                      <a:pt x="40" y="32"/>
                    </a:lnTo>
                    <a:lnTo>
                      <a:pt x="40" y="30"/>
                    </a:lnTo>
                    <a:lnTo>
                      <a:pt x="40" y="28"/>
                    </a:lnTo>
                    <a:lnTo>
                      <a:pt x="42" y="24"/>
                    </a:lnTo>
                    <a:lnTo>
                      <a:pt x="44" y="22"/>
                    </a:lnTo>
                    <a:lnTo>
                      <a:pt x="48" y="1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9" name="Google Shape;609;p8"/>
              <p:cNvSpPr/>
              <p:nvPr/>
            </p:nvSpPr>
            <p:spPr>
              <a:xfrm>
                <a:off x="4439" y="2744"/>
                <a:ext cx="82" cy="30"/>
              </a:xfrm>
              <a:custGeom>
                <a:avLst/>
                <a:gdLst/>
                <a:ahLst/>
                <a:cxnLst/>
                <a:rect l="l" t="t" r="r" b="b"/>
                <a:pathLst>
                  <a:path w="82" h="30" extrusionOk="0">
                    <a:moveTo>
                      <a:pt x="16" y="0"/>
                    </a:moveTo>
                    <a:lnTo>
                      <a:pt x="12" y="6"/>
                    </a:lnTo>
                    <a:lnTo>
                      <a:pt x="10" y="8"/>
                    </a:lnTo>
                    <a:lnTo>
                      <a:pt x="8" y="10"/>
                    </a:lnTo>
                    <a:lnTo>
                      <a:pt x="6" y="14"/>
                    </a:lnTo>
                    <a:lnTo>
                      <a:pt x="6" y="14"/>
                    </a:lnTo>
                    <a:lnTo>
                      <a:pt x="4" y="18"/>
                    </a:lnTo>
                    <a:lnTo>
                      <a:pt x="2" y="20"/>
                    </a:lnTo>
                    <a:lnTo>
                      <a:pt x="0" y="20"/>
                    </a:lnTo>
                    <a:lnTo>
                      <a:pt x="0" y="20"/>
                    </a:lnTo>
                    <a:lnTo>
                      <a:pt x="6" y="22"/>
                    </a:lnTo>
                    <a:lnTo>
                      <a:pt x="6" y="22"/>
                    </a:lnTo>
                    <a:lnTo>
                      <a:pt x="8" y="22"/>
                    </a:lnTo>
                    <a:lnTo>
                      <a:pt x="10" y="20"/>
                    </a:lnTo>
                    <a:lnTo>
                      <a:pt x="12" y="20"/>
                    </a:lnTo>
                    <a:lnTo>
                      <a:pt x="16" y="20"/>
                    </a:lnTo>
                    <a:lnTo>
                      <a:pt x="22" y="18"/>
                    </a:lnTo>
                    <a:lnTo>
                      <a:pt x="28" y="18"/>
                    </a:lnTo>
                    <a:lnTo>
                      <a:pt x="30" y="18"/>
                    </a:lnTo>
                    <a:lnTo>
                      <a:pt x="32" y="18"/>
                    </a:lnTo>
                    <a:lnTo>
                      <a:pt x="36" y="18"/>
                    </a:lnTo>
                    <a:lnTo>
                      <a:pt x="40" y="20"/>
                    </a:lnTo>
                    <a:lnTo>
                      <a:pt x="42" y="22"/>
                    </a:lnTo>
                    <a:lnTo>
                      <a:pt x="42" y="22"/>
                    </a:lnTo>
                    <a:lnTo>
                      <a:pt x="44" y="24"/>
                    </a:lnTo>
                    <a:lnTo>
                      <a:pt x="46" y="26"/>
                    </a:lnTo>
                    <a:lnTo>
                      <a:pt x="50" y="30"/>
                    </a:lnTo>
                    <a:lnTo>
                      <a:pt x="50" y="28"/>
                    </a:lnTo>
                    <a:lnTo>
                      <a:pt x="54" y="28"/>
                    </a:lnTo>
                    <a:lnTo>
                      <a:pt x="56" y="28"/>
                    </a:lnTo>
                    <a:lnTo>
                      <a:pt x="56" y="26"/>
                    </a:lnTo>
                    <a:lnTo>
                      <a:pt x="56" y="26"/>
                    </a:lnTo>
                    <a:lnTo>
                      <a:pt x="56" y="26"/>
                    </a:lnTo>
                    <a:lnTo>
                      <a:pt x="56" y="26"/>
                    </a:lnTo>
                    <a:lnTo>
                      <a:pt x="54" y="24"/>
                    </a:lnTo>
                    <a:lnTo>
                      <a:pt x="54" y="24"/>
                    </a:lnTo>
                    <a:lnTo>
                      <a:pt x="52" y="22"/>
                    </a:lnTo>
                    <a:lnTo>
                      <a:pt x="52" y="22"/>
                    </a:lnTo>
                    <a:lnTo>
                      <a:pt x="54" y="20"/>
                    </a:lnTo>
                    <a:lnTo>
                      <a:pt x="54" y="20"/>
                    </a:lnTo>
                    <a:lnTo>
                      <a:pt x="58" y="18"/>
                    </a:lnTo>
                    <a:lnTo>
                      <a:pt x="60" y="18"/>
                    </a:lnTo>
                    <a:lnTo>
                      <a:pt x="62" y="16"/>
                    </a:lnTo>
                    <a:lnTo>
                      <a:pt x="62" y="14"/>
                    </a:lnTo>
                    <a:lnTo>
                      <a:pt x="64" y="14"/>
                    </a:lnTo>
                    <a:lnTo>
                      <a:pt x="64" y="12"/>
                    </a:lnTo>
                    <a:lnTo>
                      <a:pt x="66" y="12"/>
                    </a:lnTo>
                    <a:lnTo>
                      <a:pt x="68" y="12"/>
                    </a:lnTo>
                    <a:lnTo>
                      <a:pt x="70" y="10"/>
                    </a:lnTo>
                    <a:lnTo>
                      <a:pt x="72" y="12"/>
                    </a:lnTo>
                    <a:lnTo>
                      <a:pt x="76" y="14"/>
                    </a:lnTo>
                    <a:lnTo>
                      <a:pt x="76" y="14"/>
                    </a:lnTo>
                    <a:lnTo>
                      <a:pt x="78" y="16"/>
                    </a:lnTo>
                    <a:lnTo>
                      <a:pt x="80" y="18"/>
                    </a:lnTo>
                    <a:lnTo>
                      <a:pt x="82" y="14"/>
                    </a:lnTo>
                    <a:lnTo>
                      <a:pt x="82" y="14"/>
                    </a:lnTo>
                    <a:lnTo>
                      <a:pt x="80" y="12"/>
                    </a:lnTo>
                    <a:lnTo>
                      <a:pt x="80" y="10"/>
                    </a:lnTo>
                    <a:lnTo>
                      <a:pt x="82" y="8"/>
                    </a:lnTo>
                    <a:lnTo>
                      <a:pt x="78" y="6"/>
                    </a:lnTo>
                    <a:lnTo>
                      <a:pt x="74" y="4"/>
                    </a:lnTo>
                    <a:lnTo>
                      <a:pt x="70" y="4"/>
                    </a:lnTo>
                    <a:lnTo>
                      <a:pt x="68" y="4"/>
                    </a:lnTo>
                    <a:lnTo>
                      <a:pt x="66" y="4"/>
                    </a:lnTo>
                    <a:lnTo>
                      <a:pt x="64" y="4"/>
                    </a:lnTo>
                    <a:lnTo>
                      <a:pt x="62" y="4"/>
                    </a:lnTo>
                    <a:lnTo>
                      <a:pt x="56" y="6"/>
                    </a:lnTo>
                    <a:lnTo>
                      <a:pt x="50" y="8"/>
                    </a:lnTo>
                    <a:lnTo>
                      <a:pt x="46" y="8"/>
                    </a:lnTo>
                    <a:lnTo>
                      <a:pt x="44" y="10"/>
                    </a:lnTo>
                    <a:lnTo>
                      <a:pt x="42" y="10"/>
                    </a:lnTo>
                    <a:lnTo>
                      <a:pt x="40" y="10"/>
                    </a:lnTo>
                    <a:lnTo>
                      <a:pt x="36" y="8"/>
                    </a:lnTo>
                    <a:lnTo>
                      <a:pt x="34" y="8"/>
                    </a:lnTo>
                    <a:lnTo>
                      <a:pt x="32" y="8"/>
                    </a:lnTo>
                    <a:lnTo>
                      <a:pt x="32" y="8"/>
                    </a:lnTo>
                    <a:lnTo>
                      <a:pt x="32" y="6"/>
                    </a:lnTo>
                    <a:lnTo>
                      <a:pt x="30" y="6"/>
                    </a:lnTo>
                    <a:lnTo>
                      <a:pt x="26" y="4"/>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0" name="Google Shape;610;p8"/>
              <p:cNvSpPr/>
              <p:nvPr/>
            </p:nvSpPr>
            <p:spPr>
              <a:xfrm>
                <a:off x="4017" y="2420"/>
                <a:ext cx="386" cy="248"/>
              </a:xfrm>
              <a:custGeom>
                <a:avLst/>
                <a:gdLst/>
                <a:ahLst/>
                <a:cxnLst/>
                <a:rect l="l" t="t" r="r" b="b"/>
                <a:pathLst>
                  <a:path w="386" h="248" extrusionOk="0">
                    <a:moveTo>
                      <a:pt x="374" y="186"/>
                    </a:moveTo>
                    <a:lnTo>
                      <a:pt x="378" y="182"/>
                    </a:lnTo>
                    <a:lnTo>
                      <a:pt x="378" y="178"/>
                    </a:lnTo>
                    <a:lnTo>
                      <a:pt x="380" y="178"/>
                    </a:lnTo>
                    <a:lnTo>
                      <a:pt x="382" y="174"/>
                    </a:lnTo>
                    <a:lnTo>
                      <a:pt x="382" y="172"/>
                    </a:lnTo>
                    <a:lnTo>
                      <a:pt x="384" y="172"/>
                    </a:lnTo>
                    <a:lnTo>
                      <a:pt x="384" y="170"/>
                    </a:lnTo>
                    <a:lnTo>
                      <a:pt x="386" y="168"/>
                    </a:lnTo>
                    <a:lnTo>
                      <a:pt x="386" y="166"/>
                    </a:lnTo>
                    <a:lnTo>
                      <a:pt x="386" y="164"/>
                    </a:lnTo>
                    <a:lnTo>
                      <a:pt x="386" y="164"/>
                    </a:lnTo>
                    <a:lnTo>
                      <a:pt x="384" y="164"/>
                    </a:lnTo>
                    <a:lnTo>
                      <a:pt x="382" y="162"/>
                    </a:lnTo>
                    <a:lnTo>
                      <a:pt x="376" y="162"/>
                    </a:lnTo>
                    <a:lnTo>
                      <a:pt x="374" y="162"/>
                    </a:lnTo>
                    <a:lnTo>
                      <a:pt x="372" y="162"/>
                    </a:lnTo>
                    <a:lnTo>
                      <a:pt x="366" y="162"/>
                    </a:lnTo>
                    <a:lnTo>
                      <a:pt x="362" y="162"/>
                    </a:lnTo>
                    <a:lnTo>
                      <a:pt x="356" y="162"/>
                    </a:lnTo>
                    <a:lnTo>
                      <a:pt x="352" y="164"/>
                    </a:lnTo>
                    <a:lnTo>
                      <a:pt x="350" y="164"/>
                    </a:lnTo>
                    <a:lnTo>
                      <a:pt x="348" y="164"/>
                    </a:lnTo>
                    <a:lnTo>
                      <a:pt x="346" y="166"/>
                    </a:lnTo>
                    <a:lnTo>
                      <a:pt x="342" y="164"/>
                    </a:lnTo>
                    <a:lnTo>
                      <a:pt x="342" y="164"/>
                    </a:lnTo>
                    <a:lnTo>
                      <a:pt x="340" y="164"/>
                    </a:lnTo>
                    <a:lnTo>
                      <a:pt x="340" y="164"/>
                    </a:lnTo>
                    <a:lnTo>
                      <a:pt x="338" y="164"/>
                    </a:lnTo>
                    <a:lnTo>
                      <a:pt x="336" y="166"/>
                    </a:lnTo>
                    <a:lnTo>
                      <a:pt x="334" y="170"/>
                    </a:lnTo>
                    <a:lnTo>
                      <a:pt x="334" y="170"/>
                    </a:lnTo>
                    <a:lnTo>
                      <a:pt x="334" y="174"/>
                    </a:lnTo>
                    <a:lnTo>
                      <a:pt x="332" y="178"/>
                    </a:lnTo>
                    <a:lnTo>
                      <a:pt x="332" y="182"/>
                    </a:lnTo>
                    <a:lnTo>
                      <a:pt x="332" y="184"/>
                    </a:lnTo>
                    <a:lnTo>
                      <a:pt x="332" y="186"/>
                    </a:lnTo>
                    <a:lnTo>
                      <a:pt x="332" y="188"/>
                    </a:lnTo>
                    <a:lnTo>
                      <a:pt x="328" y="190"/>
                    </a:lnTo>
                    <a:lnTo>
                      <a:pt x="326" y="192"/>
                    </a:lnTo>
                    <a:lnTo>
                      <a:pt x="324" y="192"/>
                    </a:lnTo>
                    <a:lnTo>
                      <a:pt x="322" y="192"/>
                    </a:lnTo>
                    <a:lnTo>
                      <a:pt x="318" y="194"/>
                    </a:lnTo>
                    <a:lnTo>
                      <a:pt x="314" y="196"/>
                    </a:lnTo>
                    <a:lnTo>
                      <a:pt x="314" y="196"/>
                    </a:lnTo>
                    <a:lnTo>
                      <a:pt x="312" y="196"/>
                    </a:lnTo>
                    <a:lnTo>
                      <a:pt x="308" y="198"/>
                    </a:lnTo>
                    <a:lnTo>
                      <a:pt x="302" y="198"/>
                    </a:lnTo>
                    <a:lnTo>
                      <a:pt x="294" y="198"/>
                    </a:lnTo>
                    <a:lnTo>
                      <a:pt x="284" y="196"/>
                    </a:lnTo>
                    <a:lnTo>
                      <a:pt x="276" y="194"/>
                    </a:lnTo>
                    <a:lnTo>
                      <a:pt x="268" y="190"/>
                    </a:lnTo>
                    <a:lnTo>
                      <a:pt x="262" y="188"/>
                    </a:lnTo>
                    <a:lnTo>
                      <a:pt x="262" y="186"/>
                    </a:lnTo>
                    <a:lnTo>
                      <a:pt x="260" y="186"/>
                    </a:lnTo>
                    <a:lnTo>
                      <a:pt x="258" y="184"/>
                    </a:lnTo>
                    <a:lnTo>
                      <a:pt x="256" y="180"/>
                    </a:lnTo>
                    <a:lnTo>
                      <a:pt x="256" y="176"/>
                    </a:lnTo>
                    <a:lnTo>
                      <a:pt x="254" y="172"/>
                    </a:lnTo>
                    <a:lnTo>
                      <a:pt x="254" y="162"/>
                    </a:lnTo>
                    <a:lnTo>
                      <a:pt x="250" y="152"/>
                    </a:lnTo>
                    <a:lnTo>
                      <a:pt x="244" y="142"/>
                    </a:lnTo>
                    <a:lnTo>
                      <a:pt x="244" y="140"/>
                    </a:lnTo>
                    <a:lnTo>
                      <a:pt x="244" y="136"/>
                    </a:lnTo>
                    <a:lnTo>
                      <a:pt x="244" y="132"/>
                    </a:lnTo>
                    <a:lnTo>
                      <a:pt x="242" y="126"/>
                    </a:lnTo>
                    <a:lnTo>
                      <a:pt x="242" y="122"/>
                    </a:lnTo>
                    <a:lnTo>
                      <a:pt x="244" y="116"/>
                    </a:lnTo>
                    <a:lnTo>
                      <a:pt x="244" y="112"/>
                    </a:lnTo>
                    <a:lnTo>
                      <a:pt x="242" y="96"/>
                    </a:lnTo>
                    <a:lnTo>
                      <a:pt x="240" y="96"/>
                    </a:lnTo>
                    <a:lnTo>
                      <a:pt x="232" y="90"/>
                    </a:lnTo>
                    <a:lnTo>
                      <a:pt x="222" y="80"/>
                    </a:lnTo>
                    <a:lnTo>
                      <a:pt x="210" y="64"/>
                    </a:lnTo>
                    <a:lnTo>
                      <a:pt x="210" y="64"/>
                    </a:lnTo>
                    <a:lnTo>
                      <a:pt x="208" y="62"/>
                    </a:lnTo>
                    <a:lnTo>
                      <a:pt x="206" y="58"/>
                    </a:lnTo>
                    <a:lnTo>
                      <a:pt x="202" y="56"/>
                    </a:lnTo>
                    <a:lnTo>
                      <a:pt x="198" y="52"/>
                    </a:lnTo>
                    <a:lnTo>
                      <a:pt x="194" y="50"/>
                    </a:lnTo>
                    <a:lnTo>
                      <a:pt x="190" y="50"/>
                    </a:lnTo>
                    <a:lnTo>
                      <a:pt x="188" y="52"/>
                    </a:lnTo>
                    <a:lnTo>
                      <a:pt x="186" y="52"/>
                    </a:lnTo>
                    <a:lnTo>
                      <a:pt x="184" y="54"/>
                    </a:lnTo>
                    <a:lnTo>
                      <a:pt x="180" y="54"/>
                    </a:lnTo>
                    <a:lnTo>
                      <a:pt x="174" y="54"/>
                    </a:lnTo>
                    <a:lnTo>
                      <a:pt x="168" y="50"/>
                    </a:lnTo>
                    <a:lnTo>
                      <a:pt x="164" y="48"/>
                    </a:lnTo>
                    <a:lnTo>
                      <a:pt x="156" y="42"/>
                    </a:lnTo>
                    <a:lnTo>
                      <a:pt x="148" y="30"/>
                    </a:lnTo>
                    <a:lnTo>
                      <a:pt x="144" y="14"/>
                    </a:lnTo>
                    <a:lnTo>
                      <a:pt x="142" y="12"/>
                    </a:lnTo>
                    <a:lnTo>
                      <a:pt x="140" y="12"/>
                    </a:lnTo>
                    <a:lnTo>
                      <a:pt x="136" y="10"/>
                    </a:lnTo>
                    <a:lnTo>
                      <a:pt x="130" y="10"/>
                    </a:lnTo>
                    <a:lnTo>
                      <a:pt x="126" y="10"/>
                    </a:lnTo>
                    <a:lnTo>
                      <a:pt x="120" y="10"/>
                    </a:lnTo>
                    <a:lnTo>
                      <a:pt x="116" y="14"/>
                    </a:lnTo>
                    <a:lnTo>
                      <a:pt x="112" y="16"/>
                    </a:lnTo>
                    <a:lnTo>
                      <a:pt x="100" y="20"/>
                    </a:lnTo>
                    <a:lnTo>
                      <a:pt x="82" y="20"/>
                    </a:lnTo>
                    <a:lnTo>
                      <a:pt x="78" y="20"/>
                    </a:lnTo>
                    <a:lnTo>
                      <a:pt x="68" y="18"/>
                    </a:lnTo>
                    <a:lnTo>
                      <a:pt x="54" y="14"/>
                    </a:lnTo>
                    <a:lnTo>
                      <a:pt x="42" y="10"/>
                    </a:lnTo>
                    <a:lnTo>
                      <a:pt x="32" y="4"/>
                    </a:lnTo>
                    <a:lnTo>
                      <a:pt x="30" y="2"/>
                    </a:lnTo>
                    <a:lnTo>
                      <a:pt x="26" y="0"/>
                    </a:lnTo>
                    <a:lnTo>
                      <a:pt x="14" y="2"/>
                    </a:lnTo>
                    <a:lnTo>
                      <a:pt x="0" y="10"/>
                    </a:lnTo>
                    <a:lnTo>
                      <a:pt x="2" y="14"/>
                    </a:lnTo>
                    <a:lnTo>
                      <a:pt x="6" y="22"/>
                    </a:lnTo>
                    <a:lnTo>
                      <a:pt x="12" y="36"/>
                    </a:lnTo>
                    <a:lnTo>
                      <a:pt x="18" y="48"/>
                    </a:lnTo>
                    <a:lnTo>
                      <a:pt x="22" y="58"/>
                    </a:lnTo>
                    <a:lnTo>
                      <a:pt x="22" y="58"/>
                    </a:lnTo>
                    <a:lnTo>
                      <a:pt x="24" y="62"/>
                    </a:lnTo>
                    <a:lnTo>
                      <a:pt x="26" y="68"/>
                    </a:lnTo>
                    <a:lnTo>
                      <a:pt x="28" y="74"/>
                    </a:lnTo>
                    <a:lnTo>
                      <a:pt x="30" y="80"/>
                    </a:lnTo>
                    <a:lnTo>
                      <a:pt x="32" y="82"/>
                    </a:lnTo>
                    <a:lnTo>
                      <a:pt x="34" y="82"/>
                    </a:lnTo>
                    <a:lnTo>
                      <a:pt x="38" y="84"/>
                    </a:lnTo>
                    <a:lnTo>
                      <a:pt x="44" y="88"/>
                    </a:lnTo>
                    <a:lnTo>
                      <a:pt x="48" y="92"/>
                    </a:lnTo>
                    <a:lnTo>
                      <a:pt x="52" y="98"/>
                    </a:lnTo>
                    <a:lnTo>
                      <a:pt x="56" y="106"/>
                    </a:lnTo>
                    <a:lnTo>
                      <a:pt x="58" y="108"/>
                    </a:lnTo>
                    <a:lnTo>
                      <a:pt x="62" y="118"/>
                    </a:lnTo>
                    <a:lnTo>
                      <a:pt x="68" y="128"/>
                    </a:lnTo>
                    <a:lnTo>
                      <a:pt x="76" y="136"/>
                    </a:lnTo>
                    <a:lnTo>
                      <a:pt x="82" y="142"/>
                    </a:lnTo>
                    <a:lnTo>
                      <a:pt x="84" y="144"/>
                    </a:lnTo>
                    <a:lnTo>
                      <a:pt x="88" y="146"/>
                    </a:lnTo>
                    <a:lnTo>
                      <a:pt x="92" y="148"/>
                    </a:lnTo>
                    <a:lnTo>
                      <a:pt x="94" y="148"/>
                    </a:lnTo>
                    <a:lnTo>
                      <a:pt x="96" y="148"/>
                    </a:lnTo>
                    <a:lnTo>
                      <a:pt x="98" y="148"/>
                    </a:lnTo>
                    <a:lnTo>
                      <a:pt x="98" y="144"/>
                    </a:lnTo>
                    <a:lnTo>
                      <a:pt x="94" y="140"/>
                    </a:lnTo>
                    <a:lnTo>
                      <a:pt x="90" y="134"/>
                    </a:lnTo>
                    <a:lnTo>
                      <a:pt x="86" y="126"/>
                    </a:lnTo>
                    <a:lnTo>
                      <a:pt x="82" y="120"/>
                    </a:lnTo>
                    <a:lnTo>
                      <a:pt x="80" y="116"/>
                    </a:lnTo>
                    <a:lnTo>
                      <a:pt x="74" y="108"/>
                    </a:lnTo>
                    <a:lnTo>
                      <a:pt x="68" y="94"/>
                    </a:lnTo>
                    <a:lnTo>
                      <a:pt x="62" y="82"/>
                    </a:lnTo>
                    <a:lnTo>
                      <a:pt x="52" y="72"/>
                    </a:lnTo>
                    <a:lnTo>
                      <a:pt x="42" y="58"/>
                    </a:lnTo>
                    <a:lnTo>
                      <a:pt x="34" y="42"/>
                    </a:lnTo>
                    <a:lnTo>
                      <a:pt x="30" y="24"/>
                    </a:lnTo>
                    <a:lnTo>
                      <a:pt x="30" y="24"/>
                    </a:lnTo>
                    <a:lnTo>
                      <a:pt x="30" y="22"/>
                    </a:lnTo>
                    <a:lnTo>
                      <a:pt x="30" y="20"/>
                    </a:lnTo>
                    <a:lnTo>
                      <a:pt x="30" y="18"/>
                    </a:lnTo>
                    <a:lnTo>
                      <a:pt x="30" y="16"/>
                    </a:lnTo>
                    <a:lnTo>
                      <a:pt x="32" y="14"/>
                    </a:lnTo>
                    <a:lnTo>
                      <a:pt x="34" y="14"/>
                    </a:lnTo>
                    <a:lnTo>
                      <a:pt x="38" y="16"/>
                    </a:lnTo>
                    <a:lnTo>
                      <a:pt x="42" y="18"/>
                    </a:lnTo>
                    <a:lnTo>
                      <a:pt x="44" y="24"/>
                    </a:lnTo>
                    <a:lnTo>
                      <a:pt x="50" y="36"/>
                    </a:lnTo>
                    <a:lnTo>
                      <a:pt x="58" y="52"/>
                    </a:lnTo>
                    <a:lnTo>
                      <a:pt x="68" y="66"/>
                    </a:lnTo>
                    <a:lnTo>
                      <a:pt x="78" y="78"/>
                    </a:lnTo>
                    <a:lnTo>
                      <a:pt x="78" y="78"/>
                    </a:lnTo>
                    <a:lnTo>
                      <a:pt x="80" y="78"/>
                    </a:lnTo>
                    <a:lnTo>
                      <a:pt x="84" y="80"/>
                    </a:lnTo>
                    <a:lnTo>
                      <a:pt x="88" y="80"/>
                    </a:lnTo>
                    <a:lnTo>
                      <a:pt x="92" y="84"/>
                    </a:lnTo>
                    <a:lnTo>
                      <a:pt x="94" y="86"/>
                    </a:lnTo>
                    <a:lnTo>
                      <a:pt x="96" y="90"/>
                    </a:lnTo>
                    <a:lnTo>
                      <a:pt x="98" y="96"/>
                    </a:lnTo>
                    <a:lnTo>
                      <a:pt x="100" y="98"/>
                    </a:lnTo>
                    <a:lnTo>
                      <a:pt x="106" y="106"/>
                    </a:lnTo>
                    <a:lnTo>
                      <a:pt x="116" y="116"/>
                    </a:lnTo>
                    <a:lnTo>
                      <a:pt x="124" y="126"/>
                    </a:lnTo>
                    <a:lnTo>
                      <a:pt x="134" y="136"/>
                    </a:lnTo>
                    <a:lnTo>
                      <a:pt x="140" y="142"/>
                    </a:lnTo>
                    <a:lnTo>
                      <a:pt x="142" y="148"/>
                    </a:lnTo>
                    <a:lnTo>
                      <a:pt x="144" y="160"/>
                    </a:lnTo>
                    <a:lnTo>
                      <a:pt x="148" y="176"/>
                    </a:lnTo>
                    <a:lnTo>
                      <a:pt x="148" y="198"/>
                    </a:lnTo>
                    <a:lnTo>
                      <a:pt x="150" y="198"/>
                    </a:lnTo>
                    <a:lnTo>
                      <a:pt x="154" y="200"/>
                    </a:lnTo>
                    <a:lnTo>
                      <a:pt x="160" y="202"/>
                    </a:lnTo>
                    <a:lnTo>
                      <a:pt x="170" y="204"/>
                    </a:lnTo>
                    <a:lnTo>
                      <a:pt x="174" y="204"/>
                    </a:lnTo>
                    <a:lnTo>
                      <a:pt x="186" y="208"/>
                    </a:lnTo>
                    <a:lnTo>
                      <a:pt x="198" y="216"/>
                    </a:lnTo>
                    <a:lnTo>
                      <a:pt x="208" y="224"/>
                    </a:lnTo>
                    <a:lnTo>
                      <a:pt x="226" y="224"/>
                    </a:lnTo>
                    <a:lnTo>
                      <a:pt x="230" y="226"/>
                    </a:lnTo>
                    <a:lnTo>
                      <a:pt x="240" y="230"/>
                    </a:lnTo>
                    <a:lnTo>
                      <a:pt x="254" y="236"/>
                    </a:lnTo>
                    <a:lnTo>
                      <a:pt x="272" y="240"/>
                    </a:lnTo>
                    <a:lnTo>
                      <a:pt x="278" y="240"/>
                    </a:lnTo>
                    <a:lnTo>
                      <a:pt x="290" y="240"/>
                    </a:lnTo>
                    <a:lnTo>
                      <a:pt x="304" y="240"/>
                    </a:lnTo>
                    <a:lnTo>
                      <a:pt x="304" y="240"/>
                    </a:lnTo>
                    <a:lnTo>
                      <a:pt x="306" y="240"/>
                    </a:lnTo>
                    <a:lnTo>
                      <a:pt x="308" y="240"/>
                    </a:lnTo>
                    <a:lnTo>
                      <a:pt x="310" y="242"/>
                    </a:lnTo>
                    <a:lnTo>
                      <a:pt x="314" y="244"/>
                    </a:lnTo>
                    <a:lnTo>
                      <a:pt x="314" y="248"/>
                    </a:lnTo>
                    <a:lnTo>
                      <a:pt x="316" y="248"/>
                    </a:lnTo>
                    <a:lnTo>
                      <a:pt x="316" y="244"/>
                    </a:lnTo>
                    <a:lnTo>
                      <a:pt x="318" y="242"/>
                    </a:lnTo>
                    <a:lnTo>
                      <a:pt x="320" y="238"/>
                    </a:lnTo>
                    <a:lnTo>
                      <a:pt x="322" y="236"/>
                    </a:lnTo>
                    <a:lnTo>
                      <a:pt x="322" y="234"/>
                    </a:lnTo>
                    <a:lnTo>
                      <a:pt x="322" y="232"/>
                    </a:lnTo>
                    <a:lnTo>
                      <a:pt x="322" y="230"/>
                    </a:lnTo>
                    <a:lnTo>
                      <a:pt x="320" y="228"/>
                    </a:lnTo>
                    <a:lnTo>
                      <a:pt x="320" y="226"/>
                    </a:lnTo>
                    <a:lnTo>
                      <a:pt x="320" y="226"/>
                    </a:lnTo>
                    <a:lnTo>
                      <a:pt x="320" y="224"/>
                    </a:lnTo>
                    <a:lnTo>
                      <a:pt x="320" y="222"/>
                    </a:lnTo>
                    <a:lnTo>
                      <a:pt x="322" y="222"/>
                    </a:lnTo>
                    <a:lnTo>
                      <a:pt x="346" y="222"/>
                    </a:lnTo>
                    <a:lnTo>
                      <a:pt x="346" y="212"/>
                    </a:lnTo>
                    <a:lnTo>
                      <a:pt x="336" y="202"/>
                    </a:lnTo>
                    <a:lnTo>
                      <a:pt x="340" y="202"/>
                    </a:lnTo>
                    <a:lnTo>
                      <a:pt x="340" y="194"/>
                    </a:lnTo>
                    <a:lnTo>
                      <a:pt x="360" y="194"/>
                    </a:lnTo>
                    <a:lnTo>
                      <a:pt x="360" y="194"/>
                    </a:lnTo>
                    <a:lnTo>
                      <a:pt x="360" y="192"/>
                    </a:lnTo>
                    <a:lnTo>
                      <a:pt x="360" y="190"/>
                    </a:lnTo>
                    <a:lnTo>
                      <a:pt x="362" y="190"/>
                    </a:lnTo>
                    <a:lnTo>
                      <a:pt x="364" y="192"/>
                    </a:lnTo>
                    <a:lnTo>
                      <a:pt x="366" y="190"/>
                    </a:lnTo>
                    <a:lnTo>
                      <a:pt x="366" y="190"/>
                    </a:lnTo>
                    <a:lnTo>
                      <a:pt x="368" y="188"/>
                    </a:lnTo>
                    <a:lnTo>
                      <a:pt x="370" y="188"/>
                    </a:lnTo>
                    <a:lnTo>
                      <a:pt x="372" y="188"/>
                    </a:lnTo>
                    <a:lnTo>
                      <a:pt x="374" y="186"/>
                    </a:lnTo>
                    <a:lnTo>
                      <a:pt x="374" y="18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1" name="Google Shape;611;p8"/>
              <p:cNvSpPr/>
              <p:nvPr/>
            </p:nvSpPr>
            <p:spPr>
              <a:xfrm>
                <a:off x="4361" y="2654"/>
                <a:ext cx="82" cy="46"/>
              </a:xfrm>
              <a:custGeom>
                <a:avLst/>
                <a:gdLst/>
                <a:ahLst/>
                <a:cxnLst/>
                <a:rect l="l" t="t" r="r" b="b"/>
                <a:pathLst>
                  <a:path w="82" h="46" extrusionOk="0">
                    <a:moveTo>
                      <a:pt x="82" y="8"/>
                    </a:moveTo>
                    <a:lnTo>
                      <a:pt x="80" y="8"/>
                    </a:lnTo>
                    <a:lnTo>
                      <a:pt x="78" y="8"/>
                    </a:lnTo>
                    <a:lnTo>
                      <a:pt x="76" y="8"/>
                    </a:lnTo>
                    <a:lnTo>
                      <a:pt x="74" y="8"/>
                    </a:lnTo>
                    <a:lnTo>
                      <a:pt x="72" y="8"/>
                    </a:lnTo>
                    <a:lnTo>
                      <a:pt x="70" y="10"/>
                    </a:lnTo>
                    <a:lnTo>
                      <a:pt x="68" y="8"/>
                    </a:lnTo>
                    <a:lnTo>
                      <a:pt x="66" y="8"/>
                    </a:lnTo>
                    <a:lnTo>
                      <a:pt x="66" y="8"/>
                    </a:lnTo>
                    <a:lnTo>
                      <a:pt x="64" y="10"/>
                    </a:lnTo>
                    <a:lnTo>
                      <a:pt x="62" y="12"/>
                    </a:lnTo>
                    <a:lnTo>
                      <a:pt x="60" y="18"/>
                    </a:lnTo>
                    <a:lnTo>
                      <a:pt x="60" y="18"/>
                    </a:lnTo>
                    <a:lnTo>
                      <a:pt x="58" y="22"/>
                    </a:lnTo>
                    <a:lnTo>
                      <a:pt x="56" y="24"/>
                    </a:lnTo>
                    <a:lnTo>
                      <a:pt x="54" y="28"/>
                    </a:lnTo>
                    <a:lnTo>
                      <a:pt x="50" y="30"/>
                    </a:lnTo>
                    <a:lnTo>
                      <a:pt x="50" y="30"/>
                    </a:lnTo>
                    <a:lnTo>
                      <a:pt x="48" y="30"/>
                    </a:lnTo>
                    <a:lnTo>
                      <a:pt x="46" y="32"/>
                    </a:lnTo>
                    <a:lnTo>
                      <a:pt x="44" y="34"/>
                    </a:lnTo>
                    <a:lnTo>
                      <a:pt x="44" y="36"/>
                    </a:lnTo>
                    <a:lnTo>
                      <a:pt x="44" y="38"/>
                    </a:lnTo>
                    <a:lnTo>
                      <a:pt x="44" y="40"/>
                    </a:lnTo>
                    <a:lnTo>
                      <a:pt x="42" y="42"/>
                    </a:lnTo>
                    <a:lnTo>
                      <a:pt x="40" y="44"/>
                    </a:lnTo>
                    <a:lnTo>
                      <a:pt x="38" y="44"/>
                    </a:lnTo>
                    <a:lnTo>
                      <a:pt x="38" y="46"/>
                    </a:lnTo>
                    <a:lnTo>
                      <a:pt x="36" y="46"/>
                    </a:lnTo>
                    <a:lnTo>
                      <a:pt x="34" y="44"/>
                    </a:lnTo>
                    <a:lnTo>
                      <a:pt x="34" y="42"/>
                    </a:lnTo>
                    <a:lnTo>
                      <a:pt x="32" y="42"/>
                    </a:lnTo>
                    <a:lnTo>
                      <a:pt x="32" y="42"/>
                    </a:lnTo>
                    <a:lnTo>
                      <a:pt x="32" y="44"/>
                    </a:lnTo>
                    <a:lnTo>
                      <a:pt x="30" y="44"/>
                    </a:lnTo>
                    <a:lnTo>
                      <a:pt x="30" y="42"/>
                    </a:lnTo>
                    <a:lnTo>
                      <a:pt x="30" y="42"/>
                    </a:lnTo>
                    <a:lnTo>
                      <a:pt x="30" y="38"/>
                    </a:lnTo>
                    <a:lnTo>
                      <a:pt x="30" y="36"/>
                    </a:lnTo>
                    <a:lnTo>
                      <a:pt x="30" y="36"/>
                    </a:lnTo>
                    <a:lnTo>
                      <a:pt x="30" y="34"/>
                    </a:lnTo>
                    <a:lnTo>
                      <a:pt x="28" y="32"/>
                    </a:lnTo>
                    <a:lnTo>
                      <a:pt x="26" y="32"/>
                    </a:lnTo>
                    <a:lnTo>
                      <a:pt x="24" y="30"/>
                    </a:lnTo>
                    <a:lnTo>
                      <a:pt x="22" y="30"/>
                    </a:lnTo>
                    <a:lnTo>
                      <a:pt x="20" y="30"/>
                    </a:lnTo>
                    <a:lnTo>
                      <a:pt x="18" y="30"/>
                    </a:lnTo>
                    <a:lnTo>
                      <a:pt x="16" y="32"/>
                    </a:lnTo>
                    <a:lnTo>
                      <a:pt x="16" y="32"/>
                    </a:lnTo>
                    <a:lnTo>
                      <a:pt x="14" y="32"/>
                    </a:lnTo>
                    <a:lnTo>
                      <a:pt x="12" y="30"/>
                    </a:lnTo>
                    <a:lnTo>
                      <a:pt x="12" y="28"/>
                    </a:lnTo>
                    <a:lnTo>
                      <a:pt x="10" y="28"/>
                    </a:lnTo>
                    <a:lnTo>
                      <a:pt x="6" y="24"/>
                    </a:lnTo>
                    <a:lnTo>
                      <a:pt x="2" y="24"/>
                    </a:lnTo>
                    <a:lnTo>
                      <a:pt x="0" y="24"/>
                    </a:lnTo>
                    <a:lnTo>
                      <a:pt x="2" y="22"/>
                    </a:lnTo>
                    <a:lnTo>
                      <a:pt x="2" y="22"/>
                    </a:lnTo>
                    <a:lnTo>
                      <a:pt x="2" y="22"/>
                    </a:lnTo>
                    <a:lnTo>
                      <a:pt x="2" y="22"/>
                    </a:lnTo>
                    <a:lnTo>
                      <a:pt x="6" y="22"/>
                    </a:lnTo>
                    <a:lnTo>
                      <a:pt x="8" y="20"/>
                    </a:lnTo>
                    <a:lnTo>
                      <a:pt x="10" y="18"/>
                    </a:lnTo>
                    <a:lnTo>
                      <a:pt x="10" y="18"/>
                    </a:lnTo>
                    <a:lnTo>
                      <a:pt x="12" y="14"/>
                    </a:lnTo>
                    <a:lnTo>
                      <a:pt x="14" y="12"/>
                    </a:lnTo>
                    <a:lnTo>
                      <a:pt x="16" y="12"/>
                    </a:lnTo>
                    <a:lnTo>
                      <a:pt x="16" y="12"/>
                    </a:lnTo>
                    <a:lnTo>
                      <a:pt x="20" y="10"/>
                    </a:lnTo>
                    <a:lnTo>
                      <a:pt x="24" y="8"/>
                    </a:lnTo>
                    <a:lnTo>
                      <a:pt x="26" y="4"/>
                    </a:lnTo>
                    <a:lnTo>
                      <a:pt x="28" y="2"/>
                    </a:lnTo>
                    <a:lnTo>
                      <a:pt x="28" y="2"/>
                    </a:lnTo>
                    <a:lnTo>
                      <a:pt x="30" y="0"/>
                    </a:lnTo>
                    <a:lnTo>
                      <a:pt x="32" y="0"/>
                    </a:lnTo>
                    <a:lnTo>
                      <a:pt x="34" y="0"/>
                    </a:lnTo>
                    <a:lnTo>
                      <a:pt x="34" y="0"/>
                    </a:lnTo>
                    <a:lnTo>
                      <a:pt x="36" y="0"/>
                    </a:lnTo>
                    <a:lnTo>
                      <a:pt x="40" y="0"/>
                    </a:lnTo>
                    <a:lnTo>
                      <a:pt x="42" y="0"/>
                    </a:lnTo>
                    <a:lnTo>
                      <a:pt x="42" y="0"/>
                    </a:lnTo>
                    <a:lnTo>
                      <a:pt x="44" y="0"/>
                    </a:lnTo>
                    <a:lnTo>
                      <a:pt x="48" y="0"/>
                    </a:lnTo>
                    <a:lnTo>
                      <a:pt x="54" y="0"/>
                    </a:lnTo>
                    <a:lnTo>
                      <a:pt x="58" y="0"/>
                    </a:lnTo>
                    <a:lnTo>
                      <a:pt x="64" y="0"/>
                    </a:lnTo>
                    <a:lnTo>
                      <a:pt x="70" y="2"/>
                    </a:lnTo>
                    <a:lnTo>
                      <a:pt x="76" y="2"/>
                    </a:lnTo>
                    <a:lnTo>
                      <a:pt x="80" y="2"/>
                    </a:lnTo>
                    <a:lnTo>
                      <a:pt x="80" y="4"/>
                    </a:lnTo>
                    <a:lnTo>
                      <a:pt x="82" y="4"/>
                    </a:lnTo>
                    <a:lnTo>
                      <a:pt x="82" y="6"/>
                    </a:lnTo>
                    <a:lnTo>
                      <a:pt x="82" y="6"/>
                    </a:lnTo>
                    <a:lnTo>
                      <a:pt x="82"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2" name="Google Shape;612;p8"/>
              <p:cNvSpPr/>
              <p:nvPr/>
            </p:nvSpPr>
            <p:spPr>
              <a:xfrm>
                <a:off x="4349" y="2678"/>
                <a:ext cx="44" cy="24"/>
              </a:xfrm>
              <a:custGeom>
                <a:avLst/>
                <a:gdLst/>
                <a:ahLst/>
                <a:cxnLst/>
                <a:rect l="l" t="t" r="r" b="b"/>
                <a:pathLst>
                  <a:path w="44" h="24" extrusionOk="0">
                    <a:moveTo>
                      <a:pt x="44" y="20"/>
                    </a:moveTo>
                    <a:lnTo>
                      <a:pt x="42" y="22"/>
                    </a:lnTo>
                    <a:lnTo>
                      <a:pt x="40" y="22"/>
                    </a:lnTo>
                    <a:lnTo>
                      <a:pt x="40" y="24"/>
                    </a:lnTo>
                    <a:lnTo>
                      <a:pt x="32" y="22"/>
                    </a:lnTo>
                    <a:lnTo>
                      <a:pt x="26" y="22"/>
                    </a:lnTo>
                    <a:lnTo>
                      <a:pt x="20" y="20"/>
                    </a:lnTo>
                    <a:lnTo>
                      <a:pt x="16" y="18"/>
                    </a:lnTo>
                    <a:lnTo>
                      <a:pt x="12" y="18"/>
                    </a:lnTo>
                    <a:lnTo>
                      <a:pt x="12" y="16"/>
                    </a:lnTo>
                    <a:lnTo>
                      <a:pt x="6" y="14"/>
                    </a:lnTo>
                    <a:lnTo>
                      <a:pt x="2" y="12"/>
                    </a:lnTo>
                    <a:lnTo>
                      <a:pt x="0" y="10"/>
                    </a:lnTo>
                    <a:lnTo>
                      <a:pt x="8" y="4"/>
                    </a:lnTo>
                    <a:lnTo>
                      <a:pt x="10" y="2"/>
                    </a:lnTo>
                    <a:lnTo>
                      <a:pt x="12" y="0"/>
                    </a:lnTo>
                    <a:lnTo>
                      <a:pt x="14" y="0"/>
                    </a:lnTo>
                    <a:lnTo>
                      <a:pt x="16" y="0"/>
                    </a:lnTo>
                    <a:lnTo>
                      <a:pt x="20" y="2"/>
                    </a:lnTo>
                    <a:lnTo>
                      <a:pt x="24" y="4"/>
                    </a:lnTo>
                    <a:lnTo>
                      <a:pt x="24" y="6"/>
                    </a:lnTo>
                    <a:lnTo>
                      <a:pt x="26" y="6"/>
                    </a:lnTo>
                    <a:lnTo>
                      <a:pt x="26" y="8"/>
                    </a:lnTo>
                    <a:lnTo>
                      <a:pt x="30" y="8"/>
                    </a:lnTo>
                    <a:lnTo>
                      <a:pt x="30" y="8"/>
                    </a:lnTo>
                    <a:lnTo>
                      <a:pt x="32" y="6"/>
                    </a:lnTo>
                    <a:lnTo>
                      <a:pt x="34" y="6"/>
                    </a:lnTo>
                    <a:lnTo>
                      <a:pt x="38" y="6"/>
                    </a:lnTo>
                    <a:lnTo>
                      <a:pt x="38" y="6"/>
                    </a:lnTo>
                    <a:lnTo>
                      <a:pt x="40" y="8"/>
                    </a:lnTo>
                    <a:lnTo>
                      <a:pt x="42" y="10"/>
                    </a:lnTo>
                    <a:lnTo>
                      <a:pt x="44" y="12"/>
                    </a:lnTo>
                    <a:lnTo>
                      <a:pt x="44" y="14"/>
                    </a:lnTo>
                    <a:lnTo>
                      <a:pt x="44" y="16"/>
                    </a:lnTo>
                    <a:lnTo>
                      <a:pt x="44" y="18"/>
                    </a:lnTo>
                    <a:lnTo>
                      <a:pt x="44"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3" name="Google Shape;613;p8"/>
              <p:cNvSpPr/>
              <p:nvPr/>
            </p:nvSpPr>
            <p:spPr>
              <a:xfrm>
                <a:off x="4599" y="2606"/>
                <a:ext cx="38" cy="28"/>
              </a:xfrm>
              <a:custGeom>
                <a:avLst/>
                <a:gdLst/>
                <a:ahLst/>
                <a:cxnLst/>
                <a:rect l="l" t="t" r="r" b="b"/>
                <a:pathLst>
                  <a:path w="38" h="28" extrusionOk="0">
                    <a:moveTo>
                      <a:pt x="4" y="0"/>
                    </a:moveTo>
                    <a:lnTo>
                      <a:pt x="6" y="2"/>
                    </a:lnTo>
                    <a:lnTo>
                      <a:pt x="6" y="6"/>
                    </a:lnTo>
                    <a:lnTo>
                      <a:pt x="6" y="10"/>
                    </a:lnTo>
                    <a:lnTo>
                      <a:pt x="4" y="12"/>
                    </a:lnTo>
                    <a:lnTo>
                      <a:pt x="2" y="14"/>
                    </a:lnTo>
                    <a:lnTo>
                      <a:pt x="0" y="14"/>
                    </a:lnTo>
                    <a:lnTo>
                      <a:pt x="0" y="16"/>
                    </a:lnTo>
                    <a:lnTo>
                      <a:pt x="0" y="20"/>
                    </a:lnTo>
                    <a:lnTo>
                      <a:pt x="2" y="22"/>
                    </a:lnTo>
                    <a:lnTo>
                      <a:pt x="2" y="24"/>
                    </a:lnTo>
                    <a:lnTo>
                      <a:pt x="4" y="26"/>
                    </a:lnTo>
                    <a:lnTo>
                      <a:pt x="4" y="28"/>
                    </a:lnTo>
                    <a:lnTo>
                      <a:pt x="4" y="28"/>
                    </a:lnTo>
                    <a:lnTo>
                      <a:pt x="6" y="28"/>
                    </a:lnTo>
                    <a:lnTo>
                      <a:pt x="8" y="28"/>
                    </a:lnTo>
                    <a:lnTo>
                      <a:pt x="12" y="26"/>
                    </a:lnTo>
                    <a:lnTo>
                      <a:pt x="14" y="24"/>
                    </a:lnTo>
                    <a:lnTo>
                      <a:pt x="16" y="24"/>
                    </a:lnTo>
                    <a:lnTo>
                      <a:pt x="18" y="22"/>
                    </a:lnTo>
                    <a:lnTo>
                      <a:pt x="20" y="22"/>
                    </a:lnTo>
                    <a:lnTo>
                      <a:pt x="22" y="24"/>
                    </a:lnTo>
                    <a:lnTo>
                      <a:pt x="22" y="24"/>
                    </a:lnTo>
                    <a:lnTo>
                      <a:pt x="32" y="22"/>
                    </a:lnTo>
                    <a:lnTo>
                      <a:pt x="38" y="20"/>
                    </a:lnTo>
                    <a:lnTo>
                      <a:pt x="38" y="12"/>
                    </a:lnTo>
                    <a:lnTo>
                      <a:pt x="32" y="10"/>
                    </a:lnTo>
                    <a:lnTo>
                      <a:pt x="24" y="8"/>
                    </a:lnTo>
                    <a:lnTo>
                      <a:pt x="30" y="6"/>
                    </a:lnTo>
                    <a:lnTo>
                      <a:pt x="20" y="6"/>
                    </a:lnTo>
                    <a:lnTo>
                      <a:pt x="14" y="2"/>
                    </a:lnTo>
                    <a:lnTo>
                      <a:pt x="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4" name="Google Shape;614;p8"/>
              <p:cNvSpPr/>
              <p:nvPr/>
            </p:nvSpPr>
            <p:spPr>
              <a:xfrm>
                <a:off x="4561" y="2600"/>
                <a:ext cx="44" cy="36"/>
              </a:xfrm>
              <a:custGeom>
                <a:avLst/>
                <a:gdLst/>
                <a:ahLst/>
                <a:cxnLst/>
                <a:rect l="l" t="t" r="r" b="b"/>
                <a:pathLst>
                  <a:path w="44" h="36" extrusionOk="0">
                    <a:moveTo>
                      <a:pt x="12" y="2"/>
                    </a:moveTo>
                    <a:lnTo>
                      <a:pt x="8" y="6"/>
                    </a:lnTo>
                    <a:lnTo>
                      <a:pt x="12" y="8"/>
                    </a:lnTo>
                    <a:lnTo>
                      <a:pt x="14" y="8"/>
                    </a:lnTo>
                    <a:lnTo>
                      <a:pt x="16" y="8"/>
                    </a:lnTo>
                    <a:lnTo>
                      <a:pt x="18" y="8"/>
                    </a:lnTo>
                    <a:lnTo>
                      <a:pt x="22" y="10"/>
                    </a:lnTo>
                    <a:lnTo>
                      <a:pt x="24" y="10"/>
                    </a:lnTo>
                    <a:lnTo>
                      <a:pt x="26" y="14"/>
                    </a:lnTo>
                    <a:lnTo>
                      <a:pt x="26" y="14"/>
                    </a:lnTo>
                    <a:lnTo>
                      <a:pt x="26" y="16"/>
                    </a:lnTo>
                    <a:lnTo>
                      <a:pt x="26" y="18"/>
                    </a:lnTo>
                    <a:lnTo>
                      <a:pt x="26" y="20"/>
                    </a:lnTo>
                    <a:lnTo>
                      <a:pt x="24" y="22"/>
                    </a:lnTo>
                    <a:lnTo>
                      <a:pt x="20" y="22"/>
                    </a:lnTo>
                    <a:lnTo>
                      <a:pt x="10" y="18"/>
                    </a:lnTo>
                    <a:lnTo>
                      <a:pt x="4" y="18"/>
                    </a:lnTo>
                    <a:lnTo>
                      <a:pt x="0" y="22"/>
                    </a:lnTo>
                    <a:lnTo>
                      <a:pt x="6" y="26"/>
                    </a:lnTo>
                    <a:lnTo>
                      <a:pt x="6" y="26"/>
                    </a:lnTo>
                    <a:lnTo>
                      <a:pt x="10" y="26"/>
                    </a:lnTo>
                    <a:lnTo>
                      <a:pt x="14" y="26"/>
                    </a:lnTo>
                    <a:lnTo>
                      <a:pt x="16" y="26"/>
                    </a:lnTo>
                    <a:lnTo>
                      <a:pt x="20" y="28"/>
                    </a:lnTo>
                    <a:lnTo>
                      <a:pt x="20" y="30"/>
                    </a:lnTo>
                    <a:lnTo>
                      <a:pt x="22" y="32"/>
                    </a:lnTo>
                    <a:lnTo>
                      <a:pt x="26" y="34"/>
                    </a:lnTo>
                    <a:lnTo>
                      <a:pt x="30" y="36"/>
                    </a:lnTo>
                    <a:lnTo>
                      <a:pt x="34" y="36"/>
                    </a:lnTo>
                    <a:lnTo>
                      <a:pt x="36" y="36"/>
                    </a:lnTo>
                    <a:lnTo>
                      <a:pt x="40" y="36"/>
                    </a:lnTo>
                    <a:lnTo>
                      <a:pt x="42" y="36"/>
                    </a:lnTo>
                    <a:lnTo>
                      <a:pt x="42" y="34"/>
                    </a:lnTo>
                    <a:lnTo>
                      <a:pt x="42" y="30"/>
                    </a:lnTo>
                    <a:lnTo>
                      <a:pt x="40" y="30"/>
                    </a:lnTo>
                    <a:lnTo>
                      <a:pt x="40" y="28"/>
                    </a:lnTo>
                    <a:lnTo>
                      <a:pt x="38" y="24"/>
                    </a:lnTo>
                    <a:lnTo>
                      <a:pt x="38" y="22"/>
                    </a:lnTo>
                    <a:lnTo>
                      <a:pt x="38" y="18"/>
                    </a:lnTo>
                    <a:lnTo>
                      <a:pt x="40" y="18"/>
                    </a:lnTo>
                    <a:lnTo>
                      <a:pt x="42" y="16"/>
                    </a:lnTo>
                    <a:lnTo>
                      <a:pt x="44" y="14"/>
                    </a:lnTo>
                    <a:lnTo>
                      <a:pt x="44" y="12"/>
                    </a:lnTo>
                    <a:lnTo>
                      <a:pt x="44" y="8"/>
                    </a:lnTo>
                    <a:lnTo>
                      <a:pt x="42" y="4"/>
                    </a:lnTo>
                    <a:lnTo>
                      <a:pt x="28" y="2"/>
                    </a:lnTo>
                    <a:lnTo>
                      <a:pt x="20" y="0"/>
                    </a:lnTo>
                    <a:lnTo>
                      <a:pt x="1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5" name="Google Shape;615;p8"/>
              <p:cNvSpPr/>
              <p:nvPr/>
            </p:nvSpPr>
            <p:spPr>
              <a:xfrm>
                <a:off x="4425" y="2554"/>
                <a:ext cx="140" cy="54"/>
              </a:xfrm>
              <a:custGeom>
                <a:avLst/>
                <a:gdLst/>
                <a:ahLst/>
                <a:cxnLst/>
                <a:rect l="l" t="t" r="r" b="b"/>
                <a:pathLst>
                  <a:path w="140" h="54" extrusionOk="0">
                    <a:moveTo>
                      <a:pt x="18" y="2"/>
                    </a:moveTo>
                    <a:lnTo>
                      <a:pt x="16" y="2"/>
                    </a:lnTo>
                    <a:lnTo>
                      <a:pt x="14" y="4"/>
                    </a:lnTo>
                    <a:lnTo>
                      <a:pt x="10" y="6"/>
                    </a:lnTo>
                    <a:lnTo>
                      <a:pt x="6" y="8"/>
                    </a:lnTo>
                    <a:lnTo>
                      <a:pt x="2" y="10"/>
                    </a:lnTo>
                    <a:lnTo>
                      <a:pt x="0" y="14"/>
                    </a:lnTo>
                    <a:lnTo>
                      <a:pt x="0" y="18"/>
                    </a:lnTo>
                    <a:lnTo>
                      <a:pt x="0" y="18"/>
                    </a:lnTo>
                    <a:lnTo>
                      <a:pt x="2" y="20"/>
                    </a:lnTo>
                    <a:lnTo>
                      <a:pt x="4" y="22"/>
                    </a:lnTo>
                    <a:lnTo>
                      <a:pt x="8" y="22"/>
                    </a:lnTo>
                    <a:lnTo>
                      <a:pt x="12" y="22"/>
                    </a:lnTo>
                    <a:lnTo>
                      <a:pt x="16" y="20"/>
                    </a:lnTo>
                    <a:lnTo>
                      <a:pt x="20" y="18"/>
                    </a:lnTo>
                    <a:lnTo>
                      <a:pt x="24" y="16"/>
                    </a:lnTo>
                    <a:lnTo>
                      <a:pt x="28" y="16"/>
                    </a:lnTo>
                    <a:lnTo>
                      <a:pt x="32" y="16"/>
                    </a:lnTo>
                    <a:lnTo>
                      <a:pt x="34" y="18"/>
                    </a:lnTo>
                    <a:lnTo>
                      <a:pt x="36" y="18"/>
                    </a:lnTo>
                    <a:lnTo>
                      <a:pt x="40" y="20"/>
                    </a:lnTo>
                    <a:lnTo>
                      <a:pt x="44" y="22"/>
                    </a:lnTo>
                    <a:lnTo>
                      <a:pt x="48" y="22"/>
                    </a:lnTo>
                    <a:lnTo>
                      <a:pt x="50" y="24"/>
                    </a:lnTo>
                    <a:lnTo>
                      <a:pt x="52" y="24"/>
                    </a:lnTo>
                    <a:lnTo>
                      <a:pt x="68" y="32"/>
                    </a:lnTo>
                    <a:lnTo>
                      <a:pt x="68" y="32"/>
                    </a:lnTo>
                    <a:lnTo>
                      <a:pt x="70" y="34"/>
                    </a:lnTo>
                    <a:lnTo>
                      <a:pt x="74" y="36"/>
                    </a:lnTo>
                    <a:lnTo>
                      <a:pt x="80" y="40"/>
                    </a:lnTo>
                    <a:lnTo>
                      <a:pt x="88" y="40"/>
                    </a:lnTo>
                    <a:lnTo>
                      <a:pt x="98" y="42"/>
                    </a:lnTo>
                    <a:lnTo>
                      <a:pt x="98" y="46"/>
                    </a:lnTo>
                    <a:lnTo>
                      <a:pt x="90" y="50"/>
                    </a:lnTo>
                    <a:lnTo>
                      <a:pt x="92" y="54"/>
                    </a:lnTo>
                    <a:lnTo>
                      <a:pt x="94" y="54"/>
                    </a:lnTo>
                    <a:lnTo>
                      <a:pt x="96" y="54"/>
                    </a:lnTo>
                    <a:lnTo>
                      <a:pt x="102" y="54"/>
                    </a:lnTo>
                    <a:lnTo>
                      <a:pt x="108" y="54"/>
                    </a:lnTo>
                    <a:lnTo>
                      <a:pt x="114" y="54"/>
                    </a:lnTo>
                    <a:lnTo>
                      <a:pt x="120" y="54"/>
                    </a:lnTo>
                    <a:lnTo>
                      <a:pt x="122" y="54"/>
                    </a:lnTo>
                    <a:lnTo>
                      <a:pt x="138" y="52"/>
                    </a:lnTo>
                    <a:lnTo>
                      <a:pt x="138" y="52"/>
                    </a:lnTo>
                    <a:lnTo>
                      <a:pt x="138" y="50"/>
                    </a:lnTo>
                    <a:lnTo>
                      <a:pt x="140" y="48"/>
                    </a:lnTo>
                    <a:lnTo>
                      <a:pt x="140" y="46"/>
                    </a:lnTo>
                    <a:lnTo>
                      <a:pt x="138" y="42"/>
                    </a:lnTo>
                    <a:lnTo>
                      <a:pt x="120" y="34"/>
                    </a:lnTo>
                    <a:lnTo>
                      <a:pt x="116" y="30"/>
                    </a:lnTo>
                    <a:lnTo>
                      <a:pt x="86" y="22"/>
                    </a:lnTo>
                    <a:lnTo>
                      <a:pt x="76" y="20"/>
                    </a:lnTo>
                    <a:lnTo>
                      <a:pt x="74" y="20"/>
                    </a:lnTo>
                    <a:lnTo>
                      <a:pt x="70" y="16"/>
                    </a:lnTo>
                    <a:lnTo>
                      <a:pt x="66" y="14"/>
                    </a:lnTo>
                    <a:lnTo>
                      <a:pt x="58" y="8"/>
                    </a:lnTo>
                    <a:lnTo>
                      <a:pt x="32" y="0"/>
                    </a:lnTo>
                    <a:lnTo>
                      <a:pt x="18"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6" name="Google Shape;616;p8"/>
              <p:cNvSpPr/>
              <p:nvPr/>
            </p:nvSpPr>
            <p:spPr>
              <a:xfrm>
                <a:off x="4661" y="1196"/>
                <a:ext cx="440" cy="658"/>
              </a:xfrm>
              <a:custGeom>
                <a:avLst/>
                <a:gdLst/>
                <a:ahLst/>
                <a:cxnLst/>
                <a:rect l="l" t="t" r="r" b="b"/>
                <a:pathLst>
                  <a:path w="440" h="658" extrusionOk="0">
                    <a:moveTo>
                      <a:pt x="104" y="78"/>
                    </a:moveTo>
                    <a:lnTo>
                      <a:pt x="102" y="78"/>
                    </a:lnTo>
                    <a:lnTo>
                      <a:pt x="102" y="80"/>
                    </a:lnTo>
                    <a:lnTo>
                      <a:pt x="98" y="82"/>
                    </a:lnTo>
                    <a:lnTo>
                      <a:pt x="96" y="86"/>
                    </a:lnTo>
                    <a:lnTo>
                      <a:pt x="96" y="88"/>
                    </a:lnTo>
                    <a:lnTo>
                      <a:pt x="94" y="92"/>
                    </a:lnTo>
                    <a:lnTo>
                      <a:pt x="96" y="94"/>
                    </a:lnTo>
                    <a:lnTo>
                      <a:pt x="96" y="96"/>
                    </a:lnTo>
                    <a:lnTo>
                      <a:pt x="96" y="102"/>
                    </a:lnTo>
                    <a:lnTo>
                      <a:pt x="96" y="110"/>
                    </a:lnTo>
                    <a:lnTo>
                      <a:pt x="96" y="110"/>
                    </a:lnTo>
                    <a:lnTo>
                      <a:pt x="96" y="112"/>
                    </a:lnTo>
                    <a:lnTo>
                      <a:pt x="96" y="116"/>
                    </a:lnTo>
                    <a:lnTo>
                      <a:pt x="96" y="118"/>
                    </a:lnTo>
                    <a:lnTo>
                      <a:pt x="94" y="122"/>
                    </a:lnTo>
                    <a:lnTo>
                      <a:pt x="90" y="122"/>
                    </a:lnTo>
                    <a:lnTo>
                      <a:pt x="76" y="122"/>
                    </a:lnTo>
                    <a:lnTo>
                      <a:pt x="74" y="122"/>
                    </a:lnTo>
                    <a:lnTo>
                      <a:pt x="74" y="124"/>
                    </a:lnTo>
                    <a:lnTo>
                      <a:pt x="72" y="126"/>
                    </a:lnTo>
                    <a:lnTo>
                      <a:pt x="70" y="128"/>
                    </a:lnTo>
                    <a:lnTo>
                      <a:pt x="68" y="128"/>
                    </a:lnTo>
                    <a:lnTo>
                      <a:pt x="56" y="130"/>
                    </a:lnTo>
                    <a:lnTo>
                      <a:pt x="56" y="132"/>
                    </a:lnTo>
                    <a:lnTo>
                      <a:pt x="56" y="134"/>
                    </a:lnTo>
                    <a:lnTo>
                      <a:pt x="56" y="138"/>
                    </a:lnTo>
                    <a:lnTo>
                      <a:pt x="52" y="142"/>
                    </a:lnTo>
                    <a:lnTo>
                      <a:pt x="52" y="142"/>
                    </a:lnTo>
                    <a:lnTo>
                      <a:pt x="50" y="144"/>
                    </a:lnTo>
                    <a:lnTo>
                      <a:pt x="48" y="146"/>
                    </a:lnTo>
                    <a:lnTo>
                      <a:pt x="48" y="150"/>
                    </a:lnTo>
                    <a:lnTo>
                      <a:pt x="50" y="154"/>
                    </a:lnTo>
                    <a:lnTo>
                      <a:pt x="50" y="154"/>
                    </a:lnTo>
                    <a:lnTo>
                      <a:pt x="54" y="156"/>
                    </a:lnTo>
                    <a:lnTo>
                      <a:pt x="58" y="156"/>
                    </a:lnTo>
                    <a:lnTo>
                      <a:pt x="62" y="158"/>
                    </a:lnTo>
                    <a:lnTo>
                      <a:pt x="68" y="158"/>
                    </a:lnTo>
                    <a:lnTo>
                      <a:pt x="68" y="160"/>
                    </a:lnTo>
                    <a:lnTo>
                      <a:pt x="68" y="162"/>
                    </a:lnTo>
                    <a:lnTo>
                      <a:pt x="68" y="166"/>
                    </a:lnTo>
                    <a:lnTo>
                      <a:pt x="68" y="168"/>
                    </a:lnTo>
                    <a:lnTo>
                      <a:pt x="66" y="172"/>
                    </a:lnTo>
                    <a:lnTo>
                      <a:pt x="66" y="176"/>
                    </a:lnTo>
                    <a:lnTo>
                      <a:pt x="68" y="180"/>
                    </a:lnTo>
                    <a:lnTo>
                      <a:pt x="68" y="182"/>
                    </a:lnTo>
                    <a:lnTo>
                      <a:pt x="68" y="186"/>
                    </a:lnTo>
                    <a:lnTo>
                      <a:pt x="68" y="190"/>
                    </a:lnTo>
                    <a:lnTo>
                      <a:pt x="66" y="192"/>
                    </a:lnTo>
                    <a:lnTo>
                      <a:pt x="64" y="194"/>
                    </a:lnTo>
                    <a:lnTo>
                      <a:pt x="62" y="194"/>
                    </a:lnTo>
                    <a:lnTo>
                      <a:pt x="58" y="194"/>
                    </a:lnTo>
                    <a:lnTo>
                      <a:pt x="56" y="196"/>
                    </a:lnTo>
                    <a:lnTo>
                      <a:pt x="56" y="200"/>
                    </a:lnTo>
                    <a:lnTo>
                      <a:pt x="54" y="202"/>
                    </a:lnTo>
                    <a:lnTo>
                      <a:pt x="54" y="202"/>
                    </a:lnTo>
                    <a:lnTo>
                      <a:pt x="52" y="202"/>
                    </a:lnTo>
                    <a:lnTo>
                      <a:pt x="48" y="202"/>
                    </a:lnTo>
                    <a:lnTo>
                      <a:pt x="46" y="202"/>
                    </a:lnTo>
                    <a:lnTo>
                      <a:pt x="44" y="202"/>
                    </a:lnTo>
                    <a:lnTo>
                      <a:pt x="42" y="204"/>
                    </a:lnTo>
                    <a:lnTo>
                      <a:pt x="42" y="206"/>
                    </a:lnTo>
                    <a:lnTo>
                      <a:pt x="38" y="208"/>
                    </a:lnTo>
                    <a:lnTo>
                      <a:pt x="32" y="212"/>
                    </a:lnTo>
                    <a:lnTo>
                      <a:pt x="28" y="214"/>
                    </a:lnTo>
                    <a:lnTo>
                      <a:pt x="22" y="214"/>
                    </a:lnTo>
                    <a:lnTo>
                      <a:pt x="22" y="214"/>
                    </a:lnTo>
                    <a:lnTo>
                      <a:pt x="20" y="214"/>
                    </a:lnTo>
                    <a:lnTo>
                      <a:pt x="16" y="214"/>
                    </a:lnTo>
                    <a:lnTo>
                      <a:pt x="14" y="216"/>
                    </a:lnTo>
                    <a:lnTo>
                      <a:pt x="10" y="218"/>
                    </a:lnTo>
                    <a:lnTo>
                      <a:pt x="10" y="220"/>
                    </a:lnTo>
                    <a:lnTo>
                      <a:pt x="8" y="222"/>
                    </a:lnTo>
                    <a:lnTo>
                      <a:pt x="6" y="222"/>
                    </a:lnTo>
                    <a:lnTo>
                      <a:pt x="6" y="224"/>
                    </a:lnTo>
                    <a:lnTo>
                      <a:pt x="4" y="224"/>
                    </a:lnTo>
                    <a:lnTo>
                      <a:pt x="2" y="226"/>
                    </a:lnTo>
                    <a:lnTo>
                      <a:pt x="0" y="230"/>
                    </a:lnTo>
                    <a:lnTo>
                      <a:pt x="2" y="234"/>
                    </a:lnTo>
                    <a:lnTo>
                      <a:pt x="4" y="238"/>
                    </a:lnTo>
                    <a:lnTo>
                      <a:pt x="6" y="240"/>
                    </a:lnTo>
                    <a:lnTo>
                      <a:pt x="10" y="240"/>
                    </a:lnTo>
                    <a:lnTo>
                      <a:pt x="18" y="246"/>
                    </a:lnTo>
                    <a:lnTo>
                      <a:pt x="20" y="248"/>
                    </a:lnTo>
                    <a:lnTo>
                      <a:pt x="22" y="250"/>
                    </a:lnTo>
                    <a:lnTo>
                      <a:pt x="24" y="252"/>
                    </a:lnTo>
                    <a:lnTo>
                      <a:pt x="24" y="254"/>
                    </a:lnTo>
                    <a:lnTo>
                      <a:pt x="26" y="256"/>
                    </a:lnTo>
                    <a:lnTo>
                      <a:pt x="30" y="256"/>
                    </a:lnTo>
                    <a:lnTo>
                      <a:pt x="34" y="256"/>
                    </a:lnTo>
                    <a:lnTo>
                      <a:pt x="40" y="256"/>
                    </a:lnTo>
                    <a:lnTo>
                      <a:pt x="40" y="254"/>
                    </a:lnTo>
                    <a:lnTo>
                      <a:pt x="40" y="252"/>
                    </a:lnTo>
                    <a:lnTo>
                      <a:pt x="42" y="252"/>
                    </a:lnTo>
                    <a:lnTo>
                      <a:pt x="44" y="250"/>
                    </a:lnTo>
                    <a:lnTo>
                      <a:pt x="46" y="252"/>
                    </a:lnTo>
                    <a:lnTo>
                      <a:pt x="48" y="254"/>
                    </a:lnTo>
                    <a:lnTo>
                      <a:pt x="50" y="256"/>
                    </a:lnTo>
                    <a:lnTo>
                      <a:pt x="52" y="258"/>
                    </a:lnTo>
                    <a:lnTo>
                      <a:pt x="52" y="260"/>
                    </a:lnTo>
                    <a:lnTo>
                      <a:pt x="48" y="262"/>
                    </a:lnTo>
                    <a:lnTo>
                      <a:pt x="44" y="264"/>
                    </a:lnTo>
                    <a:lnTo>
                      <a:pt x="42" y="266"/>
                    </a:lnTo>
                    <a:lnTo>
                      <a:pt x="42" y="268"/>
                    </a:lnTo>
                    <a:lnTo>
                      <a:pt x="44" y="270"/>
                    </a:lnTo>
                    <a:lnTo>
                      <a:pt x="44" y="272"/>
                    </a:lnTo>
                    <a:lnTo>
                      <a:pt x="44" y="274"/>
                    </a:lnTo>
                    <a:lnTo>
                      <a:pt x="44" y="274"/>
                    </a:lnTo>
                    <a:lnTo>
                      <a:pt x="42" y="274"/>
                    </a:lnTo>
                    <a:lnTo>
                      <a:pt x="38" y="272"/>
                    </a:lnTo>
                    <a:lnTo>
                      <a:pt x="36" y="270"/>
                    </a:lnTo>
                    <a:lnTo>
                      <a:pt x="32" y="268"/>
                    </a:lnTo>
                    <a:lnTo>
                      <a:pt x="32" y="268"/>
                    </a:lnTo>
                    <a:lnTo>
                      <a:pt x="32" y="270"/>
                    </a:lnTo>
                    <a:lnTo>
                      <a:pt x="30" y="272"/>
                    </a:lnTo>
                    <a:lnTo>
                      <a:pt x="30" y="276"/>
                    </a:lnTo>
                    <a:lnTo>
                      <a:pt x="30" y="278"/>
                    </a:lnTo>
                    <a:lnTo>
                      <a:pt x="28" y="278"/>
                    </a:lnTo>
                    <a:lnTo>
                      <a:pt x="26" y="278"/>
                    </a:lnTo>
                    <a:lnTo>
                      <a:pt x="24" y="276"/>
                    </a:lnTo>
                    <a:lnTo>
                      <a:pt x="20" y="274"/>
                    </a:lnTo>
                    <a:lnTo>
                      <a:pt x="18" y="272"/>
                    </a:lnTo>
                    <a:lnTo>
                      <a:pt x="16" y="274"/>
                    </a:lnTo>
                    <a:lnTo>
                      <a:pt x="12" y="276"/>
                    </a:lnTo>
                    <a:lnTo>
                      <a:pt x="10" y="278"/>
                    </a:lnTo>
                    <a:lnTo>
                      <a:pt x="8" y="280"/>
                    </a:lnTo>
                    <a:lnTo>
                      <a:pt x="10" y="282"/>
                    </a:lnTo>
                    <a:lnTo>
                      <a:pt x="12" y="286"/>
                    </a:lnTo>
                    <a:lnTo>
                      <a:pt x="14" y="290"/>
                    </a:lnTo>
                    <a:lnTo>
                      <a:pt x="18" y="292"/>
                    </a:lnTo>
                    <a:lnTo>
                      <a:pt x="22" y="294"/>
                    </a:lnTo>
                    <a:lnTo>
                      <a:pt x="24" y="296"/>
                    </a:lnTo>
                    <a:lnTo>
                      <a:pt x="26" y="296"/>
                    </a:lnTo>
                    <a:lnTo>
                      <a:pt x="26" y="304"/>
                    </a:lnTo>
                    <a:lnTo>
                      <a:pt x="28" y="304"/>
                    </a:lnTo>
                    <a:lnTo>
                      <a:pt x="30" y="304"/>
                    </a:lnTo>
                    <a:lnTo>
                      <a:pt x="34" y="306"/>
                    </a:lnTo>
                    <a:lnTo>
                      <a:pt x="38" y="308"/>
                    </a:lnTo>
                    <a:lnTo>
                      <a:pt x="40" y="310"/>
                    </a:lnTo>
                    <a:lnTo>
                      <a:pt x="42" y="312"/>
                    </a:lnTo>
                    <a:lnTo>
                      <a:pt x="44" y="314"/>
                    </a:lnTo>
                    <a:lnTo>
                      <a:pt x="44" y="316"/>
                    </a:lnTo>
                    <a:lnTo>
                      <a:pt x="46" y="318"/>
                    </a:lnTo>
                    <a:lnTo>
                      <a:pt x="48" y="318"/>
                    </a:lnTo>
                    <a:lnTo>
                      <a:pt x="50" y="318"/>
                    </a:lnTo>
                    <a:lnTo>
                      <a:pt x="54" y="318"/>
                    </a:lnTo>
                    <a:lnTo>
                      <a:pt x="58" y="316"/>
                    </a:lnTo>
                    <a:lnTo>
                      <a:pt x="66" y="312"/>
                    </a:lnTo>
                    <a:lnTo>
                      <a:pt x="70" y="308"/>
                    </a:lnTo>
                    <a:lnTo>
                      <a:pt x="74" y="306"/>
                    </a:lnTo>
                    <a:lnTo>
                      <a:pt x="78" y="304"/>
                    </a:lnTo>
                    <a:lnTo>
                      <a:pt x="82" y="304"/>
                    </a:lnTo>
                    <a:lnTo>
                      <a:pt x="88" y="304"/>
                    </a:lnTo>
                    <a:lnTo>
                      <a:pt x="94" y="304"/>
                    </a:lnTo>
                    <a:lnTo>
                      <a:pt x="98" y="302"/>
                    </a:lnTo>
                    <a:lnTo>
                      <a:pt x="104" y="302"/>
                    </a:lnTo>
                    <a:lnTo>
                      <a:pt x="108" y="302"/>
                    </a:lnTo>
                    <a:lnTo>
                      <a:pt x="108" y="302"/>
                    </a:lnTo>
                    <a:lnTo>
                      <a:pt x="110" y="302"/>
                    </a:lnTo>
                    <a:lnTo>
                      <a:pt x="112" y="304"/>
                    </a:lnTo>
                    <a:lnTo>
                      <a:pt x="114" y="306"/>
                    </a:lnTo>
                    <a:lnTo>
                      <a:pt x="116" y="310"/>
                    </a:lnTo>
                    <a:lnTo>
                      <a:pt x="118" y="314"/>
                    </a:lnTo>
                    <a:lnTo>
                      <a:pt x="118" y="314"/>
                    </a:lnTo>
                    <a:lnTo>
                      <a:pt x="120" y="314"/>
                    </a:lnTo>
                    <a:lnTo>
                      <a:pt x="124" y="316"/>
                    </a:lnTo>
                    <a:lnTo>
                      <a:pt x="126" y="318"/>
                    </a:lnTo>
                    <a:lnTo>
                      <a:pt x="128" y="324"/>
                    </a:lnTo>
                    <a:lnTo>
                      <a:pt x="132" y="330"/>
                    </a:lnTo>
                    <a:lnTo>
                      <a:pt x="132" y="348"/>
                    </a:lnTo>
                    <a:lnTo>
                      <a:pt x="132" y="350"/>
                    </a:lnTo>
                    <a:lnTo>
                      <a:pt x="134" y="352"/>
                    </a:lnTo>
                    <a:lnTo>
                      <a:pt x="136" y="358"/>
                    </a:lnTo>
                    <a:lnTo>
                      <a:pt x="138" y="364"/>
                    </a:lnTo>
                    <a:lnTo>
                      <a:pt x="140" y="370"/>
                    </a:lnTo>
                    <a:lnTo>
                      <a:pt x="142" y="378"/>
                    </a:lnTo>
                    <a:lnTo>
                      <a:pt x="140" y="384"/>
                    </a:lnTo>
                    <a:lnTo>
                      <a:pt x="140" y="390"/>
                    </a:lnTo>
                    <a:lnTo>
                      <a:pt x="142" y="394"/>
                    </a:lnTo>
                    <a:lnTo>
                      <a:pt x="144" y="398"/>
                    </a:lnTo>
                    <a:lnTo>
                      <a:pt x="148" y="402"/>
                    </a:lnTo>
                    <a:lnTo>
                      <a:pt x="148" y="404"/>
                    </a:lnTo>
                    <a:lnTo>
                      <a:pt x="148" y="406"/>
                    </a:lnTo>
                    <a:lnTo>
                      <a:pt x="146" y="408"/>
                    </a:lnTo>
                    <a:lnTo>
                      <a:pt x="146" y="410"/>
                    </a:lnTo>
                    <a:lnTo>
                      <a:pt x="144" y="410"/>
                    </a:lnTo>
                    <a:lnTo>
                      <a:pt x="144" y="410"/>
                    </a:lnTo>
                    <a:lnTo>
                      <a:pt x="142" y="410"/>
                    </a:lnTo>
                    <a:lnTo>
                      <a:pt x="140" y="410"/>
                    </a:lnTo>
                    <a:lnTo>
                      <a:pt x="140" y="410"/>
                    </a:lnTo>
                    <a:lnTo>
                      <a:pt x="138" y="412"/>
                    </a:lnTo>
                    <a:lnTo>
                      <a:pt x="138" y="416"/>
                    </a:lnTo>
                    <a:lnTo>
                      <a:pt x="140" y="418"/>
                    </a:lnTo>
                    <a:lnTo>
                      <a:pt x="142" y="420"/>
                    </a:lnTo>
                    <a:lnTo>
                      <a:pt x="144" y="422"/>
                    </a:lnTo>
                    <a:lnTo>
                      <a:pt x="144" y="424"/>
                    </a:lnTo>
                    <a:lnTo>
                      <a:pt x="144" y="426"/>
                    </a:lnTo>
                    <a:lnTo>
                      <a:pt x="142" y="428"/>
                    </a:lnTo>
                    <a:lnTo>
                      <a:pt x="138" y="430"/>
                    </a:lnTo>
                    <a:lnTo>
                      <a:pt x="136" y="434"/>
                    </a:lnTo>
                    <a:lnTo>
                      <a:pt x="134" y="436"/>
                    </a:lnTo>
                    <a:lnTo>
                      <a:pt x="132" y="438"/>
                    </a:lnTo>
                    <a:lnTo>
                      <a:pt x="132" y="440"/>
                    </a:lnTo>
                    <a:lnTo>
                      <a:pt x="134" y="440"/>
                    </a:lnTo>
                    <a:lnTo>
                      <a:pt x="138" y="440"/>
                    </a:lnTo>
                    <a:lnTo>
                      <a:pt x="142" y="440"/>
                    </a:lnTo>
                    <a:lnTo>
                      <a:pt x="146" y="438"/>
                    </a:lnTo>
                    <a:lnTo>
                      <a:pt x="146" y="436"/>
                    </a:lnTo>
                    <a:lnTo>
                      <a:pt x="148" y="434"/>
                    </a:lnTo>
                    <a:lnTo>
                      <a:pt x="150" y="430"/>
                    </a:lnTo>
                    <a:lnTo>
                      <a:pt x="152" y="426"/>
                    </a:lnTo>
                    <a:lnTo>
                      <a:pt x="154" y="424"/>
                    </a:lnTo>
                    <a:lnTo>
                      <a:pt x="156" y="424"/>
                    </a:lnTo>
                    <a:lnTo>
                      <a:pt x="158" y="426"/>
                    </a:lnTo>
                    <a:lnTo>
                      <a:pt x="160" y="430"/>
                    </a:lnTo>
                    <a:lnTo>
                      <a:pt x="162" y="434"/>
                    </a:lnTo>
                    <a:lnTo>
                      <a:pt x="162" y="438"/>
                    </a:lnTo>
                    <a:lnTo>
                      <a:pt x="164" y="442"/>
                    </a:lnTo>
                    <a:lnTo>
                      <a:pt x="164" y="446"/>
                    </a:lnTo>
                    <a:lnTo>
                      <a:pt x="166" y="448"/>
                    </a:lnTo>
                    <a:lnTo>
                      <a:pt x="168" y="450"/>
                    </a:lnTo>
                    <a:lnTo>
                      <a:pt x="172" y="450"/>
                    </a:lnTo>
                    <a:lnTo>
                      <a:pt x="176" y="452"/>
                    </a:lnTo>
                    <a:lnTo>
                      <a:pt x="178" y="456"/>
                    </a:lnTo>
                    <a:lnTo>
                      <a:pt x="178" y="460"/>
                    </a:lnTo>
                    <a:lnTo>
                      <a:pt x="178" y="464"/>
                    </a:lnTo>
                    <a:lnTo>
                      <a:pt x="178" y="464"/>
                    </a:lnTo>
                    <a:lnTo>
                      <a:pt x="174" y="464"/>
                    </a:lnTo>
                    <a:lnTo>
                      <a:pt x="170" y="462"/>
                    </a:lnTo>
                    <a:lnTo>
                      <a:pt x="166" y="458"/>
                    </a:lnTo>
                    <a:lnTo>
                      <a:pt x="162" y="456"/>
                    </a:lnTo>
                    <a:lnTo>
                      <a:pt x="156" y="454"/>
                    </a:lnTo>
                    <a:lnTo>
                      <a:pt x="152" y="454"/>
                    </a:lnTo>
                    <a:lnTo>
                      <a:pt x="148" y="454"/>
                    </a:lnTo>
                    <a:lnTo>
                      <a:pt x="148" y="456"/>
                    </a:lnTo>
                    <a:lnTo>
                      <a:pt x="148" y="456"/>
                    </a:lnTo>
                    <a:lnTo>
                      <a:pt x="148" y="458"/>
                    </a:lnTo>
                    <a:lnTo>
                      <a:pt x="150" y="460"/>
                    </a:lnTo>
                    <a:lnTo>
                      <a:pt x="152" y="464"/>
                    </a:lnTo>
                    <a:lnTo>
                      <a:pt x="156" y="466"/>
                    </a:lnTo>
                    <a:lnTo>
                      <a:pt x="162" y="468"/>
                    </a:lnTo>
                    <a:lnTo>
                      <a:pt x="166" y="470"/>
                    </a:lnTo>
                    <a:lnTo>
                      <a:pt x="170" y="470"/>
                    </a:lnTo>
                    <a:lnTo>
                      <a:pt x="172" y="472"/>
                    </a:lnTo>
                    <a:lnTo>
                      <a:pt x="174" y="474"/>
                    </a:lnTo>
                    <a:lnTo>
                      <a:pt x="176" y="476"/>
                    </a:lnTo>
                    <a:lnTo>
                      <a:pt x="176" y="480"/>
                    </a:lnTo>
                    <a:lnTo>
                      <a:pt x="176" y="484"/>
                    </a:lnTo>
                    <a:lnTo>
                      <a:pt x="172" y="490"/>
                    </a:lnTo>
                    <a:lnTo>
                      <a:pt x="168" y="494"/>
                    </a:lnTo>
                    <a:lnTo>
                      <a:pt x="166" y="498"/>
                    </a:lnTo>
                    <a:lnTo>
                      <a:pt x="162" y="500"/>
                    </a:lnTo>
                    <a:lnTo>
                      <a:pt x="160" y="502"/>
                    </a:lnTo>
                    <a:lnTo>
                      <a:pt x="158" y="502"/>
                    </a:lnTo>
                    <a:lnTo>
                      <a:pt x="156" y="504"/>
                    </a:lnTo>
                    <a:lnTo>
                      <a:pt x="158" y="506"/>
                    </a:lnTo>
                    <a:lnTo>
                      <a:pt x="158" y="508"/>
                    </a:lnTo>
                    <a:lnTo>
                      <a:pt x="160" y="508"/>
                    </a:lnTo>
                    <a:lnTo>
                      <a:pt x="162" y="508"/>
                    </a:lnTo>
                    <a:lnTo>
                      <a:pt x="156" y="514"/>
                    </a:lnTo>
                    <a:lnTo>
                      <a:pt x="148" y="526"/>
                    </a:lnTo>
                    <a:lnTo>
                      <a:pt x="148" y="526"/>
                    </a:lnTo>
                    <a:lnTo>
                      <a:pt x="150" y="528"/>
                    </a:lnTo>
                    <a:lnTo>
                      <a:pt x="150" y="532"/>
                    </a:lnTo>
                    <a:lnTo>
                      <a:pt x="152" y="538"/>
                    </a:lnTo>
                    <a:lnTo>
                      <a:pt x="152" y="544"/>
                    </a:lnTo>
                    <a:lnTo>
                      <a:pt x="154" y="550"/>
                    </a:lnTo>
                    <a:lnTo>
                      <a:pt x="154" y="558"/>
                    </a:lnTo>
                    <a:lnTo>
                      <a:pt x="156" y="566"/>
                    </a:lnTo>
                    <a:lnTo>
                      <a:pt x="158" y="572"/>
                    </a:lnTo>
                    <a:lnTo>
                      <a:pt x="160" y="578"/>
                    </a:lnTo>
                    <a:lnTo>
                      <a:pt x="162" y="584"/>
                    </a:lnTo>
                    <a:lnTo>
                      <a:pt x="164" y="588"/>
                    </a:lnTo>
                    <a:lnTo>
                      <a:pt x="166" y="594"/>
                    </a:lnTo>
                    <a:lnTo>
                      <a:pt x="166" y="598"/>
                    </a:lnTo>
                    <a:lnTo>
                      <a:pt x="166" y="600"/>
                    </a:lnTo>
                    <a:lnTo>
                      <a:pt x="178" y="620"/>
                    </a:lnTo>
                    <a:lnTo>
                      <a:pt x="180" y="620"/>
                    </a:lnTo>
                    <a:lnTo>
                      <a:pt x="180" y="624"/>
                    </a:lnTo>
                    <a:lnTo>
                      <a:pt x="180" y="628"/>
                    </a:lnTo>
                    <a:lnTo>
                      <a:pt x="182" y="634"/>
                    </a:lnTo>
                    <a:lnTo>
                      <a:pt x="184" y="638"/>
                    </a:lnTo>
                    <a:lnTo>
                      <a:pt x="184" y="642"/>
                    </a:lnTo>
                    <a:lnTo>
                      <a:pt x="186" y="644"/>
                    </a:lnTo>
                    <a:lnTo>
                      <a:pt x="190" y="646"/>
                    </a:lnTo>
                    <a:lnTo>
                      <a:pt x="194" y="646"/>
                    </a:lnTo>
                    <a:lnTo>
                      <a:pt x="202" y="646"/>
                    </a:lnTo>
                    <a:lnTo>
                      <a:pt x="208" y="644"/>
                    </a:lnTo>
                    <a:lnTo>
                      <a:pt x="212" y="642"/>
                    </a:lnTo>
                    <a:lnTo>
                      <a:pt x="214" y="642"/>
                    </a:lnTo>
                    <a:lnTo>
                      <a:pt x="216" y="640"/>
                    </a:lnTo>
                    <a:lnTo>
                      <a:pt x="218" y="640"/>
                    </a:lnTo>
                    <a:lnTo>
                      <a:pt x="220" y="640"/>
                    </a:lnTo>
                    <a:lnTo>
                      <a:pt x="220" y="642"/>
                    </a:lnTo>
                    <a:lnTo>
                      <a:pt x="218" y="644"/>
                    </a:lnTo>
                    <a:lnTo>
                      <a:pt x="216" y="646"/>
                    </a:lnTo>
                    <a:lnTo>
                      <a:pt x="214" y="648"/>
                    </a:lnTo>
                    <a:lnTo>
                      <a:pt x="212" y="650"/>
                    </a:lnTo>
                    <a:lnTo>
                      <a:pt x="210" y="650"/>
                    </a:lnTo>
                    <a:lnTo>
                      <a:pt x="212" y="652"/>
                    </a:lnTo>
                    <a:lnTo>
                      <a:pt x="214" y="654"/>
                    </a:lnTo>
                    <a:lnTo>
                      <a:pt x="218" y="656"/>
                    </a:lnTo>
                    <a:lnTo>
                      <a:pt x="222" y="656"/>
                    </a:lnTo>
                    <a:lnTo>
                      <a:pt x="226" y="658"/>
                    </a:lnTo>
                    <a:lnTo>
                      <a:pt x="228" y="658"/>
                    </a:lnTo>
                    <a:lnTo>
                      <a:pt x="232" y="658"/>
                    </a:lnTo>
                    <a:lnTo>
                      <a:pt x="234" y="656"/>
                    </a:lnTo>
                    <a:lnTo>
                      <a:pt x="234" y="652"/>
                    </a:lnTo>
                    <a:lnTo>
                      <a:pt x="234" y="644"/>
                    </a:lnTo>
                    <a:lnTo>
                      <a:pt x="234" y="638"/>
                    </a:lnTo>
                    <a:lnTo>
                      <a:pt x="236" y="632"/>
                    </a:lnTo>
                    <a:lnTo>
                      <a:pt x="238" y="630"/>
                    </a:lnTo>
                    <a:lnTo>
                      <a:pt x="240" y="626"/>
                    </a:lnTo>
                    <a:lnTo>
                      <a:pt x="240" y="622"/>
                    </a:lnTo>
                    <a:lnTo>
                      <a:pt x="240" y="618"/>
                    </a:lnTo>
                    <a:lnTo>
                      <a:pt x="238" y="616"/>
                    </a:lnTo>
                    <a:lnTo>
                      <a:pt x="238" y="614"/>
                    </a:lnTo>
                    <a:lnTo>
                      <a:pt x="238" y="612"/>
                    </a:lnTo>
                    <a:lnTo>
                      <a:pt x="242" y="610"/>
                    </a:lnTo>
                    <a:lnTo>
                      <a:pt x="244" y="608"/>
                    </a:lnTo>
                    <a:lnTo>
                      <a:pt x="246" y="608"/>
                    </a:lnTo>
                    <a:lnTo>
                      <a:pt x="246" y="606"/>
                    </a:lnTo>
                    <a:lnTo>
                      <a:pt x="250" y="590"/>
                    </a:lnTo>
                    <a:lnTo>
                      <a:pt x="252" y="576"/>
                    </a:lnTo>
                    <a:lnTo>
                      <a:pt x="252" y="574"/>
                    </a:lnTo>
                    <a:lnTo>
                      <a:pt x="252" y="572"/>
                    </a:lnTo>
                    <a:lnTo>
                      <a:pt x="250" y="570"/>
                    </a:lnTo>
                    <a:lnTo>
                      <a:pt x="252" y="566"/>
                    </a:lnTo>
                    <a:lnTo>
                      <a:pt x="254" y="566"/>
                    </a:lnTo>
                    <a:lnTo>
                      <a:pt x="258" y="564"/>
                    </a:lnTo>
                    <a:lnTo>
                      <a:pt x="260" y="564"/>
                    </a:lnTo>
                    <a:lnTo>
                      <a:pt x="260" y="566"/>
                    </a:lnTo>
                    <a:lnTo>
                      <a:pt x="260" y="566"/>
                    </a:lnTo>
                    <a:lnTo>
                      <a:pt x="262" y="566"/>
                    </a:lnTo>
                    <a:lnTo>
                      <a:pt x="266" y="566"/>
                    </a:lnTo>
                    <a:lnTo>
                      <a:pt x="268" y="564"/>
                    </a:lnTo>
                    <a:lnTo>
                      <a:pt x="270" y="562"/>
                    </a:lnTo>
                    <a:lnTo>
                      <a:pt x="272" y="560"/>
                    </a:lnTo>
                    <a:lnTo>
                      <a:pt x="276" y="558"/>
                    </a:lnTo>
                    <a:lnTo>
                      <a:pt x="280" y="556"/>
                    </a:lnTo>
                    <a:lnTo>
                      <a:pt x="282" y="556"/>
                    </a:lnTo>
                    <a:lnTo>
                      <a:pt x="284" y="556"/>
                    </a:lnTo>
                    <a:lnTo>
                      <a:pt x="286" y="552"/>
                    </a:lnTo>
                    <a:lnTo>
                      <a:pt x="292" y="544"/>
                    </a:lnTo>
                    <a:lnTo>
                      <a:pt x="302" y="534"/>
                    </a:lnTo>
                    <a:lnTo>
                      <a:pt x="310" y="526"/>
                    </a:lnTo>
                    <a:lnTo>
                      <a:pt x="318" y="518"/>
                    </a:lnTo>
                    <a:lnTo>
                      <a:pt x="322" y="516"/>
                    </a:lnTo>
                    <a:lnTo>
                      <a:pt x="324" y="518"/>
                    </a:lnTo>
                    <a:lnTo>
                      <a:pt x="326" y="516"/>
                    </a:lnTo>
                    <a:lnTo>
                      <a:pt x="326" y="512"/>
                    </a:lnTo>
                    <a:lnTo>
                      <a:pt x="328" y="510"/>
                    </a:lnTo>
                    <a:lnTo>
                      <a:pt x="330" y="506"/>
                    </a:lnTo>
                    <a:lnTo>
                      <a:pt x="330" y="504"/>
                    </a:lnTo>
                    <a:lnTo>
                      <a:pt x="332" y="502"/>
                    </a:lnTo>
                    <a:lnTo>
                      <a:pt x="334" y="500"/>
                    </a:lnTo>
                    <a:lnTo>
                      <a:pt x="336" y="498"/>
                    </a:lnTo>
                    <a:lnTo>
                      <a:pt x="338" y="498"/>
                    </a:lnTo>
                    <a:lnTo>
                      <a:pt x="340" y="500"/>
                    </a:lnTo>
                    <a:lnTo>
                      <a:pt x="342" y="504"/>
                    </a:lnTo>
                    <a:lnTo>
                      <a:pt x="346" y="504"/>
                    </a:lnTo>
                    <a:lnTo>
                      <a:pt x="348" y="504"/>
                    </a:lnTo>
                    <a:lnTo>
                      <a:pt x="348" y="500"/>
                    </a:lnTo>
                    <a:lnTo>
                      <a:pt x="350" y="498"/>
                    </a:lnTo>
                    <a:lnTo>
                      <a:pt x="352" y="498"/>
                    </a:lnTo>
                    <a:lnTo>
                      <a:pt x="356" y="498"/>
                    </a:lnTo>
                    <a:lnTo>
                      <a:pt x="358" y="498"/>
                    </a:lnTo>
                    <a:lnTo>
                      <a:pt x="358" y="498"/>
                    </a:lnTo>
                    <a:lnTo>
                      <a:pt x="358" y="498"/>
                    </a:lnTo>
                    <a:lnTo>
                      <a:pt x="360" y="496"/>
                    </a:lnTo>
                    <a:lnTo>
                      <a:pt x="364" y="494"/>
                    </a:lnTo>
                    <a:lnTo>
                      <a:pt x="366" y="490"/>
                    </a:lnTo>
                    <a:lnTo>
                      <a:pt x="370" y="488"/>
                    </a:lnTo>
                    <a:lnTo>
                      <a:pt x="372" y="486"/>
                    </a:lnTo>
                    <a:lnTo>
                      <a:pt x="374" y="484"/>
                    </a:lnTo>
                    <a:lnTo>
                      <a:pt x="380" y="480"/>
                    </a:lnTo>
                    <a:lnTo>
                      <a:pt x="384" y="478"/>
                    </a:lnTo>
                    <a:lnTo>
                      <a:pt x="386" y="476"/>
                    </a:lnTo>
                    <a:lnTo>
                      <a:pt x="390" y="474"/>
                    </a:lnTo>
                    <a:lnTo>
                      <a:pt x="390" y="472"/>
                    </a:lnTo>
                    <a:lnTo>
                      <a:pt x="390" y="470"/>
                    </a:lnTo>
                    <a:lnTo>
                      <a:pt x="388" y="468"/>
                    </a:lnTo>
                    <a:lnTo>
                      <a:pt x="386" y="466"/>
                    </a:lnTo>
                    <a:lnTo>
                      <a:pt x="382" y="464"/>
                    </a:lnTo>
                    <a:lnTo>
                      <a:pt x="378" y="464"/>
                    </a:lnTo>
                    <a:lnTo>
                      <a:pt x="372" y="464"/>
                    </a:lnTo>
                    <a:lnTo>
                      <a:pt x="368" y="464"/>
                    </a:lnTo>
                    <a:lnTo>
                      <a:pt x="364" y="464"/>
                    </a:lnTo>
                    <a:lnTo>
                      <a:pt x="362" y="464"/>
                    </a:lnTo>
                    <a:lnTo>
                      <a:pt x="362" y="466"/>
                    </a:lnTo>
                    <a:lnTo>
                      <a:pt x="360" y="468"/>
                    </a:lnTo>
                    <a:lnTo>
                      <a:pt x="358" y="470"/>
                    </a:lnTo>
                    <a:lnTo>
                      <a:pt x="354" y="472"/>
                    </a:lnTo>
                    <a:lnTo>
                      <a:pt x="348" y="474"/>
                    </a:lnTo>
                    <a:lnTo>
                      <a:pt x="344" y="474"/>
                    </a:lnTo>
                    <a:lnTo>
                      <a:pt x="340" y="474"/>
                    </a:lnTo>
                    <a:lnTo>
                      <a:pt x="338" y="472"/>
                    </a:lnTo>
                    <a:lnTo>
                      <a:pt x="334" y="472"/>
                    </a:lnTo>
                    <a:lnTo>
                      <a:pt x="334" y="472"/>
                    </a:lnTo>
                    <a:lnTo>
                      <a:pt x="334" y="472"/>
                    </a:lnTo>
                    <a:lnTo>
                      <a:pt x="334" y="470"/>
                    </a:lnTo>
                    <a:lnTo>
                      <a:pt x="334" y="468"/>
                    </a:lnTo>
                    <a:lnTo>
                      <a:pt x="334" y="466"/>
                    </a:lnTo>
                    <a:lnTo>
                      <a:pt x="334" y="466"/>
                    </a:lnTo>
                    <a:lnTo>
                      <a:pt x="336" y="466"/>
                    </a:lnTo>
                    <a:lnTo>
                      <a:pt x="340" y="466"/>
                    </a:lnTo>
                    <a:lnTo>
                      <a:pt x="344" y="468"/>
                    </a:lnTo>
                    <a:lnTo>
                      <a:pt x="346" y="468"/>
                    </a:lnTo>
                    <a:lnTo>
                      <a:pt x="348" y="468"/>
                    </a:lnTo>
                    <a:lnTo>
                      <a:pt x="358" y="462"/>
                    </a:lnTo>
                    <a:lnTo>
                      <a:pt x="364" y="450"/>
                    </a:lnTo>
                    <a:lnTo>
                      <a:pt x="356" y="448"/>
                    </a:lnTo>
                    <a:lnTo>
                      <a:pt x="358" y="448"/>
                    </a:lnTo>
                    <a:lnTo>
                      <a:pt x="360" y="446"/>
                    </a:lnTo>
                    <a:lnTo>
                      <a:pt x="362" y="444"/>
                    </a:lnTo>
                    <a:lnTo>
                      <a:pt x="362" y="442"/>
                    </a:lnTo>
                    <a:lnTo>
                      <a:pt x="360" y="438"/>
                    </a:lnTo>
                    <a:lnTo>
                      <a:pt x="360" y="438"/>
                    </a:lnTo>
                    <a:lnTo>
                      <a:pt x="358" y="438"/>
                    </a:lnTo>
                    <a:lnTo>
                      <a:pt x="356" y="436"/>
                    </a:lnTo>
                    <a:lnTo>
                      <a:pt x="356" y="434"/>
                    </a:lnTo>
                    <a:lnTo>
                      <a:pt x="356" y="432"/>
                    </a:lnTo>
                    <a:lnTo>
                      <a:pt x="356" y="430"/>
                    </a:lnTo>
                    <a:lnTo>
                      <a:pt x="358" y="430"/>
                    </a:lnTo>
                    <a:lnTo>
                      <a:pt x="362" y="428"/>
                    </a:lnTo>
                    <a:lnTo>
                      <a:pt x="366" y="428"/>
                    </a:lnTo>
                    <a:lnTo>
                      <a:pt x="366" y="430"/>
                    </a:lnTo>
                    <a:lnTo>
                      <a:pt x="368" y="432"/>
                    </a:lnTo>
                    <a:lnTo>
                      <a:pt x="370" y="436"/>
                    </a:lnTo>
                    <a:lnTo>
                      <a:pt x="372" y="442"/>
                    </a:lnTo>
                    <a:lnTo>
                      <a:pt x="374" y="448"/>
                    </a:lnTo>
                    <a:lnTo>
                      <a:pt x="378" y="452"/>
                    </a:lnTo>
                    <a:lnTo>
                      <a:pt x="378" y="456"/>
                    </a:lnTo>
                    <a:lnTo>
                      <a:pt x="380" y="456"/>
                    </a:lnTo>
                    <a:lnTo>
                      <a:pt x="396" y="458"/>
                    </a:lnTo>
                    <a:lnTo>
                      <a:pt x="394" y="434"/>
                    </a:lnTo>
                    <a:lnTo>
                      <a:pt x="394" y="434"/>
                    </a:lnTo>
                    <a:lnTo>
                      <a:pt x="394" y="432"/>
                    </a:lnTo>
                    <a:lnTo>
                      <a:pt x="392" y="428"/>
                    </a:lnTo>
                    <a:lnTo>
                      <a:pt x="390" y="426"/>
                    </a:lnTo>
                    <a:lnTo>
                      <a:pt x="386" y="422"/>
                    </a:lnTo>
                    <a:lnTo>
                      <a:pt x="384" y="420"/>
                    </a:lnTo>
                    <a:lnTo>
                      <a:pt x="382" y="418"/>
                    </a:lnTo>
                    <a:lnTo>
                      <a:pt x="380" y="414"/>
                    </a:lnTo>
                    <a:lnTo>
                      <a:pt x="380" y="412"/>
                    </a:lnTo>
                    <a:lnTo>
                      <a:pt x="380" y="412"/>
                    </a:lnTo>
                    <a:lnTo>
                      <a:pt x="386" y="412"/>
                    </a:lnTo>
                    <a:lnTo>
                      <a:pt x="386" y="396"/>
                    </a:lnTo>
                    <a:lnTo>
                      <a:pt x="386" y="394"/>
                    </a:lnTo>
                    <a:lnTo>
                      <a:pt x="384" y="394"/>
                    </a:lnTo>
                    <a:lnTo>
                      <a:pt x="384" y="392"/>
                    </a:lnTo>
                    <a:lnTo>
                      <a:pt x="382" y="388"/>
                    </a:lnTo>
                    <a:lnTo>
                      <a:pt x="382" y="386"/>
                    </a:lnTo>
                    <a:lnTo>
                      <a:pt x="382" y="384"/>
                    </a:lnTo>
                    <a:lnTo>
                      <a:pt x="386" y="384"/>
                    </a:lnTo>
                    <a:lnTo>
                      <a:pt x="392" y="382"/>
                    </a:lnTo>
                    <a:lnTo>
                      <a:pt x="396" y="382"/>
                    </a:lnTo>
                    <a:lnTo>
                      <a:pt x="396" y="382"/>
                    </a:lnTo>
                    <a:lnTo>
                      <a:pt x="398" y="380"/>
                    </a:lnTo>
                    <a:lnTo>
                      <a:pt x="400" y="378"/>
                    </a:lnTo>
                    <a:lnTo>
                      <a:pt x="402" y="376"/>
                    </a:lnTo>
                    <a:lnTo>
                      <a:pt x="402" y="374"/>
                    </a:lnTo>
                    <a:lnTo>
                      <a:pt x="402" y="370"/>
                    </a:lnTo>
                    <a:lnTo>
                      <a:pt x="410" y="364"/>
                    </a:lnTo>
                    <a:lnTo>
                      <a:pt x="420" y="350"/>
                    </a:lnTo>
                    <a:lnTo>
                      <a:pt x="426" y="340"/>
                    </a:lnTo>
                    <a:lnTo>
                      <a:pt x="426" y="340"/>
                    </a:lnTo>
                    <a:lnTo>
                      <a:pt x="424" y="336"/>
                    </a:lnTo>
                    <a:lnTo>
                      <a:pt x="424" y="332"/>
                    </a:lnTo>
                    <a:lnTo>
                      <a:pt x="422" y="328"/>
                    </a:lnTo>
                    <a:lnTo>
                      <a:pt x="418" y="324"/>
                    </a:lnTo>
                    <a:lnTo>
                      <a:pt x="414" y="324"/>
                    </a:lnTo>
                    <a:lnTo>
                      <a:pt x="414" y="322"/>
                    </a:lnTo>
                    <a:lnTo>
                      <a:pt x="414" y="320"/>
                    </a:lnTo>
                    <a:lnTo>
                      <a:pt x="412" y="316"/>
                    </a:lnTo>
                    <a:lnTo>
                      <a:pt x="412" y="314"/>
                    </a:lnTo>
                    <a:lnTo>
                      <a:pt x="408" y="310"/>
                    </a:lnTo>
                    <a:lnTo>
                      <a:pt x="406" y="308"/>
                    </a:lnTo>
                    <a:lnTo>
                      <a:pt x="400" y="308"/>
                    </a:lnTo>
                    <a:lnTo>
                      <a:pt x="394" y="308"/>
                    </a:lnTo>
                    <a:lnTo>
                      <a:pt x="388" y="310"/>
                    </a:lnTo>
                    <a:lnTo>
                      <a:pt x="384" y="310"/>
                    </a:lnTo>
                    <a:lnTo>
                      <a:pt x="382" y="310"/>
                    </a:lnTo>
                    <a:lnTo>
                      <a:pt x="382" y="310"/>
                    </a:lnTo>
                    <a:lnTo>
                      <a:pt x="382" y="308"/>
                    </a:lnTo>
                    <a:lnTo>
                      <a:pt x="382" y="306"/>
                    </a:lnTo>
                    <a:lnTo>
                      <a:pt x="382" y="300"/>
                    </a:lnTo>
                    <a:lnTo>
                      <a:pt x="382" y="298"/>
                    </a:lnTo>
                    <a:lnTo>
                      <a:pt x="382" y="292"/>
                    </a:lnTo>
                    <a:lnTo>
                      <a:pt x="382" y="286"/>
                    </a:lnTo>
                    <a:lnTo>
                      <a:pt x="382" y="280"/>
                    </a:lnTo>
                    <a:lnTo>
                      <a:pt x="382" y="276"/>
                    </a:lnTo>
                    <a:lnTo>
                      <a:pt x="380" y="272"/>
                    </a:lnTo>
                    <a:lnTo>
                      <a:pt x="380" y="270"/>
                    </a:lnTo>
                    <a:lnTo>
                      <a:pt x="380" y="270"/>
                    </a:lnTo>
                    <a:lnTo>
                      <a:pt x="378" y="268"/>
                    </a:lnTo>
                    <a:lnTo>
                      <a:pt x="374" y="266"/>
                    </a:lnTo>
                    <a:lnTo>
                      <a:pt x="372" y="264"/>
                    </a:lnTo>
                    <a:lnTo>
                      <a:pt x="370" y="260"/>
                    </a:lnTo>
                    <a:lnTo>
                      <a:pt x="370" y="258"/>
                    </a:lnTo>
                    <a:lnTo>
                      <a:pt x="374" y="256"/>
                    </a:lnTo>
                    <a:lnTo>
                      <a:pt x="374" y="254"/>
                    </a:lnTo>
                    <a:lnTo>
                      <a:pt x="376" y="250"/>
                    </a:lnTo>
                    <a:lnTo>
                      <a:pt x="378" y="242"/>
                    </a:lnTo>
                    <a:lnTo>
                      <a:pt x="380" y="230"/>
                    </a:lnTo>
                    <a:lnTo>
                      <a:pt x="380" y="210"/>
                    </a:lnTo>
                    <a:lnTo>
                      <a:pt x="378" y="188"/>
                    </a:lnTo>
                    <a:lnTo>
                      <a:pt x="378" y="186"/>
                    </a:lnTo>
                    <a:lnTo>
                      <a:pt x="380" y="184"/>
                    </a:lnTo>
                    <a:lnTo>
                      <a:pt x="380" y="180"/>
                    </a:lnTo>
                    <a:lnTo>
                      <a:pt x="382" y="176"/>
                    </a:lnTo>
                    <a:lnTo>
                      <a:pt x="384" y="174"/>
                    </a:lnTo>
                    <a:lnTo>
                      <a:pt x="388" y="172"/>
                    </a:lnTo>
                    <a:lnTo>
                      <a:pt x="392" y="172"/>
                    </a:lnTo>
                    <a:lnTo>
                      <a:pt x="392" y="172"/>
                    </a:lnTo>
                    <a:lnTo>
                      <a:pt x="394" y="174"/>
                    </a:lnTo>
                    <a:lnTo>
                      <a:pt x="396" y="174"/>
                    </a:lnTo>
                    <a:lnTo>
                      <a:pt x="400" y="174"/>
                    </a:lnTo>
                    <a:lnTo>
                      <a:pt x="402" y="174"/>
                    </a:lnTo>
                    <a:lnTo>
                      <a:pt x="406" y="170"/>
                    </a:lnTo>
                    <a:lnTo>
                      <a:pt x="408" y="166"/>
                    </a:lnTo>
                    <a:lnTo>
                      <a:pt x="408" y="162"/>
                    </a:lnTo>
                    <a:lnTo>
                      <a:pt x="408" y="158"/>
                    </a:lnTo>
                    <a:lnTo>
                      <a:pt x="408" y="154"/>
                    </a:lnTo>
                    <a:lnTo>
                      <a:pt x="408" y="150"/>
                    </a:lnTo>
                    <a:lnTo>
                      <a:pt x="408" y="146"/>
                    </a:lnTo>
                    <a:lnTo>
                      <a:pt x="412" y="144"/>
                    </a:lnTo>
                    <a:lnTo>
                      <a:pt x="414" y="140"/>
                    </a:lnTo>
                    <a:lnTo>
                      <a:pt x="416" y="138"/>
                    </a:lnTo>
                    <a:lnTo>
                      <a:pt x="414" y="138"/>
                    </a:lnTo>
                    <a:lnTo>
                      <a:pt x="410" y="138"/>
                    </a:lnTo>
                    <a:lnTo>
                      <a:pt x="406" y="138"/>
                    </a:lnTo>
                    <a:lnTo>
                      <a:pt x="402" y="140"/>
                    </a:lnTo>
                    <a:lnTo>
                      <a:pt x="400" y="140"/>
                    </a:lnTo>
                    <a:lnTo>
                      <a:pt x="398" y="140"/>
                    </a:lnTo>
                    <a:lnTo>
                      <a:pt x="396" y="138"/>
                    </a:lnTo>
                    <a:lnTo>
                      <a:pt x="398" y="136"/>
                    </a:lnTo>
                    <a:lnTo>
                      <a:pt x="404" y="134"/>
                    </a:lnTo>
                    <a:lnTo>
                      <a:pt x="410" y="130"/>
                    </a:lnTo>
                    <a:lnTo>
                      <a:pt x="416" y="128"/>
                    </a:lnTo>
                    <a:lnTo>
                      <a:pt x="422" y="124"/>
                    </a:lnTo>
                    <a:lnTo>
                      <a:pt x="426" y="120"/>
                    </a:lnTo>
                    <a:lnTo>
                      <a:pt x="430" y="114"/>
                    </a:lnTo>
                    <a:lnTo>
                      <a:pt x="434" y="108"/>
                    </a:lnTo>
                    <a:lnTo>
                      <a:pt x="436" y="102"/>
                    </a:lnTo>
                    <a:lnTo>
                      <a:pt x="436" y="98"/>
                    </a:lnTo>
                    <a:lnTo>
                      <a:pt x="436" y="94"/>
                    </a:lnTo>
                    <a:lnTo>
                      <a:pt x="436" y="92"/>
                    </a:lnTo>
                    <a:lnTo>
                      <a:pt x="436" y="90"/>
                    </a:lnTo>
                    <a:lnTo>
                      <a:pt x="436" y="86"/>
                    </a:lnTo>
                    <a:lnTo>
                      <a:pt x="440" y="84"/>
                    </a:lnTo>
                    <a:lnTo>
                      <a:pt x="422" y="72"/>
                    </a:lnTo>
                    <a:lnTo>
                      <a:pt x="422" y="74"/>
                    </a:lnTo>
                    <a:lnTo>
                      <a:pt x="422" y="76"/>
                    </a:lnTo>
                    <a:lnTo>
                      <a:pt x="420" y="78"/>
                    </a:lnTo>
                    <a:lnTo>
                      <a:pt x="418" y="80"/>
                    </a:lnTo>
                    <a:lnTo>
                      <a:pt x="416" y="82"/>
                    </a:lnTo>
                    <a:lnTo>
                      <a:pt x="414" y="78"/>
                    </a:lnTo>
                    <a:lnTo>
                      <a:pt x="412" y="76"/>
                    </a:lnTo>
                    <a:lnTo>
                      <a:pt x="410" y="74"/>
                    </a:lnTo>
                    <a:lnTo>
                      <a:pt x="408" y="74"/>
                    </a:lnTo>
                    <a:lnTo>
                      <a:pt x="406" y="76"/>
                    </a:lnTo>
                    <a:lnTo>
                      <a:pt x="406" y="78"/>
                    </a:lnTo>
                    <a:lnTo>
                      <a:pt x="406" y="82"/>
                    </a:lnTo>
                    <a:lnTo>
                      <a:pt x="408" y="84"/>
                    </a:lnTo>
                    <a:lnTo>
                      <a:pt x="408" y="84"/>
                    </a:lnTo>
                    <a:lnTo>
                      <a:pt x="410" y="86"/>
                    </a:lnTo>
                    <a:lnTo>
                      <a:pt x="410" y="86"/>
                    </a:lnTo>
                    <a:lnTo>
                      <a:pt x="410" y="88"/>
                    </a:lnTo>
                    <a:lnTo>
                      <a:pt x="408" y="92"/>
                    </a:lnTo>
                    <a:lnTo>
                      <a:pt x="406" y="98"/>
                    </a:lnTo>
                    <a:lnTo>
                      <a:pt x="398" y="108"/>
                    </a:lnTo>
                    <a:lnTo>
                      <a:pt x="386" y="118"/>
                    </a:lnTo>
                    <a:lnTo>
                      <a:pt x="372" y="128"/>
                    </a:lnTo>
                    <a:lnTo>
                      <a:pt x="362" y="136"/>
                    </a:lnTo>
                    <a:lnTo>
                      <a:pt x="354" y="140"/>
                    </a:lnTo>
                    <a:lnTo>
                      <a:pt x="356" y="138"/>
                    </a:lnTo>
                    <a:lnTo>
                      <a:pt x="362" y="130"/>
                    </a:lnTo>
                    <a:lnTo>
                      <a:pt x="370" y="120"/>
                    </a:lnTo>
                    <a:lnTo>
                      <a:pt x="378" y="110"/>
                    </a:lnTo>
                    <a:lnTo>
                      <a:pt x="382" y="100"/>
                    </a:lnTo>
                    <a:lnTo>
                      <a:pt x="388" y="88"/>
                    </a:lnTo>
                    <a:lnTo>
                      <a:pt x="398" y="66"/>
                    </a:lnTo>
                    <a:lnTo>
                      <a:pt x="398" y="66"/>
                    </a:lnTo>
                    <a:lnTo>
                      <a:pt x="396" y="64"/>
                    </a:lnTo>
                    <a:lnTo>
                      <a:pt x="394" y="64"/>
                    </a:lnTo>
                    <a:lnTo>
                      <a:pt x="390" y="62"/>
                    </a:lnTo>
                    <a:lnTo>
                      <a:pt x="386" y="64"/>
                    </a:lnTo>
                    <a:lnTo>
                      <a:pt x="382" y="64"/>
                    </a:lnTo>
                    <a:lnTo>
                      <a:pt x="376" y="68"/>
                    </a:lnTo>
                    <a:lnTo>
                      <a:pt x="376" y="70"/>
                    </a:lnTo>
                    <a:lnTo>
                      <a:pt x="374" y="72"/>
                    </a:lnTo>
                    <a:lnTo>
                      <a:pt x="372" y="74"/>
                    </a:lnTo>
                    <a:lnTo>
                      <a:pt x="368" y="78"/>
                    </a:lnTo>
                    <a:lnTo>
                      <a:pt x="366" y="80"/>
                    </a:lnTo>
                    <a:lnTo>
                      <a:pt x="362" y="82"/>
                    </a:lnTo>
                    <a:lnTo>
                      <a:pt x="358" y="84"/>
                    </a:lnTo>
                    <a:lnTo>
                      <a:pt x="356" y="86"/>
                    </a:lnTo>
                    <a:lnTo>
                      <a:pt x="356" y="84"/>
                    </a:lnTo>
                    <a:lnTo>
                      <a:pt x="356" y="82"/>
                    </a:lnTo>
                    <a:lnTo>
                      <a:pt x="356" y="80"/>
                    </a:lnTo>
                    <a:lnTo>
                      <a:pt x="360" y="78"/>
                    </a:lnTo>
                    <a:lnTo>
                      <a:pt x="364" y="74"/>
                    </a:lnTo>
                    <a:lnTo>
                      <a:pt x="368" y="68"/>
                    </a:lnTo>
                    <a:lnTo>
                      <a:pt x="364" y="60"/>
                    </a:lnTo>
                    <a:lnTo>
                      <a:pt x="360" y="60"/>
                    </a:lnTo>
                    <a:lnTo>
                      <a:pt x="352" y="60"/>
                    </a:lnTo>
                    <a:lnTo>
                      <a:pt x="340" y="64"/>
                    </a:lnTo>
                    <a:lnTo>
                      <a:pt x="330" y="72"/>
                    </a:lnTo>
                    <a:lnTo>
                      <a:pt x="326" y="78"/>
                    </a:lnTo>
                    <a:lnTo>
                      <a:pt x="326" y="78"/>
                    </a:lnTo>
                    <a:lnTo>
                      <a:pt x="326" y="76"/>
                    </a:lnTo>
                    <a:lnTo>
                      <a:pt x="326" y="72"/>
                    </a:lnTo>
                    <a:lnTo>
                      <a:pt x="328" y="68"/>
                    </a:lnTo>
                    <a:lnTo>
                      <a:pt x="328" y="64"/>
                    </a:lnTo>
                    <a:lnTo>
                      <a:pt x="332" y="62"/>
                    </a:lnTo>
                    <a:lnTo>
                      <a:pt x="336" y="60"/>
                    </a:lnTo>
                    <a:lnTo>
                      <a:pt x="340" y="58"/>
                    </a:lnTo>
                    <a:lnTo>
                      <a:pt x="346" y="56"/>
                    </a:lnTo>
                    <a:lnTo>
                      <a:pt x="352" y="56"/>
                    </a:lnTo>
                    <a:lnTo>
                      <a:pt x="358" y="54"/>
                    </a:lnTo>
                    <a:lnTo>
                      <a:pt x="360" y="54"/>
                    </a:lnTo>
                    <a:lnTo>
                      <a:pt x="362" y="54"/>
                    </a:lnTo>
                    <a:lnTo>
                      <a:pt x="362" y="52"/>
                    </a:lnTo>
                    <a:lnTo>
                      <a:pt x="364" y="50"/>
                    </a:lnTo>
                    <a:lnTo>
                      <a:pt x="366" y="48"/>
                    </a:lnTo>
                    <a:lnTo>
                      <a:pt x="368" y="44"/>
                    </a:lnTo>
                    <a:lnTo>
                      <a:pt x="368" y="40"/>
                    </a:lnTo>
                    <a:lnTo>
                      <a:pt x="366" y="36"/>
                    </a:lnTo>
                    <a:lnTo>
                      <a:pt x="362" y="32"/>
                    </a:lnTo>
                    <a:lnTo>
                      <a:pt x="358" y="30"/>
                    </a:lnTo>
                    <a:lnTo>
                      <a:pt x="352" y="28"/>
                    </a:lnTo>
                    <a:lnTo>
                      <a:pt x="348" y="28"/>
                    </a:lnTo>
                    <a:lnTo>
                      <a:pt x="348" y="28"/>
                    </a:lnTo>
                    <a:lnTo>
                      <a:pt x="340" y="28"/>
                    </a:lnTo>
                    <a:lnTo>
                      <a:pt x="340" y="18"/>
                    </a:lnTo>
                    <a:lnTo>
                      <a:pt x="340" y="18"/>
                    </a:lnTo>
                    <a:lnTo>
                      <a:pt x="338" y="18"/>
                    </a:lnTo>
                    <a:lnTo>
                      <a:pt x="334" y="18"/>
                    </a:lnTo>
                    <a:lnTo>
                      <a:pt x="330" y="20"/>
                    </a:lnTo>
                    <a:lnTo>
                      <a:pt x="328" y="22"/>
                    </a:lnTo>
                    <a:lnTo>
                      <a:pt x="324" y="24"/>
                    </a:lnTo>
                    <a:lnTo>
                      <a:pt x="324" y="24"/>
                    </a:lnTo>
                    <a:lnTo>
                      <a:pt x="320" y="26"/>
                    </a:lnTo>
                    <a:lnTo>
                      <a:pt x="314" y="26"/>
                    </a:lnTo>
                    <a:lnTo>
                      <a:pt x="308" y="28"/>
                    </a:lnTo>
                    <a:lnTo>
                      <a:pt x="304" y="30"/>
                    </a:lnTo>
                    <a:lnTo>
                      <a:pt x="300" y="32"/>
                    </a:lnTo>
                    <a:lnTo>
                      <a:pt x="288" y="38"/>
                    </a:lnTo>
                    <a:lnTo>
                      <a:pt x="290" y="36"/>
                    </a:lnTo>
                    <a:lnTo>
                      <a:pt x="298" y="30"/>
                    </a:lnTo>
                    <a:lnTo>
                      <a:pt x="306" y="22"/>
                    </a:lnTo>
                    <a:lnTo>
                      <a:pt x="314" y="16"/>
                    </a:lnTo>
                    <a:lnTo>
                      <a:pt x="322" y="14"/>
                    </a:lnTo>
                    <a:lnTo>
                      <a:pt x="322" y="14"/>
                    </a:lnTo>
                    <a:lnTo>
                      <a:pt x="322" y="12"/>
                    </a:lnTo>
                    <a:lnTo>
                      <a:pt x="324" y="10"/>
                    </a:lnTo>
                    <a:lnTo>
                      <a:pt x="322" y="8"/>
                    </a:lnTo>
                    <a:lnTo>
                      <a:pt x="322" y="6"/>
                    </a:lnTo>
                    <a:lnTo>
                      <a:pt x="318" y="4"/>
                    </a:lnTo>
                    <a:lnTo>
                      <a:pt x="312" y="2"/>
                    </a:lnTo>
                    <a:lnTo>
                      <a:pt x="298" y="2"/>
                    </a:lnTo>
                    <a:lnTo>
                      <a:pt x="278" y="0"/>
                    </a:lnTo>
                    <a:lnTo>
                      <a:pt x="258" y="4"/>
                    </a:lnTo>
                    <a:lnTo>
                      <a:pt x="240" y="12"/>
                    </a:lnTo>
                    <a:lnTo>
                      <a:pt x="212" y="30"/>
                    </a:lnTo>
                    <a:lnTo>
                      <a:pt x="212" y="30"/>
                    </a:lnTo>
                    <a:lnTo>
                      <a:pt x="214" y="32"/>
                    </a:lnTo>
                    <a:lnTo>
                      <a:pt x="218" y="34"/>
                    </a:lnTo>
                    <a:lnTo>
                      <a:pt x="220" y="38"/>
                    </a:lnTo>
                    <a:lnTo>
                      <a:pt x="224" y="42"/>
                    </a:lnTo>
                    <a:lnTo>
                      <a:pt x="226" y="48"/>
                    </a:lnTo>
                    <a:lnTo>
                      <a:pt x="228" y="56"/>
                    </a:lnTo>
                    <a:lnTo>
                      <a:pt x="206" y="38"/>
                    </a:lnTo>
                    <a:lnTo>
                      <a:pt x="196" y="40"/>
                    </a:lnTo>
                    <a:lnTo>
                      <a:pt x="202" y="62"/>
                    </a:lnTo>
                    <a:lnTo>
                      <a:pt x="186" y="48"/>
                    </a:lnTo>
                    <a:lnTo>
                      <a:pt x="166" y="54"/>
                    </a:lnTo>
                    <a:lnTo>
                      <a:pt x="164" y="54"/>
                    </a:lnTo>
                    <a:lnTo>
                      <a:pt x="164" y="56"/>
                    </a:lnTo>
                    <a:lnTo>
                      <a:pt x="162" y="60"/>
                    </a:lnTo>
                    <a:lnTo>
                      <a:pt x="164" y="66"/>
                    </a:lnTo>
                    <a:lnTo>
                      <a:pt x="166" y="70"/>
                    </a:lnTo>
                    <a:lnTo>
                      <a:pt x="170" y="76"/>
                    </a:lnTo>
                    <a:lnTo>
                      <a:pt x="152" y="64"/>
                    </a:lnTo>
                    <a:lnTo>
                      <a:pt x="128" y="70"/>
                    </a:lnTo>
                    <a:lnTo>
                      <a:pt x="104" y="7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7" name="Google Shape;617;p8"/>
              <p:cNvSpPr/>
              <p:nvPr/>
            </p:nvSpPr>
            <p:spPr>
              <a:xfrm>
                <a:off x="5055" y="1444"/>
                <a:ext cx="38" cy="46"/>
              </a:xfrm>
              <a:custGeom>
                <a:avLst/>
                <a:gdLst/>
                <a:ahLst/>
                <a:cxnLst/>
                <a:rect l="l" t="t" r="r" b="b"/>
                <a:pathLst>
                  <a:path w="38" h="46" extrusionOk="0">
                    <a:moveTo>
                      <a:pt x="10" y="0"/>
                    </a:moveTo>
                    <a:lnTo>
                      <a:pt x="8" y="0"/>
                    </a:lnTo>
                    <a:lnTo>
                      <a:pt x="8" y="0"/>
                    </a:lnTo>
                    <a:lnTo>
                      <a:pt x="6" y="2"/>
                    </a:lnTo>
                    <a:lnTo>
                      <a:pt x="6" y="2"/>
                    </a:lnTo>
                    <a:lnTo>
                      <a:pt x="4" y="6"/>
                    </a:lnTo>
                    <a:lnTo>
                      <a:pt x="4" y="10"/>
                    </a:lnTo>
                    <a:lnTo>
                      <a:pt x="2" y="18"/>
                    </a:lnTo>
                    <a:lnTo>
                      <a:pt x="2" y="22"/>
                    </a:lnTo>
                    <a:lnTo>
                      <a:pt x="2" y="24"/>
                    </a:lnTo>
                    <a:lnTo>
                      <a:pt x="4" y="26"/>
                    </a:lnTo>
                    <a:lnTo>
                      <a:pt x="6" y="26"/>
                    </a:lnTo>
                    <a:lnTo>
                      <a:pt x="8" y="28"/>
                    </a:lnTo>
                    <a:lnTo>
                      <a:pt x="6" y="30"/>
                    </a:lnTo>
                    <a:lnTo>
                      <a:pt x="4" y="30"/>
                    </a:lnTo>
                    <a:lnTo>
                      <a:pt x="2" y="32"/>
                    </a:lnTo>
                    <a:lnTo>
                      <a:pt x="0" y="36"/>
                    </a:lnTo>
                    <a:lnTo>
                      <a:pt x="0" y="38"/>
                    </a:lnTo>
                    <a:lnTo>
                      <a:pt x="2" y="40"/>
                    </a:lnTo>
                    <a:lnTo>
                      <a:pt x="2" y="42"/>
                    </a:lnTo>
                    <a:lnTo>
                      <a:pt x="2" y="42"/>
                    </a:lnTo>
                    <a:lnTo>
                      <a:pt x="4" y="42"/>
                    </a:lnTo>
                    <a:lnTo>
                      <a:pt x="6" y="44"/>
                    </a:lnTo>
                    <a:lnTo>
                      <a:pt x="8" y="44"/>
                    </a:lnTo>
                    <a:lnTo>
                      <a:pt x="10" y="44"/>
                    </a:lnTo>
                    <a:lnTo>
                      <a:pt x="12" y="44"/>
                    </a:lnTo>
                    <a:lnTo>
                      <a:pt x="12" y="40"/>
                    </a:lnTo>
                    <a:lnTo>
                      <a:pt x="14" y="38"/>
                    </a:lnTo>
                    <a:lnTo>
                      <a:pt x="16" y="38"/>
                    </a:lnTo>
                    <a:lnTo>
                      <a:pt x="18" y="36"/>
                    </a:lnTo>
                    <a:lnTo>
                      <a:pt x="20" y="38"/>
                    </a:lnTo>
                    <a:lnTo>
                      <a:pt x="22" y="40"/>
                    </a:lnTo>
                    <a:lnTo>
                      <a:pt x="26" y="42"/>
                    </a:lnTo>
                    <a:lnTo>
                      <a:pt x="30" y="44"/>
                    </a:lnTo>
                    <a:lnTo>
                      <a:pt x="34" y="46"/>
                    </a:lnTo>
                    <a:lnTo>
                      <a:pt x="36" y="46"/>
                    </a:lnTo>
                    <a:lnTo>
                      <a:pt x="38" y="46"/>
                    </a:lnTo>
                    <a:lnTo>
                      <a:pt x="38" y="44"/>
                    </a:lnTo>
                    <a:lnTo>
                      <a:pt x="38" y="38"/>
                    </a:lnTo>
                    <a:lnTo>
                      <a:pt x="36" y="34"/>
                    </a:lnTo>
                    <a:lnTo>
                      <a:pt x="34" y="32"/>
                    </a:lnTo>
                    <a:lnTo>
                      <a:pt x="34" y="30"/>
                    </a:lnTo>
                    <a:lnTo>
                      <a:pt x="32" y="28"/>
                    </a:lnTo>
                    <a:lnTo>
                      <a:pt x="32" y="28"/>
                    </a:lnTo>
                    <a:lnTo>
                      <a:pt x="32" y="26"/>
                    </a:lnTo>
                    <a:lnTo>
                      <a:pt x="30" y="24"/>
                    </a:lnTo>
                    <a:lnTo>
                      <a:pt x="28" y="24"/>
                    </a:lnTo>
                    <a:lnTo>
                      <a:pt x="26" y="24"/>
                    </a:lnTo>
                    <a:lnTo>
                      <a:pt x="24" y="24"/>
                    </a:lnTo>
                    <a:lnTo>
                      <a:pt x="20" y="22"/>
                    </a:lnTo>
                    <a:lnTo>
                      <a:pt x="18" y="20"/>
                    </a:lnTo>
                    <a:lnTo>
                      <a:pt x="16" y="18"/>
                    </a:lnTo>
                    <a:lnTo>
                      <a:pt x="14" y="16"/>
                    </a:lnTo>
                    <a:lnTo>
                      <a:pt x="14" y="16"/>
                    </a:lnTo>
                    <a:lnTo>
                      <a:pt x="16" y="14"/>
                    </a:lnTo>
                    <a:lnTo>
                      <a:pt x="28" y="14"/>
                    </a:lnTo>
                    <a:lnTo>
                      <a:pt x="28" y="4"/>
                    </a:lnTo>
                    <a:lnTo>
                      <a:pt x="26" y="6"/>
                    </a:lnTo>
                    <a:lnTo>
                      <a:pt x="24" y="6"/>
                    </a:lnTo>
                    <a:lnTo>
                      <a:pt x="20" y="6"/>
                    </a:lnTo>
                    <a:lnTo>
                      <a:pt x="16" y="4"/>
                    </a:lnTo>
                    <a:lnTo>
                      <a:pt x="12" y="4"/>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8" name="Google Shape;618;p8"/>
              <p:cNvSpPr/>
              <p:nvPr/>
            </p:nvSpPr>
            <p:spPr>
              <a:xfrm>
                <a:off x="4471" y="1488"/>
                <a:ext cx="278" cy="320"/>
              </a:xfrm>
              <a:custGeom>
                <a:avLst/>
                <a:gdLst/>
                <a:ahLst/>
                <a:cxnLst/>
                <a:rect l="l" t="t" r="r" b="b"/>
                <a:pathLst>
                  <a:path w="278" h="320" extrusionOk="0">
                    <a:moveTo>
                      <a:pt x="80" y="124"/>
                    </a:moveTo>
                    <a:lnTo>
                      <a:pt x="92" y="126"/>
                    </a:lnTo>
                    <a:lnTo>
                      <a:pt x="92" y="124"/>
                    </a:lnTo>
                    <a:lnTo>
                      <a:pt x="92" y="124"/>
                    </a:lnTo>
                    <a:lnTo>
                      <a:pt x="92" y="122"/>
                    </a:lnTo>
                    <a:lnTo>
                      <a:pt x="94" y="122"/>
                    </a:lnTo>
                    <a:lnTo>
                      <a:pt x="94" y="122"/>
                    </a:lnTo>
                    <a:lnTo>
                      <a:pt x="98" y="124"/>
                    </a:lnTo>
                    <a:lnTo>
                      <a:pt x="98" y="124"/>
                    </a:lnTo>
                    <a:lnTo>
                      <a:pt x="102" y="126"/>
                    </a:lnTo>
                    <a:lnTo>
                      <a:pt x="106" y="128"/>
                    </a:lnTo>
                    <a:lnTo>
                      <a:pt x="110" y="128"/>
                    </a:lnTo>
                    <a:lnTo>
                      <a:pt x="116" y="130"/>
                    </a:lnTo>
                    <a:lnTo>
                      <a:pt x="134" y="138"/>
                    </a:lnTo>
                    <a:lnTo>
                      <a:pt x="136" y="140"/>
                    </a:lnTo>
                    <a:lnTo>
                      <a:pt x="136" y="140"/>
                    </a:lnTo>
                    <a:lnTo>
                      <a:pt x="138" y="142"/>
                    </a:lnTo>
                    <a:lnTo>
                      <a:pt x="138" y="144"/>
                    </a:lnTo>
                    <a:lnTo>
                      <a:pt x="138" y="146"/>
                    </a:lnTo>
                    <a:lnTo>
                      <a:pt x="136" y="150"/>
                    </a:lnTo>
                    <a:lnTo>
                      <a:pt x="136" y="148"/>
                    </a:lnTo>
                    <a:lnTo>
                      <a:pt x="138" y="148"/>
                    </a:lnTo>
                    <a:lnTo>
                      <a:pt x="142" y="148"/>
                    </a:lnTo>
                    <a:lnTo>
                      <a:pt x="146" y="148"/>
                    </a:lnTo>
                    <a:lnTo>
                      <a:pt x="148" y="150"/>
                    </a:lnTo>
                    <a:lnTo>
                      <a:pt x="152" y="152"/>
                    </a:lnTo>
                    <a:lnTo>
                      <a:pt x="152" y="156"/>
                    </a:lnTo>
                    <a:lnTo>
                      <a:pt x="154" y="160"/>
                    </a:lnTo>
                    <a:lnTo>
                      <a:pt x="156" y="170"/>
                    </a:lnTo>
                    <a:lnTo>
                      <a:pt x="156" y="182"/>
                    </a:lnTo>
                    <a:lnTo>
                      <a:pt x="156" y="196"/>
                    </a:lnTo>
                    <a:lnTo>
                      <a:pt x="150" y="210"/>
                    </a:lnTo>
                    <a:lnTo>
                      <a:pt x="150" y="210"/>
                    </a:lnTo>
                    <a:lnTo>
                      <a:pt x="150" y="214"/>
                    </a:lnTo>
                    <a:lnTo>
                      <a:pt x="150" y="218"/>
                    </a:lnTo>
                    <a:lnTo>
                      <a:pt x="148" y="224"/>
                    </a:lnTo>
                    <a:lnTo>
                      <a:pt x="146" y="230"/>
                    </a:lnTo>
                    <a:lnTo>
                      <a:pt x="140" y="234"/>
                    </a:lnTo>
                    <a:lnTo>
                      <a:pt x="140" y="236"/>
                    </a:lnTo>
                    <a:lnTo>
                      <a:pt x="138" y="236"/>
                    </a:lnTo>
                    <a:lnTo>
                      <a:pt x="136" y="238"/>
                    </a:lnTo>
                    <a:lnTo>
                      <a:pt x="132" y="238"/>
                    </a:lnTo>
                    <a:lnTo>
                      <a:pt x="128" y="238"/>
                    </a:lnTo>
                    <a:lnTo>
                      <a:pt x="126" y="238"/>
                    </a:lnTo>
                    <a:lnTo>
                      <a:pt x="124" y="238"/>
                    </a:lnTo>
                    <a:lnTo>
                      <a:pt x="124" y="236"/>
                    </a:lnTo>
                    <a:lnTo>
                      <a:pt x="120" y="236"/>
                    </a:lnTo>
                    <a:lnTo>
                      <a:pt x="118" y="238"/>
                    </a:lnTo>
                    <a:lnTo>
                      <a:pt x="116" y="240"/>
                    </a:lnTo>
                    <a:lnTo>
                      <a:pt x="112" y="244"/>
                    </a:lnTo>
                    <a:lnTo>
                      <a:pt x="110" y="250"/>
                    </a:lnTo>
                    <a:lnTo>
                      <a:pt x="110" y="250"/>
                    </a:lnTo>
                    <a:lnTo>
                      <a:pt x="110" y="252"/>
                    </a:lnTo>
                    <a:lnTo>
                      <a:pt x="110" y="254"/>
                    </a:lnTo>
                    <a:lnTo>
                      <a:pt x="112" y="256"/>
                    </a:lnTo>
                    <a:lnTo>
                      <a:pt x="114" y="260"/>
                    </a:lnTo>
                    <a:lnTo>
                      <a:pt x="116" y="262"/>
                    </a:lnTo>
                    <a:lnTo>
                      <a:pt x="122" y="264"/>
                    </a:lnTo>
                    <a:lnTo>
                      <a:pt x="126" y="266"/>
                    </a:lnTo>
                    <a:lnTo>
                      <a:pt x="134" y="266"/>
                    </a:lnTo>
                    <a:lnTo>
                      <a:pt x="136" y="266"/>
                    </a:lnTo>
                    <a:lnTo>
                      <a:pt x="138" y="264"/>
                    </a:lnTo>
                    <a:lnTo>
                      <a:pt x="140" y="262"/>
                    </a:lnTo>
                    <a:lnTo>
                      <a:pt x="144" y="262"/>
                    </a:lnTo>
                    <a:lnTo>
                      <a:pt x="146" y="260"/>
                    </a:lnTo>
                    <a:lnTo>
                      <a:pt x="146" y="258"/>
                    </a:lnTo>
                    <a:lnTo>
                      <a:pt x="144" y="256"/>
                    </a:lnTo>
                    <a:lnTo>
                      <a:pt x="162" y="274"/>
                    </a:lnTo>
                    <a:lnTo>
                      <a:pt x="174" y="276"/>
                    </a:lnTo>
                    <a:lnTo>
                      <a:pt x="174" y="276"/>
                    </a:lnTo>
                    <a:lnTo>
                      <a:pt x="174" y="278"/>
                    </a:lnTo>
                    <a:lnTo>
                      <a:pt x="174" y="282"/>
                    </a:lnTo>
                    <a:lnTo>
                      <a:pt x="174" y="284"/>
                    </a:lnTo>
                    <a:lnTo>
                      <a:pt x="176" y="288"/>
                    </a:lnTo>
                    <a:lnTo>
                      <a:pt x="180" y="292"/>
                    </a:lnTo>
                    <a:lnTo>
                      <a:pt x="184" y="296"/>
                    </a:lnTo>
                    <a:lnTo>
                      <a:pt x="192" y="298"/>
                    </a:lnTo>
                    <a:lnTo>
                      <a:pt x="192" y="300"/>
                    </a:lnTo>
                    <a:lnTo>
                      <a:pt x="196" y="300"/>
                    </a:lnTo>
                    <a:lnTo>
                      <a:pt x="200" y="302"/>
                    </a:lnTo>
                    <a:lnTo>
                      <a:pt x="202" y="306"/>
                    </a:lnTo>
                    <a:lnTo>
                      <a:pt x="206" y="310"/>
                    </a:lnTo>
                    <a:lnTo>
                      <a:pt x="206" y="312"/>
                    </a:lnTo>
                    <a:lnTo>
                      <a:pt x="208" y="312"/>
                    </a:lnTo>
                    <a:lnTo>
                      <a:pt x="210" y="314"/>
                    </a:lnTo>
                    <a:lnTo>
                      <a:pt x="212" y="316"/>
                    </a:lnTo>
                    <a:lnTo>
                      <a:pt x="214" y="318"/>
                    </a:lnTo>
                    <a:lnTo>
                      <a:pt x="218" y="320"/>
                    </a:lnTo>
                    <a:lnTo>
                      <a:pt x="220" y="320"/>
                    </a:lnTo>
                    <a:lnTo>
                      <a:pt x="222" y="318"/>
                    </a:lnTo>
                    <a:lnTo>
                      <a:pt x="222" y="316"/>
                    </a:lnTo>
                    <a:lnTo>
                      <a:pt x="222" y="310"/>
                    </a:lnTo>
                    <a:lnTo>
                      <a:pt x="222" y="310"/>
                    </a:lnTo>
                    <a:lnTo>
                      <a:pt x="220" y="306"/>
                    </a:lnTo>
                    <a:lnTo>
                      <a:pt x="218" y="302"/>
                    </a:lnTo>
                    <a:lnTo>
                      <a:pt x="216" y="298"/>
                    </a:lnTo>
                    <a:lnTo>
                      <a:pt x="212" y="294"/>
                    </a:lnTo>
                    <a:lnTo>
                      <a:pt x="210" y="290"/>
                    </a:lnTo>
                    <a:lnTo>
                      <a:pt x="206" y="290"/>
                    </a:lnTo>
                    <a:lnTo>
                      <a:pt x="206" y="288"/>
                    </a:lnTo>
                    <a:lnTo>
                      <a:pt x="206" y="288"/>
                    </a:lnTo>
                    <a:lnTo>
                      <a:pt x="204" y="286"/>
                    </a:lnTo>
                    <a:lnTo>
                      <a:pt x="204" y="286"/>
                    </a:lnTo>
                    <a:lnTo>
                      <a:pt x="206" y="284"/>
                    </a:lnTo>
                    <a:lnTo>
                      <a:pt x="208" y="284"/>
                    </a:lnTo>
                    <a:lnTo>
                      <a:pt x="210" y="284"/>
                    </a:lnTo>
                    <a:lnTo>
                      <a:pt x="214" y="286"/>
                    </a:lnTo>
                    <a:lnTo>
                      <a:pt x="218" y="288"/>
                    </a:lnTo>
                    <a:lnTo>
                      <a:pt x="222" y="290"/>
                    </a:lnTo>
                    <a:lnTo>
                      <a:pt x="228" y="292"/>
                    </a:lnTo>
                    <a:lnTo>
                      <a:pt x="232" y="296"/>
                    </a:lnTo>
                    <a:lnTo>
                      <a:pt x="236" y="300"/>
                    </a:lnTo>
                    <a:lnTo>
                      <a:pt x="238" y="304"/>
                    </a:lnTo>
                    <a:lnTo>
                      <a:pt x="238" y="304"/>
                    </a:lnTo>
                    <a:lnTo>
                      <a:pt x="240" y="306"/>
                    </a:lnTo>
                    <a:lnTo>
                      <a:pt x="240" y="308"/>
                    </a:lnTo>
                    <a:lnTo>
                      <a:pt x="242" y="308"/>
                    </a:lnTo>
                    <a:lnTo>
                      <a:pt x="244" y="306"/>
                    </a:lnTo>
                    <a:lnTo>
                      <a:pt x="246" y="304"/>
                    </a:lnTo>
                    <a:lnTo>
                      <a:pt x="246" y="302"/>
                    </a:lnTo>
                    <a:lnTo>
                      <a:pt x="248" y="300"/>
                    </a:lnTo>
                    <a:lnTo>
                      <a:pt x="248" y="296"/>
                    </a:lnTo>
                    <a:lnTo>
                      <a:pt x="250" y="290"/>
                    </a:lnTo>
                    <a:lnTo>
                      <a:pt x="250" y="286"/>
                    </a:lnTo>
                    <a:lnTo>
                      <a:pt x="248" y="282"/>
                    </a:lnTo>
                    <a:lnTo>
                      <a:pt x="246" y="278"/>
                    </a:lnTo>
                    <a:lnTo>
                      <a:pt x="244" y="276"/>
                    </a:lnTo>
                    <a:lnTo>
                      <a:pt x="242" y="274"/>
                    </a:lnTo>
                    <a:lnTo>
                      <a:pt x="240" y="272"/>
                    </a:lnTo>
                    <a:lnTo>
                      <a:pt x="236" y="268"/>
                    </a:lnTo>
                    <a:lnTo>
                      <a:pt x="232" y="264"/>
                    </a:lnTo>
                    <a:lnTo>
                      <a:pt x="230" y="262"/>
                    </a:lnTo>
                    <a:lnTo>
                      <a:pt x="226" y="260"/>
                    </a:lnTo>
                    <a:lnTo>
                      <a:pt x="224" y="258"/>
                    </a:lnTo>
                    <a:lnTo>
                      <a:pt x="224" y="258"/>
                    </a:lnTo>
                    <a:lnTo>
                      <a:pt x="222" y="258"/>
                    </a:lnTo>
                    <a:lnTo>
                      <a:pt x="220" y="256"/>
                    </a:lnTo>
                    <a:lnTo>
                      <a:pt x="218" y="252"/>
                    </a:lnTo>
                    <a:lnTo>
                      <a:pt x="218" y="250"/>
                    </a:lnTo>
                    <a:lnTo>
                      <a:pt x="218" y="250"/>
                    </a:lnTo>
                    <a:lnTo>
                      <a:pt x="216" y="250"/>
                    </a:lnTo>
                    <a:lnTo>
                      <a:pt x="214" y="248"/>
                    </a:lnTo>
                    <a:lnTo>
                      <a:pt x="212" y="246"/>
                    </a:lnTo>
                    <a:lnTo>
                      <a:pt x="210" y="242"/>
                    </a:lnTo>
                    <a:lnTo>
                      <a:pt x="208" y="238"/>
                    </a:lnTo>
                    <a:lnTo>
                      <a:pt x="208" y="230"/>
                    </a:lnTo>
                    <a:lnTo>
                      <a:pt x="208" y="230"/>
                    </a:lnTo>
                    <a:lnTo>
                      <a:pt x="206" y="226"/>
                    </a:lnTo>
                    <a:lnTo>
                      <a:pt x="206" y="224"/>
                    </a:lnTo>
                    <a:lnTo>
                      <a:pt x="206" y="220"/>
                    </a:lnTo>
                    <a:lnTo>
                      <a:pt x="206" y="216"/>
                    </a:lnTo>
                    <a:lnTo>
                      <a:pt x="208" y="212"/>
                    </a:lnTo>
                    <a:lnTo>
                      <a:pt x="210" y="208"/>
                    </a:lnTo>
                    <a:lnTo>
                      <a:pt x="212" y="208"/>
                    </a:lnTo>
                    <a:lnTo>
                      <a:pt x="214" y="208"/>
                    </a:lnTo>
                    <a:lnTo>
                      <a:pt x="214" y="208"/>
                    </a:lnTo>
                    <a:lnTo>
                      <a:pt x="216" y="210"/>
                    </a:lnTo>
                    <a:lnTo>
                      <a:pt x="220" y="212"/>
                    </a:lnTo>
                    <a:lnTo>
                      <a:pt x="222" y="216"/>
                    </a:lnTo>
                    <a:lnTo>
                      <a:pt x="222" y="220"/>
                    </a:lnTo>
                    <a:lnTo>
                      <a:pt x="224" y="226"/>
                    </a:lnTo>
                    <a:lnTo>
                      <a:pt x="224" y="228"/>
                    </a:lnTo>
                    <a:lnTo>
                      <a:pt x="226" y="230"/>
                    </a:lnTo>
                    <a:lnTo>
                      <a:pt x="228" y="234"/>
                    </a:lnTo>
                    <a:lnTo>
                      <a:pt x="230" y="240"/>
                    </a:lnTo>
                    <a:lnTo>
                      <a:pt x="230" y="244"/>
                    </a:lnTo>
                    <a:lnTo>
                      <a:pt x="232" y="246"/>
                    </a:lnTo>
                    <a:lnTo>
                      <a:pt x="232" y="246"/>
                    </a:lnTo>
                    <a:lnTo>
                      <a:pt x="232" y="248"/>
                    </a:lnTo>
                    <a:lnTo>
                      <a:pt x="232" y="248"/>
                    </a:lnTo>
                    <a:lnTo>
                      <a:pt x="234" y="250"/>
                    </a:lnTo>
                    <a:lnTo>
                      <a:pt x="236" y="250"/>
                    </a:lnTo>
                    <a:lnTo>
                      <a:pt x="238" y="250"/>
                    </a:lnTo>
                    <a:lnTo>
                      <a:pt x="242" y="248"/>
                    </a:lnTo>
                    <a:lnTo>
                      <a:pt x="246" y="244"/>
                    </a:lnTo>
                    <a:lnTo>
                      <a:pt x="248" y="244"/>
                    </a:lnTo>
                    <a:lnTo>
                      <a:pt x="250" y="242"/>
                    </a:lnTo>
                    <a:lnTo>
                      <a:pt x="252" y="240"/>
                    </a:lnTo>
                    <a:lnTo>
                      <a:pt x="256" y="238"/>
                    </a:lnTo>
                    <a:lnTo>
                      <a:pt x="260" y="236"/>
                    </a:lnTo>
                    <a:lnTo>
                      <a:pt x="264" y="234"/>
                    </a:lnTo>
                    <a:lnTo>
                      <a:pt x="266" y="234"/>
                    </a:lnTo>
                    <a:lnTo>
                      <a:pt x="268" y="234"/>
                    </a:lnTo>
                    <a:lnTo>
                      <a:pt x="270" y="234"/>
                    </a:lnTo>
                    <a:lnTo>
                      <a:pt x="272" y="234"/>
                    </a:lnTo>
                    <a:lnTo>
                      <a:pt x="274" y="232"/>
                    </a:lnTo>
                    <a:lnTo>
                      <a:pt x="276" y="230"/>
                    </a:lnTo>
                    <a:lnTo>
                      <a:pt x="278" y="228"/>
                    </a:lnTo>
                    <a:lnTo>
                      <a:pt x="276" y="224"/>
                    </a:lnTo>
                    <a:lnTo>
                      <a:pt x="274" y="220"/>
                    </a:lnTo>
                    <a:lnTo>
                      <a:pt x="274" y="220"/>
                    </a:lnTo>
                    <a:lnTo>
                      <a:pt x="272" y="220"/>
                    </a:lnTo>
                    <a:lnTo>
                      <a:pt x="270" y="220"/>
                    </a:lnTo>
                    <a:lnTo>
                      <a:pt x="268" y="218"/>
                    </a:lnTo>
                    <a:lnTo>
                      <a:pt x="266" y="218"/>
                    </a:lnTo>
                    <a:lnTo>
                      <a:pt x="266" y="214"/>
                    </a:lnTo>
                    <a:lnTo>
                      <a:pt x="276" y="212"/>
                    </a:lnTo>
                    <a:lnTo>
                      <a:pt x="276" y="212"/>
                    </a:lnTo>
                    <a:lnTo>
                      <a:pt x="276" y="210"/>
                    </a:lnTo>
                    <a:lnTo>
                      <a:pt x="276" y="208"/>
                    </a:lnTo>
                    <a:lnTo>
                      <a:pt x="274" y="206"/>
                    </a:lnTo>
                    <a:lnTo>
                      <a:pt x="272" y="204"/>
                    </a:lnTo>
                    <a:lnTo>
                      <a:pt x="272" y="204"/>
                    </a:lnTo>
                    <a:lnTo>
                      <a:pt x="270" y="202"/>
                    </a:lnTo>
                    <a:lnTo>
                      <a:pt x="270" y="200"/>
                    </a:lnTo>
                    <a:lnTo>
                      <a:pt x="268" y="198"/>
                    </a:lnTo>
                    <a:lnTo>
                      <a:pt x="266" y="198"/>
                    </a:lnTo>
                    <a:lnTo>
                      <a:pt x="262" y="198"/>
                    </a:lnTo>
                    <a:lnTo>
                      <a:pt x="262" y="200"/>
                    </a:lnTo>
                    <a:lnTo>
                      <a:pt x="260" y="200"/>
                    </a:lnTo>
                    <a:lnTo>
                      <a:pt x="258" y="200"/>
                    </a:lnTo>
                    <a:lnTo>
                      <a:pt x="256" y="202"/>
                    </a:lnTo>
                    <a:lnTo>
                      <a:pt x="254" y="202"/>
                    </a:lnTo>
                    <a:lnTo>
                      <a:pt x="254" y="200"/>
                    </a:lnTo>
                    <a:lnTo>
                      <a:pt x="254" y="198"/>
                    </a:lnTo>
                    <a:lnTo>
                      <a:pt x="254" y="196"/>
                    </a:lnTo>
                    <a:lnTo>
                      <a:pt x="252" y="194"/>
                    </a:lnTo>
                    <a:lnTo>
                      <a:pt x="252" y="190"/>
                    </a:lnTo>
                    <a:lnTo>
                      <a:pt x="248" y="186"/>
                    </a:lnTo>
                    <a:lnTo>
                      <a:pt x="244" y="182"/>
                    </a:lnTo>
                    <a:lnTo>
                      <a:pt x="228" y="176"/>
                    </a:lnTo>
                    <a:lnTo>
                      <a:pt x="216" y="166"/>
                    </a:lnTo>
                    <a:lnTo>
                      <a:pt x="216" y="166"/>
                    </a:lnTo>
                    <a:lnTo>
                      <a:pt x="214" y="166"/>
                    </a:lnTo>
                    <a:lnTo>
                      <a:pt x="212" y="168"/>
                    </a:lnTo>
                    <a:lnTo>
                      <a:pt x="210" y="168"/>
                    </a:lnTo>
                    <a:lnTo>
                      <a:pt x="208" y="168"/>
                    </a:lnTo>
                    <a:lnTo>
                      <a:pt x="206" y="168"/>
                    </a:lnTo>
                    <a:lnTo>
                      <a:pt x="206" y="166"/>
                    </a:lnTo>
                    <a:lnTo>
                      <a:pt x="206" y="162"/>
                    </a:lnTo>
                    <a:lnTo>
                      <a:pt x="206" y="162"/>
                    </a:lnTo>
                    <a:lnTo>
                      <a:pt x="208" y="158"/>
                    </a:lnTo>
                    <a:lnTo>
                      <a:pt x="208" y="156"/>
                    </a:lnTo>
                    <a:lnTo>
                      <a:pt x="210" y="152"/>
                    </a:lnTo>
                    <a:lnTo>
                      <a:pt x="208" y="150"/>
                    </a:lnTo>
                    <a:lnTo>
                      <a:pt x="218" y="148"/>
                    </a:lnTo>
                    <a:lnTo>
                      <a:pt x="220" y="148"/>
                    </a:lnTo>
                    <a:lnTo>
                      <a:pt x="220" y="146"/>
                    </a:lnTo>
                    <a:lnTo>
                      <a:pt x="222" y="144"/>
                    </a:lnTo>
                    <a:lnTo>
                      <a:pt x="222" y="140"/>
                    </a:lnTo>
                    <a:lnTo>
                      <a:pt x="218" y="136"/>
                    </a:lnTo>
                    <a:lnTo>
                      <a:pt x="218" y="136"/>
                    </a:lnTo>
                    <a:lnTo>
                      <a:pt x="218" y="132"/>
                    </a:lnTo>
                    <a:lnTo>
                      <a:pt x="216" y="130"/>
                    </a:lnTo>
                    <a:lnTo>
                      <a:pt x="218" y="126"/>
                    </a:lnTo>
                    <a:lnTo>
                      <a:pt x="218" y="126"/>
                    </a:lnTo>
                    <a:lnTo>
                      <a:pt x="220" y="124"/>
                    </a:lnTo>
                    <a:lnTo>
                      <a:pt x="220" y="122"/>
                    </a:lnTo>
                    <a:lnTo>
                      <a:pt x="218" y="120"/>
                    </a:lnTo>
                    <a:lnTo>
                      <a:pt x="218" y="118"/>
                    </a:lnTo>
                    <a:lnTo>
                      <a:pt x="214" y="116"/>
                    </a:lnTo>
                    <a:lnTo>
                      <a:pt x="208" y="116"/>
                    </a:lnTo>
                    <a:lnTo>
                      <a:pt x="208" y="104"/>
                    </a:lnTo>
                    <a:lnTo>
                      <a:pt x="206" y="104"/>
                    </a:lnTo>
                    <a:lnTo>
                      <a:pt x="204" y="102"/>
                    </a:lnTo>
                    <a:lnTo>
                      <a:pt x="200" y="102"/>
                    </a:lnTo>
                    <a:lnTo>
                      <a:pt x="196" y="98"/>
                    </a:lnTo>
                    <a:lnTo>
                      <a:pt x="196" y="96"/>
                    </a:lnTo>
                    <a:lnTo>
                      <a:pt x="196" y="96"/>
                    </a:lnTo>
                    <a:lnTo>
                      <a:pt x="194" y="94"/>
                    </a:lnTo>
                    <a:lnTo>
                      <a:pt x="192" y="92"/>
                    </a:lnTo>
                    <a:lnTo>
                      <a:pt x="190" y="92"/>
                    </a:lnTo>
                    <a:lnTo>
                      <a:pt x="186" y="94"/>
                    </a:lnTo>
                    <a:lnTo>
                      <a:pt x="186" y="94"/>
                    </a:lnTo>
                    <a:lnTo>
                      <a:pt x="184" y="94"/>
                    </a:lnTo>
                    <a:lnTo>
                      <a:pt x="182" y="96"/>
                    </a:lnTo>
                    <a:lnTo>
                      <a:pt x="180" y="96"/>
                    </a:lnTo>
                    <a:lnTo>
                      <a:pt x="178" y="96"/>
                    </a:lnTo>
                    <a:lnTo>
                      <a:pt x="176" y="96"/>
                    </a:lnTo>
                    <a:lnTo>
                      <a:pt x="176" y="94"/>
                    </a:lnTo>
                    <a:lnTo>
                      <a:pt x="178" y="90"/>
                    </a:lnTo>
                    <a:lnTo>
                      <a:pt x="178" y="90"/>
                    </a:lnTo>
                    <a:lnTo>
                      <a:pt x="178" y="88"/>
                    </a:lnTo>
                    <a:lnTo>
                      <a:pt x="180" y="86"/>
                    </a:lnTo>
                    <a:lnTo>
                      <a:pt x="180" y="84"/>
                    </a:lnTo>
                    <a:lnTo>
                      <a:pt x="180" y="82"/>
                    </a:lnTo>
                    <a:lnTo>
                      <a:pt x="178" y="78"/>
                    </a:lnTo>
                    <a:lnTo>
                      <a:pt x="176" y="78"/>
                    </a:lnTo>
                    <a:lnTo>
                      <a:pt x="172" y="76"/>
                    </a:lnTo>
                    <a:lnTo>
                      <a:pt x="172" y="76"/>
                    </a:lnTo>
                    <a:lnTo>
                      <a:pt x="170" y="78"/>
                    </a:lnTo>
                    <a:lnTo>
                      <a:pt x="168" y="78"/>
                    </a:lnTo>
                    <a:lnTo>
                      <a:pt x="166" y="78"/>
                    </a:lnTo>
                    <a:lnTo>
                      <a:pt x="164" y="76"/>
                    </a:lnTo>
                    <a:lnTo>
                      <a:pt x="160" y="74"/>
                    </a:lnTo>
                    <a:lnTo>
                      <a:pt x="156" y="70"/>
                    </a:lnTo>
                    <a:lnTo>
                      <a:pt x="152" y="62"/>
                    </a:lnTo>
                    <a:lnTo>
                      <a:pt x="150" y="58"/>
                    </a:lnTo>
                    <a:lnTo>
                      <a:pt x="144" y="54"/>
                    </a:lnTo>
                    <a:lnTo>
                      <a:pt x="132" y="48"/>
                    </a:lnTo>
                    <a:lnTo>
                      <a:pt x="114" y="46"/>
                    </a:lnTo>
                    <a:lnTo>
                      <a:pt x="114" y="46"/>
                    </a:lnTo>
                    <a:lnTo>
                      <a:pt x="112" y="46"/>
                    </a:lnTo>
                    <a:lnTo>
                      <a:pt x="108" y="48"/>
                    </a:lnTo>
                    <a:lnTo>
                      <a:pt x="106" y="48"/>
                    </a:lnTo>
                    <a:lnTo>
                      <a:pt x="102" y="48"/>
                    </a:lnTo>
                    <a:lnTo>
                      <a:pt x="98" y="48"/>
                    </a:lnTo>
                    <a:lnTo>
                      <a:pt x="96" y="44"/>
                    </a:lnTo>
                    <a:lnTo>
                      <a:pt x="94" y="38"/>
                    </a:lnTo>
                    <a:lnTo>
                      <a:pt x="78" y="44"/>
                    </a:lnTo>
                    <a:lnTo>
                      <a:pt x="78" y="42"/>
                    </a:lnTo>
                    <a:lnTo>
                      <a:pt x="80" y="40"/>
                    </a:lnTo>
                    <a:lnTo>
                      <a:pt x="82" y="34"/>
                    </a:lnTo>
                    <a:lnTo>
                      <a:pt x="82" y="28"/>
                    </a:lnTo>
                    <a:lnTo>
                      <a:pt x="82" y="26"/>
                    </a:lnTo>
                    <a:lnTo>
                      <a:pt x="84" y="24"/>
                    </a:lnTo>
                    <a:lnTo>
                      <a:pt x="84" y="20"/>
                    </a:lnTo>
                    <a:lnTo>
                      <a:pt x="84" y="16"/>
                    </a:lnTo>
                    <a:lnTo>
                      <a:pt x="86" y="12"/>
                    </a:lnTo>
                    <a:lnTo>
                      <a:pt x="84" y="8"/>
                    </a:lnTo>
                    <a:lnTo>
                      <a:pt x="82" y="6"/>
                    </a:lnTo>
                    <a:lnTo>
                      <a:pt x="80" y="4"/>
                    </a:lnTo>
                    <a:lnTo>
                      <a:pt x="78" y="4"/>
                    </a:lnTo>
                    <a:lnTo>
                      <a:pt x="76" y="4"/>
                    </a:lnTo>
                    <a:lnTo>
                      <a:pt x="72" y="6"/>
                    </a:lnTo>
                    <a:lnTo>
                      <a:pt x="68" y="8"/>
                    </a:lnTo>
                    <a:lnTo>
                      <a:pt x="64" y="12"/>
                    </a:lnTo>
                    <a:lnTo>
                      <a:pt x="60" y="16"/>
                    </a:lnTo>
                    <a:lnTo>
                      <a:pt x="56" y="24"/>
                    </a:lnTo>
                    <a:lnTo>
                      <a:pt x="56" y="28"/>
                    </a:lnTo>
                    <a:lnTo>
                      <a:pt x="54" y="36"/>
                    </a:lnTo>
                    <a:lnTo>
                      <a:pt x="54" y="46"/>
                    </a:lnTo>
                    <a:lnTo>
                      <a:pt x="56" y="58"/>
                    </a:lnTo>
                    <a:lnTo>
                      <a:pt x="72" y="78"/>
                    </a:lnTo>
                    <a:lnTo>
                      <a:pt x="72" y="78"/>
                    </a:lnTo>
                    <a:lnTo>
                      <a:pt x="72" y="80"/>
                    </a:lnTo>
                    <a:lnTo>
                      <a:pt x="72" y="84"/>
                    </a:lnTo>
                    <a:lnTo>
                      <a:pt x="72" y="86"/>
                    </a:lnTo>
                    <a:lnTo>
                      <a:pt x="72" y="90"/>
                    </a:lnTo>
                    <a:lnTo>
                      <a:pt x="72" y="92"/>
                    </a:lnTo>
                    <a:lnTo>
                      <a:pt x="70" y="92"/>
                    </a:lnTo>
                    <a:lnTo>
                      <a:pt x="68" y="90"/>
                    </a:lnTo>
                    <a:lnTo>
                      <a:pt x="64" y="86"/>
                    </a:lnTo>
                    <a:lnTo>
                      <a:pt x="56" y="76"/>
                    </a:lnTo>
                    <a:lnTo>
                      <a:pt x="48" y="60"/>
                    </a:lnTo>
                    <a:lnTo>
                      <a:pt x="44" y="38"/>
                    </a:lnTo>
                    <a:lnTo>
                      <a:pt x="44" y="32"/>
                    </a:lnTo>
                    <a:lnTo>
                      <a:pt x="46" y="20"/>
                    </a:lnTo>
                    <a:lnTo>
                      <a:pt x="52" y="4"/>
                    </a:lnTo>
                    <a:lnTo>
                      <a:pt x="52" y="2"/>
                    </a:lnTo>
                    <a:lnTo>
                      <a:pt x="48" y="0"/>
                    </a:lnTo>
                    <a:lnTo>
                      <a:pt x="40" y="0"/>
                    </a:lnTo>
                    <a:lnTo>
                      <a:pt x="32" y="4"/>
                    </a:lnTo>
                    <a:lnTo>
                      <a:pt x="18" y="14"/>
                    </a:lnTo>
                    <a:lnTo>
                      <a:pt x="16" y="18"/>
                    </a:lnTo>
                    <a:lnTo>
                      <a:pt x="10" y="30"/>
                    </a:lnTo>
                    <a:lnTo>
                      <a:pt x="4" y="42"/>
                    </a:lnTo>
                    <a:lnTo>
                      <a:pt x="2" y="56"/>
                    </a:lnTo>
                    <a:lnTo>
                      <a:pt x="2" y="56"/>
                    </a:lnTo>
                    <a:lnTo>
                      <a:pt x="2" y="58"/>
                    </a:lnTo>
                    <a:lnTo>
                      <a:pt x="0" y="58"/>
                    </a:lnTo>
                    <a:lnTo>
                      <a:pt x="0" y="60"/>
                    </a:lnTo>
                    <a:lnTo>
                      <a:pt x="2" y="64"/>
                    </a:lnTo>
                    <a:lnTo>
                      <a:pt x="4" y="68"/>
                    </a:lnTo>
                    <a:lnTo>
                      <a:pt x="6" y="72"/>
                    </a:lnTo>
                    <a:lnTo>
                      <a:pt x="12" y="80"/>
                    </a:lnTo>
                    <a:lnTo>
                      <a:pt x="18" y="88"/>
                    </a:lnTo>
                    <a:lnTo>
                      <a:pt x="22" y="98"/>
                    </a:lnTo>
                    <a:lnTo>
                      <a:pt x="24" y="104"/>
                    </a:lnTo>
                    <a:lnTo>
                      <a:pt x="22" y="108"/>
                    </a:lnTo>
                    <a:lnTo>
                      <a:pt x="26" y="112"/>
                    </a:lnTo>
                    <a:lnTo>
                      <a:pt x="26" y="112"/>
                    </a:lnTo>
                    <a:lnTo>
                      <a:pt x="28" y="110"/>
                    </a:lnTo>
                    <a:lnTo>
                      <a:pt x="30" y="108"/>
                    </a:lnTo>
                    <a:lnTo>
                      <a:pt x="32" y="108"/>
                    </a:lnTo>
                    <a:lnTo>
                      <a:pt x="36" y="110"/>
                    </a:lnTo>
                    <a:lnTo>
                      <a:pt x="40" y="112"/>
                    </a:lnTo>
                    <a:lnTo>
                      <a:pt x="48" y="118"/>
                    </a:lnTo>
                    <a:lnTo>
                      <a:pt x="62" y="122"/>
                    </a:lnTo>
                    <a:lnTo>
                      <a:pt x="80" y="12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9" name="Google Shape;619;p8"/>
              <p:cNvSpPr/>
              <p:nvPr/>
            </p:nvSpPr>
            <p:spPr>
              <a:xfrm>
                <a:off x="4407" y="1726"/>
                <a:ext cx="80" cy="58"/>
              </a:xfrm>
              <a:custGeom>
                <a:avLst/>
                <a:gdLst/>
                <a:ahLst/>
                <a:cxnLst/>
                <a:rect l="l" t="t" r="r" b="b"/>
                <a:pathLst>
                  <a:path w="80" h="58" extrusionOk="0">
                    <a:moveTo>
                      <a:pt x="6" y="36"/>
                    </a:moveTo>
                    <a:lnTo>
                      <a:pt x="0" y="46"/>
                    </a:lnTo>
                    <a:lnTo>
                      <a:pt x="2" y="46"/>
                    </a:lnTo>
                    <a:lnTo>
                      <a:pt x="4" y="44"/>
                    </a:lnTo>
                    <a:lnTo>
                      <a:pt x="6" y="44"/>
                    </a:lnTo>
                    <a:lnTo>
                      <a:pt x="10" y="44"/>
                    </a:lnTo>
                    <a:lnTo>
                      <a:pt x="12" y="44"/>
                    </a:lnTo>
                    <a:lnTo>
                      <a:pt x="14" y="46"/>
                    </a:lnTo>
                    <a:lnTo>
                      <a:pt x="16" y="48"/>
                    </a:lnTo>
                    <a:lnTo>
                      <a:pt x="16" y="50"/>
                    </a:lnTo>
                    <a:lnTo>
                      <a:pt x="16" y="52"/>
                    </a:lnTo>
                    <a:lnTo>
                      <a:pt x="18" y="54"/>
                    </a:lnTo>
                    <a:lnTo>
                      <a:pt x="20" y="56"/>
                    </a:lnTo>
                    <a:lnTo>
                      <a:pt x="22" y="58"/>
                    </a:lnTo>
                    <a:lnTo>
                      <a:pt x="26" y="58"/>
                    </a:lnTo>
                    <a:lnTo>
                      <a:pt x="30" y="58"/>
                    </a:lnTo>
                    <a:lnTo>
                      <a:pt x="34" y="56"/>
                    </a:lnTo>
                    <a:lnTo>
                      <a:pt x="54" y="44"/>
                    </a:lnTo>
                    <a:lnTo>
                      <a:pt x="72" y="48"/>
                    </a:lnTo>
                    <a:lnTo>
                      <a:pt x="80" y="42"/>
                    </a:lnTo>
                    <a:lnTo>
                      <a:pt x="80" y="40"/>
                    </a:lnTo>
                    <a:lnTo>
                      <a:pt x="78" y="38"/>
                    </a:lnTo>
                    <a:lnTo>
                      <a:pt x="74" y="34"/>
                    </a:lnTo>
                    <a:lnTo>
                      <a:pt x="70" y="30"/>
                    </a:lnTo>
                    <a:lnTo>
                      <a:pt x="66" y="26"/>
                    </a:lnTo>
                    <a:lnTo>
                      <a:pt x="60" y="24"/>
                    </a:lnTo>
                    <a:lnTo>
                      <a:pt x="60" y="24"/>
                    </a:lnTo>
                    <a:lnTo>
                      <a:pt x="58" y="22"/>
                    </a:lnTo>
                    <a:lnTo>
                      <a:pt x="54" y="20"/>
                    </a:lnTo>
                    <a:lnTo>
                      <a:pt x="50" y="16"/>
                    </a:lnTo>
                    <a:lnTo>
                      <a:pt x="46" y="14"/>
                    </a:lnTo>
                    <a:lnTo>
                      <a:pt x="42" y="12"/>
                    </a:lnTo>
                    <a:lnTo>
                      <a:pt x="38" y="10"/>
                    </a:lnTo>
                    <a:lnTo>
                      <a:pt x="34" y="10"/>
                    </a:lnTo>
                    <a:lnTo>
                      <a:pt x="32" y="0"/>
                    </a:lnTo>
                    <a:lnTo>
                      <a:pt x="22" y="14"/>
                    </a:lnTo>
                    <a:lnTo>
                      <a:pt x="20" y="14"/>
                    </a:lnTo>
                    <a:lnTo>
                      <a:pt x="18" y="14"/>
                    </a:lnTo>
                    <a:lnTo>
                      <a:pt x="16" y="16"/>
                    </a:lnTo>
                    <a:lnTo>
                      <a:pt x="12" y="18"/>
                    </a:lnTo>
                    <a:lnTo>
                      <a:pt x="10" y="20"/>
                    </a:lnTo>
                    <a:lnTo>
                      <a:pt x="6" y="24"/>
                    </a:lnTo>
                    <a:lnTo>
                      <a:pt x="6" y="30"/>
                    </a:lnTo>
                    <a:lnTo>
                      <a:pt x="6" y="3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0" name="Google Shape;620;p8"/>
              <p:cNvSpPr/>
              <p:nvPr/>
            </p:nvSpPr>
            <p:spPr>
              <a:xfrm>
                <a:off x="4205" y="1402"/>
                <a:ext cx="84" cy="122"/>
              </a:xfrm>
              <a:custGeom>
                <a:avLst/>
                <a:gdLst/>
                <a:ahLst/>
                <a:cxnLst/>
                <a:rect l="l" t="t" r="r" b="b"/>
                <a:pathLst>
                  <a:path w="84" h="122" extrusionOk="0">
                    <a:moveTo>
                      <a:pt x="14" y="48"/>
                    </a:moveTo>
                    <a:lnTo>
                      <a:pt x="14" y="48"/>
                    </a:lnTo>
                    <a:lnTo>
                      <a:pt x="12" y="46"/>
                    </a:lnTo>
                    <a:lnTo>
                      <a:pt x="10" y="46"/>
                    </a:lnTo>
                    <a:lnTo>
                      <a:pt x="8" y="46"/>
                    </a:lnTo>
                    <a:lnTo>
                      <a:pt x="6" y="46"/>
                    </a:lnTo>
                    <a:lnTo>
                      <a:pt x="2" y="46"/>
                    </a:lnTo>
                    <a:lnTo>
                      <a:pt x="2" y="48"/>
                    </a:lnTo>
                    <a:lnTo>
                      <a:pt x="0" y="50"/>
                    </a:lnTo>
                    <a:lnTo>
                      <a:pt x="0" y="56"/>
                    </a:lnTo>
                    <a:lnTo>
                      <a:pt x="2" y="62"/>
                    </a:lnTo>
                    <a:lnTo>
                      <a:pt x="2" y="64"/>
                    </a:lnTo>
                    <a:lnTo>
                      <a:pt x="2" y="66"/>
                    </a:lnTo>
                    <a:lnTo>
                      <a:pt x="4" y="70"/>
                    </a:lnTo>
                    <a:lnTo>
                      <a:pt x="6" y="76"/>
                    </a:lnTo>
                    <a:lnTo>
                      <a:pt x="10" y="80"/>
                    </a:lnTo>
                    <a:lnTo>
                      <a:pt x="14" y="84"/>
                    </a:lnTo>
                    <a:lnTo>
                      <a:pt x="20" y="86"/>
                    </a:lnTo>
                    <a:lnTo>
                      <a:pt x="22" y="88"/>
                    </a:lnTo>
                    <a:lnTo>
                      <a:pt x="24" y="90"/>
                    </a:lnTo>
                    <a:lnTo>
                      <a:pt x="28" y="94"/>
                    </a:lnTo>
                    <a:lnTo>
                      <a:pt x="32" y="102"/>
                    </a:lnTo>
                    <a:lnTo>
                      <a:pt x="32" y="104"/>
                    </a:lnTo>
                    <a:lnTo>
                      <a:pt x="32" y="106"/>
                    </a:lnTo>
                    <a:lnTo>
                      <a:pt x="34" y="108"/>
                    </a:lnTo>
                    <a:lnTo>
                      <a:pt x="34" y="112"/>
                    </a:lnTo>
                    <a:lnTo>
                      <a:pt x="38" y="116"/>
                    </a:lnTo>
                    <a:lnTo>
                      <a:pt x="40" y="118"/>
                    </a:lnTo>
                    <a:lnTo>
                      <a:pt x="44" y="122"/>
                    </a:lnTo>
                    <a:lnTo>
                      <a:pt x="50" y="122"/>
                    </a:lnTo>
                    <a:lnTo>
                      <a:pt x="56" y="122"/>
                    </a:lnTo>
                    <a:lnTo>
                      <a:pt x="64" y="120"/>
                    </a:lnTo>
                    <a:lnTo>
                      <a:pt x="64" y="120"/>
                    </a:lnTo>
                    <a:lnTo>
                      <a:pt x="68" y="118"/>
                    </a:lnTo>
                    <a:lnTo>
                      <a:pt x="72" y="116"/>
                    </a:lnTo>
                    <a:lnTo>
                      <a:pt x="76" y="114"/>
                    </a:lnTo>
                    <a:lnTo>
                      <a:pt x="80" y="110"/>
                    </a:lnTo>
                    <a:lnTo>
                      <a:pt x="84" y="104"/>
                    </a:lnTo>
                    <a:lnTo>
                      <a:pt x="84" y="100"/>
                    </a:lnTo>
                    <a:lnTo>
                      <a:pt x="84" y="88"/>
                    </a:lnTo>
                    <a:lnTo>
                      <a:pt x="82" y="76"/>
                    </a:lnTo>
                    <a:lnTo>
                      <a:pt x="80" y="68"/>
                    </a:lnTo>
                    <a:lnTo>
                      <a:pt x="80" y="54"/>
                    </a:lnTo>
                    <a:lnTo>
                      <a:pt x="78" y="54"/>
                    </a:lnTo>
                    <a:lnTo>
                      <a:pt x="76" y="56"/>
                    </a:lnTo>
                    <a:lnTo>
                      <a:pt x="74" y="56"/>
                    </a:lnTo>
                    <a:lnTo>
                      <a:pt x="70" y="56"/>
                    </a:lnTo>
                    <a:lnTo>
                      <a:pt x="66" y="56"/>
                    </a:lnTo>
                    <a:lnTo>
                      <a:pt x="64" y="56"/>
                    </a:lnTo>
                    <a:lnTo>
                      <a:pt x="60" y="54"/>
                    </a:lnTo>
                    <a:lnTo>
                      <a:pt x="60" y="50"/>
                    </a:lnTo>
                    <a:lnTo>
                      <a:pt x="60" y="48"/>
                    </a:lnTo>
                    <a:lnTo>
                      <a:pt x="62" y="46"/>
                    </a:lnTo>
                    <a:lnTo>
                      <a:pt x="64" y="42"/>
                    </a:lnTo>
                    <a:lnTo>
                      <a:pt x="68" y="40"/>
                    </a:lnTo>
                    <a:lnTo>
                      <a:pt x="72" y="36"/>
                    </a:lnTo>
                    <a:lnTo>
                      <a:pt x="76" y="36"/>
                    </a:lnTo>
                    <a:lnTo>
                      <a:pt x="76" y="36"/>
                    </a:lnTo>
                    <a:lnTo>
                      <a:pt x="78" y="32"/>
                    </a:lnTo>
                    <a:lnTo>
                      <a:pt x="78" y="30"/>
                    </a:lnTo>
                    <a:lnTo>
                      <a:pt x="80" y="24"/>
                    </a:lnTo>
                    <a:lnTo>
                      <a:pt x="80" y="20"/>
                    </a:lnTo>
                    <a:lnTo>
                      <a:pt x="78" y="16"/>
                    </a:lnTo>
                    <a:lnTo>
                      <a:pt x="76" y="12"/>
                    </a:lnTo>
                    <a:lnTo>
                      <a:pt x="72" y="10"/>
                    </a:lnTo>
                    <a:lnTo>
                      <a:pt x="68" y="0"/>
                    </a:lnTo>
                    <a:lnTo>
                      <a:pt x="68" y="0"/>
                    </a:lnTo>
                    <a:lnTo>
                      <a:pt x="64" y="0"/>
                    </a:lnTo>
                    <a:lnTo>
                      <a:pt x="58" y="2"/>
                    </a:lnTo>
                    <a:lnTo>
                      <a:pt x="54" y="4"/>
                    </a:lnTo>
                    <a:lnTo>
                      <a:pt x="48" y="4"/>
                    </a:lnTo>
                    <a:lnTo>
                      <a:pt x="46" y="4"/>
                    </a:lnTo>
                    <a:lnTo>
                      <a:pt x="44" y="4"/>
                    </a:lnTo>
                    <a:lnTo>
                      <a:pt x="40" y="4"/>
                    </a:lnTo>
                    <a:lnTo>
                      <a:pt x="36" y="2"/>
                    </a:lnTo>
                    <a:lnTo>
                      <a:pt x="32" y="2"/>
                    </a:lnTo>
                    <a:lnTo>
                      <a:pt x="28" y="4"/>
                    </a:lnTo>
                    <a:lnTo>
                      <a:pt x="24" y="6"/>
                    </a:lnTo>
                    <a:lnTo>
                      <a:pt x="22" y="8"/>
                    </a:lnTo>
                    <a:lnTo>
                      <a:pt x="20" y="14"/>
                    </a:lnTo>
                    <a:lnTo>
                      <a:pt x="20" y="14"/>
                    </a:lnTo>
                    <a:lnTo>
                      <a:pt x="20" y="16"/>
                    </a:lnTo>
                    <a:lnTo>
                      <a:pt x="20" y="20"/>
                    </a:lnTo>
                    <a:lnTo>
                      <a:pt x="20" y="24"/>
                    </a:lnTo>
                    <a:lnTo>
                      <a:pt x="22" y="28"/>
                    </a:lnTo>
                    <a:lnTo>
                      <a:pt x="24" y="34"/>
                    </a:lnTo>
                    <a:lnTo>
                      <a:pt x="28" y="36"/>
                    </a:lnTo>
                    <a:lnTo>
                      <a:pt x="28" y="38"/>
                    </a:lnTo>
                    <a:lnTo>
                      <a:pt x="30" y="40"/>
                    </a:lnTo>
                    <a:lnTo>
                      <a:pt x="32" y="42"/>
                    </a:lnTo>
                    <a:lnTo>
                      <a:pt x="32" y="46"/>
                    </a:lnTo>
                    <a:lnTo>
                      <a:pt x="34" y="48"/>
                    </a:lnTo>
                    <a:lnTo>
                      <a:pt x="34" y="52"/>
                    </a:lnTo>
                    <a:lnTo>
                      <a:pt x="32" y="56"/>
                    </a:lnTo>
                    <a:lnTo>
                      <a:pt x="28" y="58"/>
                    </a:lnTo>
                    <a:lnTo>
                      <a:pt x="26" y="58"/>
                    </a:lnTo>
                    <a:lnTo>
                      <a:pt x="24" y="56"/>
                    </a:lnTo>
                    <a:lnTo>
                      <a:pt x="20" y="54"/>
                    </a:lnTo>
                    <a:lnTo>
                      <a:pt x="14" y="4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1" name="Google Shape;621;p8"/>
              <p:cNvSpPr/>
              <p:nvPr/>
            </p:nvSpPr>
            <p:spPr>
              <a:xfrm>
                <a:off x="4349" y="1414"/>
                <a:ext cx="68" cy="106"/>
              </a:xfrm>
              <a:custGeom>
                <a:avLst/>
                <a:gdLst/>
                <a:ahLst/>
                <a:cxnLst/>
                <a:rect l="l" t="t" r="r" b="b"/>
                <a:pathLst>
                  <a:path w="68" h="106" extrusionOk="0">
                    <a:moveTo>
                      <a:pt x="34" y="0"/>
                    </a:moveTo>
                    <a:lnTo>
                      <a:pt x="32" y="0"/>
                    </a:lnTo>
                    <a:lnTo>
                      <a:pt x="30" y="0"/>
                    </a:lnTo>
                    <a:lnTo>
                      <a:pt x="26" y="0"/>
                    </a:lnTo>
                    <a:lnTo>
                      <a:pt x="22" y="2"/>
                    </a:lnTo>
                    <a:lnTo>
                      <a:pt x="20" y="4"/>
                    </a:lnTo>
                    <a:lnTo>
                      <a:pt x="20" y="4"/>
                    </a:lnTo>
                    <a:lnTo>
                      <a:pt x="20" y="4"/>
                    </a:lnTo>
                    <a:lnTo>
                      <a:pt x="20" y="2"/>
                    </a:lnTo>
                    <a:lnTo>
                      <a:pt x="18" y="2"/>
                    </a:lnTo>
                    <a:lnTo>
                      <a:pt x="18" y="2"/>
                    </a:lnTo>
                    <a:lnTo>
                      <a:pt x="16" y="2"/>
                    </a:lnTo>
                    <a:lnTo>
                      <a:pt x="14" y="4"/>
                    </a:lnTo>
                    <a:lnTo>
                      <a:pt x="12" y="8"/>
                    </a:lnTo>
                    <a:lnTo>
                      <a:pt x="8" y="16"/>
                    </a:lnTo>
                    <a:lnTo>
                      <a:pt x="8" y="16"/>
                    </a:lnTo>
                    <a:lnTo>
                      <a:pt x="6" y="20"/>
                    </a:lnTo>
                    <a:lnTo>
                      <a:pt x="4" y="22"/>
                    </a:lnTo>
                    <a:lnTo>
                      <a:pt x="2" y="26"/>
                    </a:lnTo>
                    <a:lnTo>
                      <a:pt x="0" y="30"/>
                    </a:lnTo>
                    <a:lnTo>
                      <a:pt x="0" y="30"/>
                    </a:lnTo>
                    <a:lnTo>
                      <a:pt x="2" y="32"/>
                    </a:lnTo>
                    <a:lnTo>
                      <a:pt x="4" y="36"/>
                    </a:lnTo>
                    <a:lnTo>
                      <a:pt x="4" y="38"/>
                    </a:lnTo>
                    <a:lnTo>
                      <a:pt x="4" y="42"/>
                    </a:lnTo>
                    <a:lnTo>
                      <a:pt x="2" y="46"/>
                    </a:lnTo>
                    <a:lnTo>
                      <a:pt x="2" y="48"/>
                    </a:lnTo>
                    <a:lnTo>
                      <a:pt x="2" y="48"/>
                    </a:lnTo>
                    <a:lnTo>
                      <a:pt x="2" y="50"/>
                    </a:lnTo>
                    <a:lnTo>
                      <a:pt x="2" y="54"/>
                    </a:lnTo>
                    <a:lnTo>
                      <a:pt x="2" y="60"/>
                    </a:lnTo>
                    <a:lnTo>
                      <a:pt x="4" y="66"/>
                    </a:lnTo>
                    <a:lnTo>
                      <a:pt x="6" y="74"/>
                    </a:lnTo>
                    <a:lnTo>
                      <a:pt x="8" y="104"/>
                    </a:lnTo>
                    <a:lnTo>
                      <a:pt x="8" y="104"/>
                    </a:lnTo>
                    <a:lnTo>
                      <a:pt x="10" y="106"/>
                    </a:lnTo>
                    <a:lnTo>
                      <a:pt x="12" y="106"/>
                    </a:lnTo>
                    <a:lnTo>
                      <a:pt x="16" y="106"/>
                    </a:lnTo>
                    <a:lnTo>
                      <a:pt x="18" y="106"/>
                    </a:lnTo>
                    <a:lnTo>
                      <a:pt x="20" y="104"/>
                    </a:lnTo>
                    <a:lnTo>
                      <a:pt x="24" y="102"/>
                    </a:lnTo>
                    <a:lnTo>
                      <a:pt x="24" y="98"/>
                    </a:lnTo>
                    <a:lnTo>
                      <a:pt x="26" y="90"/>
                    </a:lnTo>
                    <a:lnTo>
                      <a:pt x="26" y="90"/>
                    </a:lnTo>
                    <a:lnTo>
                      <a:pt x="24" y="88"/>
                    </a:lnTo>
                    <a:lnTo>
                      <a:pt x="24" y="86"/>
                    </a:lnTo>
                    <a:lnTo>
                      <a:pt x="24" y="82"/>
                    </a:lnTo>
                    <a:lnTo>
                      <a:pt x="22" y="78"/>
                    </a:lnTo>
                    <a:lnTo>
                      <a:pt x="22" y="76"/>
                    </a:lnTo>
                    <a:lnTo>
                      <a:pt x="24" y="72"/>
                    </a:lnTo>
                    <a:lnTo>
                      <a:pt x="26" y="70"/>
                    </a:lnTo>
                    <a:lnTo>
                      <a:pt x="30" y="68"/>
                    </a:lnTo>
                    <a:lnTo>
                      <a:pt x="34" y="68"/>
                    </a:lnTo>
                    <a:lnTo>
                      <a:pt x="36" y="68"/>
                    </a:lnTo>
                    <a:lnTo>
                      <a:pt x="38" y="68"/>
                    </a:lnTo>
                    <a:lnTo>
                      <a:pt x="40" y="66"/>
                    </a:lnTo>
                    <a:lnTo>
                      <a:pt x="44" y="66"/>
                    </a:lnTo>
                    <a:lnTo>
                      <a:pt x="48" y="62"/>
                    </a:lnTo>
                    <a:lnTo>
                      <a:pt x="52" y="58"/>
                    </a:lnTo>
                    <a:lnTo>
                      <a:pt x="54" y="52"/>
                    </a:lnTo>
                    <a:lnTo>
                      <a:pt x="54" y="50"/>
                    </a:lnTo>
                    <a:lnTo>
                      <a:pt x="56" y="48"/>
                    </a:lnTo>
                    <a:lnTo>
                      <a:pt x="60" y="42"/>
                    </a:lnTo>
                    <a:lnTo>
                      <a:pt x="62" y="38"/>
                    </a:lnTo>
                    <a:lnTo>
                      <a:pt x="62" y="30"/>
                    </a:lnTo>
                    <a:lnTo>
                      <a:pt x="64" y="24"/>
                    </a:lnTo>
                    <a:lnTo>
                      <a:pt x="64" y="24"/>
                    </a:lnTo>
                    <a:lnTo>
                      <a:pt x="64" y="22"/>
                    </a:lnTo>
                    <a:lnTo>
                      <a:pt x="66" y="20"/>
                    </a:lnTo>
                    <a:lnTo>
                      <a:pt x="68" y="18"/>
                    </a:lnTo>
                    <a:lnTo>
                      <a:pt x="68" y="14"/>
                    </a:lnTo>
                    <a:lnTo>
                      <a:pt x="68" y="12"/>
                    </a:lnTo>
                    <a:lnTo>
                      <a:pt x="66" y="10"/>
                    </a:lnTo>
                    <a:lnTo>
                      <a:pt x="62" y="8"/>
                    </a:lnTo>
                    <a:lnTo>
                      <a:pt x="56" y="8"/>
                    </a:lnTo>
                    <a:lnTo>
                      <a:pt x="56" y="8"/>
                    </a:lnTo>
                    <a:lnTo>
                      <a:pt x="52" y="8"/>
                    </a:lnTo>
                    <a:lnTo>
                      <a:pt x="48" y="8"/>
                    </a:lnTo>
                    <a:lnTo>
                      <a:pt x="44" y="8"/>
                    </a:lnTo>
                    <a:lnTo>
                      <a:pt x="40" y="6"/>
                    </a:lnTo>
                    <a:lnTo>
                      <a:pt x="36" y="4"/>
                    </a:lnTo>
                    <a:lnTo>
                      <a:pt x="34"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2" name="Google Shape;622;p8"/>
              <p:cNvSpPr/>
              <p:nvPr/>
            </p:nvSpPr>
            <p:spPr>
              <a:xfrm>
                <a:off x="3949" y="1386"/>
                <a:ext cx="104" cy="116"/>
              </a:xfrm>
              <a:custGeom>
                <a:avLst/>
                <a:gdLst/>
                <a:ahLst/>
                <a:cxnLst/>
                <a:rect l="l" t="t" r="r" b="b"/>
                <a:pathLst>
                  <a:path w="104" h="116" extrusionOk="0">
                    <a:moveTo>
                      <a:pt x="4" y="80"/>
                    </a:moveTo>
                    <a:lnTo>
                      <a:pt x="4" y="80"/>
                    </a:lnTo>
                    <a:lnTo>
                      <a:pt x="2" y="80"/>
                    </a:lnTo>
                    <a:lnTo>
                      <a:pt x="0" y="82"/>
                    </a:lnTo>
                    <a:lnTo>
                      <a:pt x="0" y="84"/>
                    </a:lnTo>
                    <a:lnTo>
                      <a:pt x="0" y="86"/>
                    </a:lnTo>
                    <a:lnTo>
                      <a:pt x="0" y="90"/>
                    </a:lnTo>
                    <a:lnTo>
                      <a:pt x="4" y="92"/>
                    </a:lnTo>
                    <a:lnTo>
                      <a:pt x="6" y="94"/>
                    </a:lnTo>
                    <a:lnTo>
                      <a:pt x="8" y="94"/>
                    </a:lnTo>
                    <a:lnTo>
                      <a:pt x="10" y="96"/>
                    </a:lnTo>
                    <a:lnTo>
                      <a:pt x="12" y="100"/>
                    </a:lnTo>
                    <a:lnTo>
                      <a:pt x="14" y="104"/>
                    </a:lnTo>
                    <a:lnTo>
                      <a:pt x="14" y="110"/>
                    </a:lnTo>
                    <a:lnTo>
                      <a:pt x="16" y="110"/>
                    </a:lnTo>
                    <a:lnTo>
                      <a:pt x="18" y="112"/>
                    </a:lnTo>
                    <a:lnTo>
                      <a:pt x="20" y="114"/>
                    </a:lnTo>
                    <a:lnTo>
                      <a:pt x="24" y="116"/>
                    </a:lnTo>
                    <a:lnTo>
                      <a:pt x="28" y="116"/>
                    </a:lnTo>
                    <a:lnTo>
                      <a:pt x="30" y="114"/>
                    </a:lnTo>
                    <a:lnTo>
                      <a:pt x="34" y="110"/>
                    </a:lnTo>
                    <a:lnTo>
                      <a:pt x="34" y="110"/>
                    </a:lnTo>
                    <a:lnTo>
                      <a:pt x="34" y="108"/>
                    </a:lnTo>
                    <a:lnTo>
                      <a:pt x="36" y="106"/>
                    </a:lnTo>
                    <a:lnTo>
                      <a:pt x="38" y="106"/>
                    </a:lnTo>
                    <a:lnTo>
                      <a:pt x="42" y="104"/>
                    </a:lnTo>
                    <a:lnTo>
                      <a:pt x="46" y="106"/>
                    </a:lnTo>
                    <a:lnTo>
                      <a:pt x="46" y="106"/>
                    </a:lnTo>
                    <a:lnTo>
                      <a:pt x="48" y="106"/>
                    </a:lnTo>
                    <a:lnTo>
                      <a:pt x="50" y="106"/>
                    </a:lnTo>
                    <a:lnTo>
                      <a:pt x="52" y="104"/>
                    </a:lnTo>
                    <a:lnTo>
                      <a:pt x="54" y="102"/>
                    </a:lnTo>
                    <a:lnTo>
                      <a:pt x="54" y="98"/>
                    </a:lnTo>
                    <a:lnTo>
                      <a:pt x="56" y="92"/>
                    </a:lnTo>
                    <a:lnTo>
                      <a:pt x="56" y="88"/>
                    </a:lnTo>
                    <a:lnTo>
                      <a:pt x="60" y="74"/>
                    </a:lnTo>
                    <a:lnTo>
                      <a:pt x="68" y="60"/>
                    </a:lnTo>
                    <a:lnTo>
                      <a:pt x="82" y="48"/>
                    </a:lnTo>
                    <a:lnTo>
                      <a:pt x="104" y="40"/>
                    </a:lnTo>
                    <a:lnTo>
                      <a:pt x="104" y="32"/>
                    </a:lnTo>
                    <a:lnTo>
                      <a:pt x="104" y="32"/>
                    </a:lnTo>
                    <a:lnTo>
                      <a:pt x="104" y="32"/>
                    </a:lnTo>
                    <a:lnTo>
                      <a:pt x="102" y="30"/>
                    </a:lnTo>
                    <a:lnTo>
                      <a:pt x="98" y="28"/>
                    </a:lnTo>
                    <a:lnTo>
                      <a:pt x="94" y="26"/>
                    </a:lnTo>
                    <a:lnTo>
                      <a:pt x="88" y="20"/>
                    </a:lnTo>
                    <a:lnTo>
                      <a:pt x="88" y="20"/>
                    </a:lnTo>
                    <a:lnTo>
                      <a:pt x="88" y="18"/>
                    </a:lnTo>
                    <a:lnTo>
                      <a:pt x="86" y="16"/>
                    </a:lnTo>
                    <a:lnTo>
                      <a:pt x="84" y="14"/>
                    </a:lnTo>
                    <a:lnTo>
                      <a:pt x="82" y="14"/>
                    </a:lnTo>
                    <a:lnTo>
                      <a:pt x="78" y="14"/>
                    </a:lnTo>
                    <a:lnTo>
                      <a:pt x="76" y="16"/>
                    </a:lnTo>
                    <a:lnTo>
                      <a:pt x="72" y="20"/>
                    </a:lnTo>
                    <a:lnTo>
                      <a:pt x="72" y="20"/>
                    </a:lnTo>
                    <a:lnTo>
                      <a:pt x="70" y="20"/>
                    </a:lnTo>
                    <a:lnTo>
                      <a:pt x="70" y="22"/>
                    </a:lnTo>
                    <a:lnTo>
                      <a:pt x="68" y="22"/>
                    </a:lnTo>
                    <a:lnTo>
                      <a:pt x="66" y="20"/>
                    </a:lnTo>
                    <a:lnTo>
                      <a:pt x="66" y="16"/>
                    </a:lnTo>
                    <a:lnTo>
                      <a:pt x="66" y="16"/>
                    </a:lnTo>
                    <a:lnTo>
                      <a:pt x="64" y="14"/>
                    </a:lnTo>
                    <a:lnTo>
                      <a:pt x="62" y="12"/>
                    </a:lnTo>
                    <a:lnTo>
                      <a:pt x="60" y="10"/>
                    </a:lnTo>
                    <a:lnTo>
                      <a:pt x="58" y="8"/>
                    </a:lnTo>
                    <a:lnTo>
                      <a:pt x="56" y="8"/>
                    </a:lnTo>
                    <a:lnTo>
                      <a:pt x="52" y="8"/>
                    </a:lnTo>
                    <a:lnTo>
                      <a:pt x="50" y="12"/>
                    </a:lnTo>
                    <a:lnTo>
                      <a:pt x="42" y="10"/>
                    </a:lnTo>
                    <a:lnTo>
                      <a:pt x="42" y="10"/>
                    </a:lnTo>
                    <a:lnTo>
                      <a:pt x="44" y="8"/>
                    </a:lnTo>
                    <a:lnTo>
                      <a:pt x="44" y="6"/>
                    </a:lnTo>
                    <a:lnTo>
                      <a:pt x="46" y="4"/>
                    </a:lnTo>
                    <a:lnTo>
                      <a:pt x="46" y="2"/>
                    </a:lnTo>
                    <a:lnTo>
                      <a:pt x="46" y="0"/>
                    </a:lnTo>
                    <a:lnTo>
                      <a:pt x="42" y="0"/>
                    </a:lnTo>
                    <a:lnTo>
                      <a:pt x="40" y="0"/>
                    </a:lnTo>
                    <a:lnTo>
                      <a:pt x="34" y="2"/>
                    </a:lnTo>
                    <a:lnTo>
                      <a:pt x="30" y="4"/>
                    </a:lnTo>
                    <a:lnTo>
                      <a:pt x="28" y="6"/>
                    </a:lnTo>
                    <a:lnTo>
                      <a:pt x="26" y="8"/>
                    </a:lnTo>
                    <a:lnTo>
                      <a:pt x="26" y="10"/>
                    </a:lnTo>
                    <a:lnTo>
                      <a:pt x="26" y="10"/>
                    </a:lnTo>
                    <a:lnTo>
                      <a:pt x="26" y="10"/>
                    </a:lnTo>
                    <a:lnTo>
                      <a:pt x="24" y="10"/>
                    </a:lnTo>
                    <a:lnTo>
                      <a:pt x="22" y="10"/>
                    </a:lnTo>
                    <a:lnTo>
                      <a:pt x="20" y="10"/>
                    </a:lnTo>
                    <a:lnTo>
                      <a:pt x="18" y="10"/>
                    </a:lnTo>
                    <a:lnTo>
                      <a:pt x="16" y="12"/>
                    </a:lnTo>
                    <a:lnTo>
                      <a:pt x="16" y="14"/>
                    </a:lnTo>
                    <a:lnTo>
                      <a:pt x="14" y="18"/>
                    </a:lnTo>
                    <a:lnTo>
                      <a:pt x="14" y="24"/>
                    </a:lnTo>
                    <a:lnTo>
                      <a:pt x="16" y="26"/>
                    </a:lnTo>
                    <a:lnTo>
                      <a:pt x="16" y="28"/>
                    </a:lnTo>
                    <a:lnTo>
                      <a:pt x="18" y="30"/>
                    </a:lnTo>
                    <a:lnTo>
                      <a:pt x="18" y="34"/>
                    </a:lnTo>
                    <a:lnTo>
                      <a:pt x="18" y="36"/>
                    </a:lnTo>
                    <a:lnTo>
                      <a:pt x="16" y="40"/>
                    </a:lnTo>
                    <a:lnTo>
                      <a:pt x="16" y="40"/>
                    </a:lnTo>
                    <a:lnTo>
                      <a:pt x="14" y="44"/>
                    </a:lnTo>
                    <a:lnTo>
                      <a:pt x="12" y="48"/>
                    </a:lnTo>
                    <a:lnTo>
                      <a:pt x="8" y="54"/>
                    </a:lnTo>
                    <a:lnTo>
                      <a:pt x="6" y="64"/>
                    </a:lnTo>
                    <a:lnTo>
                      <a:pt x="4" y="8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3" name="Google Shape;623;p8"/>
              <p:cNvSpPr/>
              <p:nvPr/>
            </p:nvSpPr>
            <p:spPr>
              <a:xfrm>
                <a:off x="4005" y="1442"/>
                <a:ext cx="232" cy="186"/>
              </a:xfrm>
              <a:custGeom>
                <a:avLst/>
                <a:gdLst/>
                <a:ahLst/>
                <a:cxnLst/>
                <a:rect l="l" t="t" r="r" b="b"/>
                <a:pathLst>
                  <a:path w="232" h="186" extrusionOk="0">
                    <a:moveTo>
                      <a:pt x="24" y="74"/>
                    </a:moveTo>
                    <a:lnTo>
                      <a:pt x="24" y="76"/>
                    </a:lnTo>
                    <a:lnTo>
                      <a:pt x="28" y="76"/>
                    </a:lnTo>
                    <a:lnTo>
                      <a:pt x="32" y="76"/>
                    </a:lnTo>
                    <a:lnTo>
                      <a:pt x="36" y="76"/>
                    </a:lnTo>
                    <a:lnTo>
                      <a:pt x="40" y="76"/>
                    </a:lnTo>
                    <a:lnTo>
                      <a:pt x="42" y="74"/>
                    </a:lnTo>
                    <a:lnTo>
                      <a:pt x="44" y="74"/>
                    </a:lnTo>
                    <a:lnTo>
                      <a:pt x="44" y="74"/>
                    </a:lnTo>
                    <a:lnTo>
                      <a:pt x="46" y="74"/>
                    </a:lnTo>
                    <a:lnTo>
                      <a:pt x="46" y="76"/>
                    </a:lnTo>
                    <a:lnTo>
                      <a:pt x="46" y="78"/>
                    </a:lnTo>
                    <a:lnTo>
                      <a:pt x="46" y="80"/>
                    </a:lnTo>
                    <a:lnTo>
                      <a:pt x="44" y="84"/>
                    </a:lnTo>
                    <a:lnTo>
                      <a:pt x="42" y="86"/>
                    </a:lnTo>
                    <a:lnTo>
                      <a:pt x="36" y="86"/>
                    </a:lnTo>
                    <a:lnTo>
                      <a:pt x="30" y="88"/>
                    </a:lnTo>
                    <a:lnTo>
                      <a:pt x="28" y="88"/>
                    </a:lnTo>
                    <a:lnTo>
                      <a:pt x="26" y="86"/>
                    </a:lnTo>
                    <a:lnTo>
                      <a:pt x="24" y="86"/>
                    </a:lnTo>
                    <a:lnTo>
                      <a:pt x="20" y="86"/>
                    </a:lnTo>
                    <a:lnTo>
                      <a:pt x="16" y="86"/>
                    </a:lnTo>
                    <a:lnTo>
                      <a:pt x="14" y="86"/>
                    </a:lnTo>
                    <a:lnTo>
                      <a:pt x="10" y="88"/>
                    </a:lnTo>
                    <a:lnTo>
                      <a:pt x="8" y="90"/>
                    </a:lnTo>
                    <a:lnTo>
                      <a:pt x="8" y="94"/>
                    </a:lnTo>
                    <a:lnTo>
                      <a:pt x="8" y="100"/>
                    </a:lnTo>
                    <a:lnTo>
                      <a:pt x="8" y="100"/>
                    </a:lnTo>
                    <a:lnTo>
                      <a:pt x="8" y="102"/>
                    </a:lnTo>
                    <a:lnTo>
                      <a:pt x="10" y="102"/>
                    </a:lnTo>
                    <a:lnTo>
                      <a:pt x="14" y="104"/>
                    </a:lnTo>
                    <a:lnTo>
                      <a:pt x="20" y="104"/>
                    </a:lnTo>
                    <a:lnTo>
                      <a:pt x="26" y="106"/>
                    </a:lnTo>
                    <a:lnTo>
                      <a:pt x="36" y="106"/>
                    </a:lnTo>
                    <a:lnTo>
                      <a:pt x="42" y="104"/>
                    </a:lnTo>
                    <a:lnTo>
                      <a:pt x="54" y="104"/>
                    </a:lnTo>
                    <a:lnTo>
                      <a:pt x="68" y="104"/>
                    </a:lnTo>
                    <a:lnTo>
                      <a:pt x="80" y="106"/>
                    </a:lnTo>
                    <a:lnTo>
                      <a:pt x="86" y="112"/>
                    </a:lnTo>
                    <a:lnTo>
                      <a:pt x="86" y="114"/>
                    </a:lnTo>
                    <a:lnTo>
                      <a:pt x="86" y="114"/>
                    </a:lnTo>
                    <a:lnTo>
                      <a:pt x="86" y="118"/>
                    </a:lnTo>
                    <a:lnTo>
                      <a:pt x="86" y="122"/>
                    </a:lnTo>
                    <a:lnTo>
                      <a:pt x="86" y="124"/>
                    </a:lnTo>
                    <a:lnTo>
                      <a:pt x="84" y="128"/>
                    </a:lnTo>
                    <a:lnTo>
                      <a:pt x="82" y="130"/>
                    </a:lnTo>
                    <a:lnTo>
                      <a:pt x="80" y="132"/>
                    </a:lnTo>
                    <a:lnTo>
                      <a:pt x="76" y="132"/>
                    </a:lnTo>
                    <a:lnTo>
                      <a:pt x="70" y="130"/>
                    </a:lnTo>
                    <a:lnTo>
                      <a:pt x="70" y="130"/>
                    </a:lnTo>
                    <a:lnTo>
                      <a:pt x="68" y="128"/>
                    </a:lnTo>
                    <a:lnTo>
                      <a:pt x="64" y="128"/>
                    </a:lnTo>
                    <a:lnTo>
                      <a:pt x="60" y="128"/>
                    </a:lnTo>
                    <a:lnTo>
                      <a:pt x="56" y="128"/>
                    </a:lnTo>
                    <a:lnTo>
                      <a:pt x="50" y="130"/>
                    </a:lnTo>
                    <a:lnTo>
                      <a:pt x="42" y="132"/>
                    </a:lnTo>
                    <a:lnTo>
                      <a:pt x="40" y="132"/>
                    </a:lnTo>
                    <a:lnTo>
                      <a:pt x="38" y="130"/>
                    </a:lnTo>
                    <a:lnTo>
                      <a:pt x="36" y="130"/>
                    </a:lnTo>
                    <a:lnTo>
                      <a:pt x="32" y="130"/>
                    </a:lnTo>
                    <a:lnTo>
                      <a:pt x="30" y="130"/>
                    </a:lnTo>
                    <a:lnTo>
                      <a:pt x="26" y="132"/>
                    </a:lnTo>
                    <a:lnTo>
                      <a:pt x="24" y="134"/>
                    </a:lnTo>
                    <a:lnTo>
                      <a:pt x="22" y="138"/>
                    </a:lnTo>
                    <a:lnTo>
                      <a:pt x="20" y="142"/>
                    </a:lnTo>
                    <a:lnTo>
                      <a:pt x="20" y="144"/>
                    </a:lnTo>
                    <a:lnTo>
                      <a:pt x="22" y="146"/>
                    </a:lnTo>
                    <a:lnTo>
                      <a:pt x="24" y="148"/>
                    </a:lnTo>
                    <a:lnTo>
                      <a:pt x="26" y="152"/>
                    </a:lnTo>
                    <a:lnTo>
                      <a:pt x="32" y="154"/>
                    </a:lnTo>
                    <a:lnTo>
                      <a:pt x="40" y="158"/>
                    </a:lnTo>
                    <a:lnTo>
                      <a:pt x="48" y="160"/>
                    </a:lnTo>
                    <a:lnTo>
                      <a:pt x="50" y="162"/>
                    </a:lnTo>
                    <a:lnTo>
                      <a:pt x="52" y="162"/>
                    </a:lnTo>
                    <a:lnTo>
                      <a:pt x="58" y="166"/>
                    </a:lnTo>
                    <a:lnTo>
                      <a:pt x="62" y="168"/>
                    </a:lnTo>
                    <a:lnTo>
                      <a:pt x="66" y="174"/>
                    </a:lnTo>
                    <a:lnTo>
                      <a:pt x="68" y="178"/>
                    </a:lnTo>
                    <a:lnTo>
                      <a:pt x="70" y="186"/>
                    </a:lnTo>
                    <a:lnTo>
                      <a:pt x="76" y="184"/>
                    </a:lnTo>
                    <a:lnTo>
                      <a:pt x="90" y="182"/>
                    </a:lnTo>
                    <a:lnTo>
                      <a:pt x="110" y="178"/>
                    </a:lnTo>
                    <a:lnTo>
                      <a:pt x="130" y="170"/>
                    </a:lnTo>
                    <a:lnTo>
                      <a:pt x="146" y="162"/>
                    </a:lnTo>
                    <a:lnTo>
                      <a:pt x="148" y="162"/>
                    </a:lnTo>
                    <a:lnTo>
                      <a:pt x="150" y="162"/>
                    </a:lnTo>
                    <a:lnTo>
                      <a:pt x="154" y="162"/>
                    </a:lnTo>
                    <a:lnTo>
                      <a:pt x="160" y="162"/>
                    </a:lnTo>
                    <a:lnTo>
                      <a:pt x="164" y="162"/>
                    </a:lnTo>
                    <a:lnTo>
                      <a:pt x="170" y="164"/>
                    </a:lnTo>
                    <a:lnTo>
                      <a:pt x="174" y="168"/>
                    </a:lnTo>
                    <a:lnTo>
                      <a:pt x="176" y="170"/>
                    </a:lnTo>
                    <a:lnTo>
                      <a:pt x="178" y="172"/>
                    </a:lnTo>
                    <a:lnTo>
                      <a:pt x="180" y="172"/>
                    </a:lnTo>
                    <a:lnTo>
                      <a:pt x="182" y="172"/>
                    </a:lnTo>
                    <a:lnTo>
                      <a:pt x="184" y="170"/>
                    </a:lnTo>
                    <a:lnTo>
                      <a:pt x="186" y="168"/>
                    </a:lnTo>
                    <a:lnTo>
                      <a:pt x="188" y="168"/>
                    </a:lnTo>
                    <a:lnTo>
                      <a:pt x="188" y="168"/>
                    </a:lnTo>
                    <a:lnTo>
                      <a:pt x="190" y="170"/>
                    </a:lnTo>
                    <a:lnTo>
                      <a:pt x="192" y="172"/>
                    </a:lnTo>
                    <a:lnTo>
                      <a:pt x="194" y="172"/>
                    </a:lnTo>
                    <a:lnTo>
                      <a:pt x="198" y="170"/>
                    </a:lnTo>
                    <a:lnTo>
                      <a:pt x="202" y="168"/>
                    </a:lnTo>
                    <a:lnTo>
                      <a:pt x="208" y="164"/>
                    </a:lnTo>
                    <a:lnTo>
                      <a:pt x="208" y="164"/>
                    </a:lnTo>
                    <a:lnTo>
                      <a:pt x="210" y="162"/>
                    </a:lnTo>
                    <a:lnTo>
                      <a:pt x="210" y="160"/>
                    </a:lnTo>
                    <a:lnTo>
                      <a:pt x="210" y="158"/>
                    </a:lnTo>
                    <a:lnTo>
                      <a:pt x="210" y="158"/>
                    </a:lnTo>
                    <a:lnTo>
                      <a:pt x="210" y="156"/>
                    </a:lnTo>
                    <a:lnTo>
                      <a:pt x="208" y="154"/>
                    </a:lnTo>
                    <a:lnTo>
                      <a:pt x="204" y="154"/>
                    </a:lnTo>
                    <a:lnTo>
                      <a:pt x="198" y="154"/>
                    </a:lnTo>
                    <a:lnTo>
                      <a:pt x="198" y="152"/>
                    </a:lnTo>
                    <a:lnTo>
                      <a:pt x="196" y="152"/>
                    </a:lnTo>
                    <a:lnTo>
                      <a:pt x="194" y="150"/>
                    </a:lnTo>
                    <a:lnTo>
                      <a:pt x="194" y="148"/>
                    </a:lnTo>
                    <a:lnTo>
                      <a:pt x="194" y="148"/>
                    </a:lnTo>
                    <a:lnTo>
                      <a:pt x="196" y="146"/>
                    </a:lnTo>
                    <a:lnTo>
                      <a:pt x="200" y="144"/>
                    </a:lnTo>
                    <a:lnTo>
                      <a:pt x="200" y="144"/>
                    </a:lnTo>
                    <a:lnTo>
                      <a:pt x="204" y="144"/>
                    </a:lnTo>
                    <a:lnTo>
                      <a:pt x="208" y="142"/>
                    </a:lnTo>
                    <a:lnTo>
                      <a:pt x="212" y="142"/>
                    </a:lnTo>
                    <a:lnTo>
                      <a:pt x="218" y="140"/>
                    </a:lnTo>
                    <a:lnTo>
                      <a:pt x="222" y="142"/>
                    </a:lnTo>
                    <a:lnTo>
                      <a:pt x="226" y="142"/>
                    </a:lnTo>
                    <a:lnTo>
                      <a:pt x="226" y="142"/>
                    </a:lnTo>
                    <a:lnTo>
                      <a:pt x="228" y="142"/>
                    </a:lnTo>
                    <a:lnTo>
                      <a:pt x="230" y="140"/>
                    </a:lnTo>
                    <a:lnTo>
                      <a:pt x="232" y="138"/>
                    </a:lnTo>
                    <a:lnTo>
                      <a:pt x="232" y="134"/>
                    </a:lnTo>
                    <a:lnTo>
                      <a:pt x="232" y="132"/>
                    </a:lnTo>
                    <a:lnTo>
                      <a:pt x="230" y="128"/>
                    </a:lnTo>
                    <a:lnTo>
                      <a:pt x="226" y="126"/>
                    </a:lnTo>
                    <a:lnTo>
                      <a:pt x="220" y="124"/>
                    </a:lnTo>
                    <a:lnTo>
                      <a:pt x="216" y="122"/>
                    </a:lnTo>
                    <a:lnTo>
                      <a:pt x="210" y="118"/>
                    </a:lnTo>
                    <a:lnTo>
                      <a:pt x="202" y="116"/>
                    </a:lnTo>
                    <a:lnTo>
                      <a:pt x="186" y="114"/>
                    </a:lnTo>
                    <a:lnTo>
                      <a:pt x="184" y="110"/>
                    </a:lnTo>
                    <a:lnTo>
                      <a:pt x="178" y="98"/>
                    </a:lnTo>
                    <a:lnTo>
                      <a:pt x="174" y="78"/>
                    </a:lnTo>
                    <a:lnTo>
                      <a:pt x="174" y="52"/>
                    </a:lnTo>
                    <a:lnTo>
                      <a:pt x="172" y="48"/>
                    </a:lnTo>
                    <a:lnTo>
                      <a:pt x="170" y="38"/>
                    </a:lnTo>
                    <a:lnTo>
                      <a:pt x="166" y="28"/>
                    </a:lnTo>
                    <a:lnTo>
                      <a:pt x="160" y="20"/>
                    </a:lnTo>
                    <a:lnTo>
                      <a:pt x="150" y="18"/>
                    </a:lnTo>
                    <a:lnTo>
                      <a:pt x="150" y="18"/>
                    </a:lnTo>
                    <a:lnTo>
                      <a:pt x="148" y="20"/>
                    </a:lnTo>
                    <a:lnTo>
                      <a:pt x="146" y="24"/>
                    </a:lnTo>
                    <a:lnTo>
                      <a:pt x="142" y="28"/>
                    </a:lnTo>
                    <a:lnTo>
                      <a:pt x="140" y="32"/>
                    </a:lnTo>
                    <a:lnTo>
                      <a:pt x="140" y="36"/>
                    </a:lnTo>
                    <a:lnTo>
                      <a:pt x="140" y="42"/>
                    </a:lnTo>
                    <a:lnTo>
                      <a:pt x="126" y="24"/>
                    </a:lnTo>
                    <a:lnTo>
                      <a:pt x="126" y="22"/>
                    </a:lnTo>
                    <a:lnTo>
                      <a:pt x="124" y="22"/>
                    </a:lnTo>
                    <a:lnTo>
                      <a:pt x="122" y="20"/>
                    </a:lnTo>
                    <a:lnTo>
                      <a:pt x="120" y="18"/>
                    </a:lnTo>
                    <a:lnTo>
                      <a:pt x="118" y="16"/>
                    </a:lnTo>
                    <a:lnTo>
                      <a:pt x="116" y="18"/>
                    </a:lnTo>
                    <a:lnTo>
                      <a:pt x="112" y="20"/>
                    </a:lnTo>
                    <a:lnTo>
                      <a:pt x="110" y="24"/>
                    </a:lnTo>
                    <a:lnTo>
                      <a:pt x="108" y="28"/>
                    </a:lnTo>
                    <a:lnTo>
                      <a:pt x="106" y="30"/>
                    </a:lnTo>
                    <a:lnTo>
                      <a:pt x="104" y="32"/>
                    </a:lnTo>
                    <a:lnTo>
                      <a:pt x="100" y="30"/>
                    </a:lnTo>
                    <a:lnTo>
                      <a:pt x="98" y="26"/>
                    </a:lnTo>
                    <a:lnTo>
                      <a:pt x="96" y="20"/>
                    </a:lnTo>
                    <a:lnTo>
                      <a:pt x="94" y="16"/>
                    </a:lnTo>
                    <a:lnTo>
                      <a:pt x="90" y="12"/>
                    </a:lnTo>
                    <a:lnTo>
                      <a:pt x="88" y="8"/>
                    </a:lnTo>
                    <a:lnTo>
                      <a:pt x="86" y="6"/>
                    </a:lnTo>
                    <a:lnTo>
                      <a:pt x="84" y="6"/>
                    </a:lnTo>
                    <a:lnTo>
                      <a:pt x="82" y="8"/>
                    </a:lnTo>
                    <a:lnTo>
                      <a:pt x="80" y="10"/>
                    </a:lnTo>
                    <a:lnTo>
                      <a:pt x="80" y="16"/>
                    </a:lnTo>
                    <a:lnTo>
                      <a:pt x="80" y="20"/>
                    </a:lnTo>
                    <a:lnTo>
                      <a:pt x="80" y="24"/>
                    </a:lnTo>
                    <a:lnTo>
                      <a:pt x="80" y="28"/>
                    </a:lnTo>
                    <a:lnTo>
                      <a:pt x="78" y="32"/>
                    </a:lnTo>
                    <a:lnTo>
                      <a:pt x="76" y="34"/>
                    </a:lnTo>
                    <a:lnTo>
                      <a:pt x="74" y="34"/>
                    </a:lnTo>
                    <a:lnTo>
                      <a:pt x="70" y="34"/>
                    </a:lnTo>
                    <a:lnTo>
                      <a:pt x="66" y="32"/>
                    </a:lnTo>
                    <a:lnTo>
                      <a:pt x="64" y="28"/>
                    </a:lnTo>
                    <a:lnTo>
                      <a:pt x="62" y="24"/>
                    </a:lnTo>
                    <a:lnTo>
                      <a:pt x="62" y="18"/>
                    </a:lnTo>
                    <a:lnTo>
                      <a:pt x="62" y="14"/>
                    </a:lnTo>
                    <a:lnTo>
                      <a:pt x="64" y="10"/>
                    </a:lnTo>
                    <a:lnTo>
                      <a:pt x="64" y="6"/>
                    </a:lnTo>
                    <a:lnTo>
                      <a:pt x="64" y="6"/>
                    </a:lnTo>
                    <a:lnTo>
                      <a:pt x="64" y="4"/>
                    </a:lnTo>
                    <a:lnTo>
                      <a:pt x="62" y="2"/>
                    </a:lnTo>
                    <a:lnTo>
                      <a:pt x="60" y="0"/>
                    </a:lnTo>
                    <a:lnTo>
                      <a:pt x="58" y="0"/>
                    </a:lnTo>
                    <a:lnTo>
                      <a:pt x="54" y="0"/>
                    </a:lnTo>
                    <a:lnTo>
                      <a:pt x="50" y="2"/>
                    </a:lnTo>
                    <a:lnTo>
                      <a:pt x="40" y="8"/>
                    </a:lnTo>
                    <a:lnTo>
                      <a:pt x="26" y="16"/>
                    </a:lnTo>
                    <a:lnTo>
                      <a:pt x="14" y="24"/>
                    </a:lnTo>
                    <a:lnTo>
                      <a:pt x="8" y="36"/>
                    </a:lnTo>
                    <a:lnTo>
                      <a:pt x="8" y="36"/>
                    </a:lnTo>
                    <a:lnTo>
                      <a:pt x="8" y="40"/>
                    </a:lnTo>
                    <a:lnTo>
                      <a:pt x="8" y="44"/>
                    </a:lnTo>
                    <a:lnTo>
                      <a:pt x="6" y="48"/>
                    </a:lnTo>
                    <a:lnTo>
                      <a:pt x="6" y="52"/>
                    </a:lnTo>
                    <a:lnTo>
                      <a:pt x="2" y="56"/>
                    </a:lnTo>
                    <a:lnTo>
                      <a:pt x="2" y="56"/>
                    </a:lnTo>
                    <a:lnTo>
                      <a:pt x="2" y="58"/>
                    </a:lnTo>
                    <a:lnTo>
                      <a:pt x="0" y="60"/>
                    </a:lnTo>
                    <a:lnTo>
                      <a:pt x="0" y="62"/>
                    </a:lnTo>
                    <a:lnTo>
                      <a:pt x="0" y="64"/>
                    </a:lnTo>
                    <a:lnTo>
                      <a:pt x="0" y="68"/>
                    </a:lnTo>
                    <a:lnTo>
                      <a:pt x="2" y="70"/>
                    </a:lnTo>
                    <a:lnTo>
                      <a:pt x="6" y="72"/>
                    </a:lnTo>
                    <a:lnTo>
                      <a:pt x="10" y="74"/>
                    </a:lnTo>
                    <a:lnTo>
                      <a:pt x="16" y="74"/>
                    </a:lnTo>
                    <a:lnTo>
                      <a:pt x="24" y="7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4" name="Google Shape;624;p8"/>
              <p:cNvSpPr/>
              <p:nvPr/>
            </p:nvSpPr>
            <p:spPr>
              <a:xfrm>
                <a:off x="4013" y="1228"/>
                <a:ext cx="118" cy="90"/>
              </a:xfrm>
              <a:custGeom>
                <a:avLst/>
                <a:gdLst/>
                <a:ahLst/>
                <a:cxnLst/>
                <a:rect l="l" t="t" r="r" b="b"/>
                <a:pathLst>
                  <a:path w="118" h="90" extrusionOk="0">
                    <a:moveTo>
                      <a:pt x="60" y="20"/>
                    </a:moveTo>
                    <a:lnTo>
                      <a:pt x="58" y="22"/>
                    </a:lnTo>
                    <a:lnTo>
                      <a:pt x="52" y="30"/>
                    </a:lnTo>
                    <a:lnTo>
                      <a:pt x="44" y="40"/>
                    </a:lnTo>
                    <a:lnTo>
                      <a:pt x="36" y="52"/>
                    </a:lnTo>
                    <a:lnTo>
                      <a:pt x="26" y="60"/>
                    </a:lnTo>
                    <a:lnTo>
                      <a:pt x="18" y="66"/>
                    </a:lnTo>
                    <a:lnTo>
                      <a:pt x="14" y="66"/>
                    </a:lnTo>
                    <a:lnTo>
                      <a:pt x="12" y="68"/>
                    </a:lnTo>
                    <a:lnTo>
                      <a:pt x="8" y="68"/>
                    </a:lnTo>
                    <a:lnTo>
                      <a:pt x="4" y="68"/>
                    </a:lnTo>
                    <a:lnTo>
                      <a:pt x="2" y="68"/>
                    </a:lnTo>
                    <a:lnTo>
                      <a:pt x="0" y="70"/>
                    </a:lnTo>
                    <a:lnTo>
                      <a:pt x="0" y="72"/>
                    </a:lnTo>
                    <a:lnTo>
                      <a:pt x="0" y="74"/>
                    </a:lnTo>
                    <a:lnTo>
                      <a:pt x="2" y="76"/>
                    </a:lnTo>
                    <a:lnTo>
                      <a:pt x="6" y="82"/>
                    </a:lnTo>
                    <a:lnTo>
                      <a:pt x="10" y="84"/>
                    </a:lnTo>
                    <a:lnTo>
                      <a:pt x="18" y="88"/>
                    </a:lnTo>
                    <a:lnTo>
                      <a:pt x="28" y="90"/>
                    </a:lnTo>
                    <a:lnTo>
                      <a:pt x="40" y="84"/>
                    </a:lnTo>
                    <a:lnTo>
                      <a:pt x="40" y="86"/>
                    </a:lnTo>
                    <a:lnTo>
                      <a:pt x="42" y="86"/>
                    </a:lnTo>
                    <a:lnTo>
                      <a:pt x="44" y="88"/>
                    </a:lnTo>
                    <a:lnTo>
                      <a:pt x="46" y="90"/>
                    </a:lnTo>
                    <a:lnTo>
                      <a:pt x="50" y="90"/>
                    </a:lnTo>
                    <a:lnTo>
                      <a:pt x="56" y="88"/>
                    </a:lnTo>
                    <a:lnTo>
                      <a:pt x="58" y="88"/>
                    </a:lnTo>
                    <a:lnTo>
                      <a:pt x="60" y="86"/>
                    </a:lnTo>
                    <a:lnTo>
                      <a:pt x="62" y="82"/>
                    </a:lnTo>
                    <a:lnTo>
                      <a:pt x="66" y="78"/>
                    </a:lnTo>
                    <a:lnTo>
                      <a:pt x="70" y="74"/>
                    </a:lnTo>
                    <a:lnTo>
                      <a:pt x="72" y="68"/>
                    </a:lnTo>
                    <a:lnTo>
                      <a:pt x="76" y="64"/>
                    </a:lnTo>
                    <a:lnTo>
                      <a:pt x="78" y="58"/>
                    </a:lnTo>
                    <a:lnTo>
                      <a:pt x="78" y="58"/>
                    </a:lnTo>
                    <a:lnTo>
                      <a:pt x="80" y="60"/>
                    </a:lnTo>
                    <a:lnTo>
                      <a:pt x="84" y="62"/>
                    </a:lnTo>
                    <a:lnTo>
                      <a:pt x="88" y="64"/>
                    </a:lnTo>
                    <a:lnTo>
                      <a:pt x="92" y="64"/>
                    </a:lnTo>
                    <a:lnTo>
                      <a:pt x="98" y="62"/>
                    </a:lnTo>
                    <a:lnTo>
                      <a:pt x="102" y="56"/>
                    </a:lnTo>
                    <a:lnTo>
                      <a:pt x="102" y="56"/>
                    </a:lnTo>
                    <a:lnTo>
                      <a:pt x="104" y="54"/>
                    </a:lnTo>
                    <a:lnTo>
                      <a:pt x="106" y="52"/>
                    </a:lnTo>
                    <a:lnTo>
                      <a:pt x="106" y="48"/>
                    </a:lnTo>
                    <a:lnTo>
                      <a:pt x="106" y="46"/>
                    </a:lnTo>
                    <a:lnTo>
                      <a:pt x="106" y="44"/>
                    </a:lnTo>
                    <a:lnTo>
                      <a:pt x="102" y="42"/>
                    </a:lnTo>
                    <a:lnTo>
                      <a:pt x="104" y="42"/>
                    </a:lnTo>
                    <a:lnTo>
                      <a:pt x="104" y="40"/>
                    </a:lnTo>
                    <a:lnTo>
                      <a:pt x="106" y="38"/>
                    </a:lnTo>
                    <a:lnTo>
                      <a:pt x="108" y="34"/>
                    </a:lnTo>
                    <a:lnTo>
                      <a:pt x="110" y="30"/>
                    </a:lnTo>
                    <a:lnTo>
                      <a:pt x="110" y="28"/>
                    </a:lnTo>
                    <a:lnTo>
                      <a:pt x="108" y="26"/>
                    </a:lnTo>
                    <a:lnTo>
                      <a:pt x="108" y="26"/>
                    </a:lnTo>
                    <a:lnTo>
                      <a:pt x="108" y="22"/>
                    </a:lnTo>
                    <a:lnTo>
                      <a:pt x="110" y="20"/>
                    </a:lnTo>
                    <a:lnTo>
                      <a:pt x="112" y="16"/>
                    </a:lnTo>
                    <a:lnTo>
                      <a:pt x="114" y="14"/>
                    </a:lnTo>
                    <a:lnTo>
                      <a:pt x="116" y="14"/>
                    </a:lnTo>
                    <a:lnTo>
                      <a:pt x="118" y="12"/>
                    </a:lnTo>
                    <a:lnTo>
                      <a:pt x="116" y="12"/>
                    </a:lnTo>
                    <a:lnTo>
                      <a:pt x="114" y="10"/>
                    </a:lnTo>
                    <a:lnTo>
                      <a:pt x="110" y="6"/>
                    </a:lnTo>
                    <a:lnTo>
                      <a:pt x="108" y="4"/>
                    </a:lnTo>
                    <a:lnTo>
                      <a:pt x="104" y="2"/>
                    </a:lnTo>
                    <a:lnTo>
                      <a:pt x="102" y="0"/>
                    </a:lnTo>
                    <a:lnTo>
                      <a:pt x="100" y="0"/>
                    </a:lnTo>
                    <a:lnTo>
                      <a:pt x="86" y="12"/>
                    </a:lnTo>
                    <a:lnTo>
                      <a:pt x="84" y="12"/>
                    </a:lnTo>
                    <a:lnTo>
                      <a:pt x="82" y="12"/>
                    </a:lnTo>
                    <a:lnTo>
                      <a:pt x="76" y="12"/>
                    </a:lnTo>
                    <a:lnTo>
                      <a:pt x="70" y="14"/>
                    </a:lnTo>
                    <a:lnTo>
                      <a:pt x="64" y="16"/>
                    </a:lnTo>
                    <a:lnTo>
                      <a:pt x="60"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5" name="Google Shape;625;p8"/>
              <p:cNvSpPr/>
              <p:nvPr/>
            </p:nvSpPr>
            <p:spPr>
              <a:xfrm>
                <a:off x="4125" y="1188"/>
                <a:ext cx="22" cy="28"/>
              </a:xfrm>
              <a:custGeom>
                <a:avLst/>
                <a:gdLst/>
                <a:ahLst/>
                <a:cxnLst/>
                <a:rect l="l" t="t" r="r" b="b"/>
                <a:pathLst>
                  <a:path w="22" h="28" extrusionOk="0">
                    <a:moveTo>
                      <a:pt x="16" y="2"/>
                    </a:moveTo>
                    <a:lnTo>
                      <a:pt x="14" y="2"/>
                    </a:lnTo>
                    <a:lnTo>
                      <a:pt x="14" y="2"/>
                    </a:lnTo>
                    <a:lnTo>
                      <a:pt x="12" y="0"/>
                    </a:lnTo>
                    <a:lnTo>
                      <a:pt x="10" y="0"/>
                    </a:lnTo>
                    <a:lnTo>
                      <a:pt x="6" y="0"/>
                    </a:lnTo>
                    <a:lnTo>
                      <a:pt x="4" y="2"/>
                    </a:lnTo>
                    <a:lnTo>
                      <a:pt x="2" y="4"/>
                    </a:lnTo>
                    <a:lnTo>
                      <a:pt x="2" y="8"/>
                    </a:lnTo>
                    <a:lnTo>
                      <a:pt x="0" y="12"/>
                    </a:lnTo>
                    <a:lnTo>
                      <a:pt x="2" y="20"/>
                    </a:lnTo>
                    <a:lnTo>
                      <a:pt x="2" y="20"/>
                    </a:lnTo>
                    <a:lnTo>
                      <a:pt x="4" y="22"/>
                    </a:lnTo>
                    <a:lnTo>
                      <a:pt x="6" y="24"/>
                    </a:lnTo>
                    <a:lnTo>
                      <a:pt x="10" y="26"/>
                    </a:lnTo>
                    <a:lnTo>
                      <a:pt x="14" y="26"/>
                    </a:lnTo>
                    <a:lnTo>
                      <a:pt x="16" y="28"/>
                    </a:lnTo>
                    <a:lnTo>
                      <a:pt x="20" y="26"/>
                    </a:lnTo>
                    <a:lnTo>
                      <a:pt x="22" y="24"/>
                    </a:lnTo>
                    <a:lnTo>
                      <a:pt x="22" y="20"/>
                    </a:lnTo>
                    <a:lnTo>
                      <a:pt x="22" y="14"/>
                    </a:lnTo>
                    <a:lnTo>
                      <a:pt x="22" y="10"/>
                    </a:lnTo>
                    <a:lnTo>
                      <a:pt x="20" y="6"/>
                    </a:lnTo>
                    <a:lnTo>
                      <a:pt x="18" y="4"/>
                    </a:lnTo>
                    <a:lnTo>
                      <a:pt x="16" y="2"/>
                    </a:lnTo>
                    <a:lnTo>
                      <a:pt x="16" y="2"/>
                    </a:lnTo>
                    <a:lnTo>
                      <a:pt x="16"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6" name="Google Shape;626;p8"/>
              <p:cNvSpPr/>
              <p:nvPr/>
            </p:nvSpPr>
            <p:spPr>
              <a:xfrm>
                <a:off x="4151" y="1150"/>
                <a:ext cx="68" cy="42"/>
              </a:xfrm>
              <a:custGeom>
                <a:avLst/>
                <a:gdLst/>
                <a:ahLst/>
                <a:cxnLst/>
                <a:rect l="l" t="t" r="r" b="b"/>
                <a:pathLst>
                  <a:path w="68" h="42" extrusionOk="0">
                    <a:moveTo>
                      <a:pt x="12" y="12"/>
                    </a:moveTo>
                    <a:lnTo>
                      <a:pt x="12" y="12"/>
                    </a:lnTo>
                    <a:lnTo>
                      <a:pt x="10" y="14"/>
                    </a:lnTo>
                    <a:lnTo>
                      <a:pt x="8" y="14"/>
                    </a:lnTo>
                    <a:lnTo>
                      <a:pt x="4" y="18"/>
                    </a:lnTo>
                    <a:lnTo>
                      <a:pt x="2" y="20"/>
                    </a:lnTo>
                    <a:lnTo>
                      <a:pt x="0" y="24"/>
                    </a:lnTo>
                    <a:lnTo>
                      <a:pt x="0" y="26"/>
                    </a:lnTo>
                    <a:lnTo>
                      <a:pt x="2" y="30"/>
                    </a:lnTo>
                    <a:lnTo>
                      <a:pt x="4" y="34"/>
                    </a:lnTo>
                    <a:lnTo>
                      <a:pt x="10" y="36"/>
                    </a:lnTo>
                    <a:lnTo>
                      <a:pt x="12" y="36"/>
                    </a:lnTo>
                    <a:lnTo>
                      <a:pt x="12" y="34"/>
                    </a:lnTo>
                    <a:lnTo>
                      <a:pt x="16" y="30"/>
                    </a:lnTo>
                    <a:lnTo>
                      <a:pt x="18" y="28"/>
                    </a:lnTo>
                    <a:lnTo>
                      <a:pt x="22" y="26"/>
                    </a:lnTo>
                    <a:lnTo>
                      <a:pt x="26" y="28"/>
                    </a:lnTo>
                    <a:lnTo>
                      <a:pt x="30" y="32"/>
                    </a:lnTo>
                    <a:lnTo>
                      <a:pt x="32" y="34"/>
                    </a:lnTo>
                    <a:lnTo>
                      <a:pt x="36" y="38"/>
                    </a:lnTo>
                    <a:lnTo>
                      <a:pt x="42" y="42"/>
                    </a:lnTo>
                    <a:lnTo>
                      <a:pt x="52" y="40"/>
                    </a:lnTo>
                    <a:lnTo>
                      <a:pt x="62" y="32"/>
                    </a:lnTo>
                    <a:lnTo>
                      <a:pt x="62" y="32"/>
                    </a:lnTo>
                    <a:lnTo>
                      <a:pt x="64" y="30"/>
                    </a:lnTo>
                    <a:lnTo>
                      <a:pt x="66" y="28"/>
                    </a:lnTo>
                    <a:lnTo>
                      <a:pt x="68" y="26"/>
                    </a:lnTo>
                    <a:lnTo>
                      <a:pt x="68" y="22"/>
                    </a:lnTo>
                    <a:lnTo>
                      <a:pt x="66" y="20"/>
                    </a:lnTo>
                    <a:lnTo>
                      <a:pt x="62" y="16"/>
                    </a:lnTo>
                    <a:lnTo>
                      <a:pt x="58" y="14"/>
                    </a:lnTo>
                    <a:lnTo>
                      <a:pt x="40" y="2"/>
                    </a:lnTo>
                    <a:lnTo>
                      <a:pt x="38" y="2"/>
                    </a:lnTo>
                    <a:lnTo>
                      <a:pt x="36" y="2"/>
                    </a:lnTo>
                    <a:lnTo>
                      <a:pt x="32" y="0"/>
                    </a:lnTo>
                    <a:lnTo>
                      <a:pt x="28" y="0"/>
                    </a:lnTo>
                    <a:lnTo>
                      <a:pt x="24" y="2"/>
                    </a:lnTo>
                    <a:lnTo>
                      <a:pt x="18" y="6"/>
                    </a:lnTo>
                    <a:lnTo>
                      <a:pt x="12" y="1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7" name="Google Shape;627;p8"/>
              <p:cNvSpPr/>
              <p:nvPr/>
            </p:nvSpPr>
            <p:spPr>
              <a:xfrm>
                <a:off x="4151" y="1204"/>
                <a:ext cx="58" cy="34"/>
              </a:xfrm>
              <a:custGeom>
                <a:avLst/>
                <a:gdLst/>
                <a:ahLst/>
                <a:cxnLst/>
                <a:rect l="l" t="t" r="r" b="b"/>
                <a:pathLst>
                  <a:path w="58" h="34" extrusionOk="0">
                    <a:moveTo>
                      <a:pt x="12" y="0"/>
                    </a:moveTo>
                    <a:lnTo>
                      <a:pt x="10" y="2"/>
                    </a:lnTo>
                    <a:lnTo>
                      <a:pt x="4" y="8"/>
                    </a:lnTo>
                    <a:lnTo>
                      <a:pt x="0" y="16"/>
                    </a:lnTo>
                    <a:lnTo>
                      <a:pt x="0" y="26"/>
                    </a:lnTo>
                    <a:lnTo>
                      <a:pt x="6" y="34"/>
                    </a:lnTo>
                    <a:lnTo>
                      <a:pt x="8" y="34"/>
                    </a:lnTo>
                    <a:lnTo>
                      <a:pt x="12" y="34"/>
                    </a:lnTo>
                    <a:lnTo>
                      <a:pt x="18" y="34"/>
                    </a:lnTo>
                    <a:lnTo>
                      <a:pt x="24" y="34"/>
                    </a:lnTo>
                    <a:lnTo>
                      <a:pt x="32" y="32"/>
                    </a:lnTo>
                    <a:lnTo>
                      <a:pt x="34" y="30"/>
                    </a:lnTo>
                    <a:lnTo>
                      <a:pt x="38" y="28"/>
                    </a:lnTo>
                    <a:lnTo>
                      <a:pt x="42" y="24"/>
                    </a:lnTo>
                    <a:lnTo>
                      <a:pt x="46" y="20"/>
                    </a:lnTo>
                    <a:lnTo>
                      <a:pt x="48" y="18"/>
                    </a:lnTo>
                    <a:lnTo>
                      <a:pt x="52" y="18"/>
                    </a:lnTo>
                    <a:lnTo>
                      <a:pt x="54" y="18"/>
                    </a:lnTo>
                    <a:lnTo>
                      <a:pt x="56" y="16"/>
                    </a:lnTo>
                    <a:lnTo>
                      <a:pt x="58" y="14"/>
                    </a:lnTo>
                    <a:lnTo>
                      <a:pt x="58" y="12"/>
                    </a:lnTo>
                    <a:lnTo>
                      <a:pt x="56" y="8"/>
                    </a:lnTo>
                    <a:lnTo>
                      <a:pt x="54" y="6"/>
                    </a:lnTo>
                    <a:lnTo>
                      <a:pt x="48" y="4"/>
                    </a:lnTo>
                    <a:lnTo>
                      <a:pt x="32" y="2"/>
                    </a:lnTo>
                    <a:lnTo>
                      <a:pt x="18" y="0"/>
                    </a:lnTo>
                    <a:lnTo>
                      <a:pt x="12"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8" name="Google Shape;628;p8"/>
              <p:cNvSpPr/>
              <p:nvPr/>
            </p:nvSpPr>
            <p:spPr>
              <a:xfrm>
                <a:off x="4077" y="1310"/>
                <a:ext cx="20" cy="28"/>
              </a:xfrm>
              <a:custGeom>
                <a:avLst/>
                <a:gdLst/>
                <a:ahLst/>
                <a:cxnLst/>
                <a:rect l="l" t="t" r="r" b="b"/>
                <a:pathLst>
                  <a:path w="20" h="28" extrusionOk="0">
                    <a:moveTo>
                      <a:pt x="16" y="0"/>
                    </a:moveTo>
                    <a:lnTo>
                      <a:pt x="14" y="0"/>
                    </a:lnTo>
                    <a:lnTo>
                      <a:pt x="12" y="2"/>
                    </a:lnTo>
                    <a:lnTo>
                      <a:pt x="10" y="6"/>
                    </a:lnTo>
                    <a:lnTo>
                      <a:pt x="6" y="10"/>
                    </a:lnTo>
                    <a:lnTo>
                      <a:pt x="2" y="14"/>
                    </a:lnTo>
                    <a:lnTo>
                      <a:pt x="0" y="18"/>
                    </a:lnTo>
                    <a:lnTo>
                      <a:pt x="0" y="24"/>
                    </a:lnTo>
                    <a:lnTo>
                      <a:pt x="2" y="28"/>
                    </a:lnTo>
                    <a:lnTo>
                      <a:pt x="4" y="28"/>
                    </a:lnTo>
                    <a:lnTo>
                      <a:pt x="6" y="28"/>
                    </a:lnTo>
                    <a:lnTo>
                      <a:pt x="8" y="28"/>
                    </a:lnTo>
                    <a:lnTo>
                      <a:pt x="10" y="28"/>
                    </a:lnTo>
                    <a:lnTo>
                      <a:pt x="14" y="26"/>
                    </a:lnTo>
                    <a:lnTo>
                      <a:pt x="16" y="22"/>
                    </a:lnTo>
                    <a:lnTo>
                      <a:pt x="18" y="16"/>
                    </a:lnTo>
                    <a:lnTo>
                      <a:pt x="20" y="14"/>
                    </a:lnTo>
                    <a:lnTo>
                      <a:pt x="20" y="12"/>
                    </a:lnTo>
                    <a:lnTo>
                      <a:pt x="20" y="8"/>
                    </a:lnTo>
                    <a:lnTo>
                      <a:pt x="20" y="6"/>
                    </a:lnTo>
                    <a:lnTo>
                      <a:pt x="20" y="2"/>
                    </a:lnTo>
                    <a:lnTo>
                      <a:pt x="18" y="0"/>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29" name="Google Shape;629;p8"/>
              <p:cNvSpPr/>
              <p:nvPr/>
            </p:nvSpPr>
            <p:spPr>
              <a:xfrm>
                <a:off x="4075" y="1330"/>
                <a:ext cx="114" cy="90"/>
              </a:xfrm>
              <a:custGeom>
                <a:avLst/>
                <a:gdLst/>
                <a:ahLst/>
                <a:cxnLst/>
                <a:rect l="l" t="t" r="r" b="b"/>
                <a:pathLst>
                  <a:path w="114" h="90" extrusionOk="0">
                    <a:moveTo>
                      <a:pt x="30" y="20"/>
                    </a:moveTo>
                    <a:lnTo>
                      <a:pt x="30" y="20"/>
                    </a:lnTo>
                    <a:lnTo>
                      <a:pt x="28" y="20"/>
                    </a:lnTo>
                    <a:lnTo>
                      <a:pt x="26" y="18"/>
                    </a:lnTo>
                    <a:lnTo>
                      <a:pt x="22" y="18"/>
                    </a:lnTo>
                    <a:lnTo>
                      <a:pt x="20" y="18"/>
                    </a:lnTo>
                    <a:lnTo>
                      <a:pt x="16" y="18"/>
                    </a:lnTo>
                    <a:lnTo>
                      <a:pt x="14" y="20"/>
                    </a:lnTo>
                    <a:lnTo>
                      <a:pt x="12" y="22"/>
                    </a:lnTo>
                    <a:lnTo>
                      <a:pt x="10" y="28"/>
                    </a:lnTo>
                    <a:lnTo>
                      <a:pt x="10" y="34"/>
                    </a:lnTo>
                    <a:lnTo>
                      <a:pt x="10" y="34"/>
                    </a:lnTo>
                    <a:lnTo>
                      <a:pt x="8" y="34"/>
                    </a:lnTo>
                    <a:lnTo>
                      <a:pt x="8" y="34"/>
                    </a:lnTo>
                    <a:lnTo>
                      <a:pt x="8" y="36"/>
                    </a:lnTo>
                    <a:lnTo>
                      <a:pt x="8" y="38"/>
                    </a:lnTo>
                    <a:lnTo>
                      <a:pt x="8" y="46"/>
                    </a:lnTo>
                    <a:lnTo>
                      <a:pt x="8" y="46"/>
                    </a:lnTo>
                    <a:lnTo>
                      <a:pt x="6" y="48"/>
                    </a:lnTo>
                    <a:lnTo>
                      <a:pt x="4" y="50"/>
                    </a:lnTo>
                    <a:lnTo>
                      <a:pt x="2" y="52"/>
                    </a:lnTo>
                    <a:lnTo>
                      <a:pt x="0" y="54"/>
                    </a:lnTo>
                    <a:lnTo>
                      <a:pt x="0" y="56"/>
                    </a:lnTo>
                    <a:lnTo>
                      <a:pt x="0" y="60"/>
                    </a:lnTo>
                    <a:lnTo>
                      <a:pt x="4" y="62"/>
                    </a:lnTo>
                    <a:lnTo>
                      <a:pt x="8" y="66"/>
                    </a:lnTo>
                    <a:lnTo>
                      <a:pt x="8" y="68"/>
                    </a:lnTo>
                    <a:lnTo>
                      <a:pt x="10" y="70"/>
                    </a:lnTo>
                    <a:lnTo>
                      <a:pt x="12" y="72"/>
                    </a:lnTo>
                    <a:lnTo>
                      <a:pt x="16" y="72"/>
                    </a:lnTo>
                    <a:lnTo>
                      <a:pt x="22" y="72"/>
                    </a:lnTo>
                    <a:lnTo>
                      <a:pt x="22" y="72"/>
                    </a:lnTo>
                    <a:lnTo>
                      <a:pt x="24" y="72"/>
                    </a:lnTo>
                    <a:lnTo>
                      <a:pt x="26" y="70"/>
                    </a:lnTo>
                    <a:lnTo>
                      <a:pt x="30" y="68"/>
                    </a:lnTo>
                    <a:lnTo>
                      <a:pt x="30" y="64"/>
                    </a:lnTo>
                    <a:lnTo>
                      <a:pt x="32" y="60"/>
                    </a:lnTo>
                    <a:lnTo>
                      <a:pt x="32" y="60"/>
                    </a:lnTo>
                    <a:lnTo>
                      <a:pt x="32" y="62"/>
                    </a:lnTo>
                    <a:lnTo>
                      <a:pt x="32" y="62"/>
                    </a:lnTo>
                    <a:lnTo>
                      <a:pt x="32" y="64"/>
                    </a:lnTo>
                    <a:lnTo>
                      <a:pt x="34" y="66"/>
                    </a:lnTo>
                    <a:lnTo>
                      <a:pt x="36" y="68"/>
                    </a:lnTo>
                    <a:lnTo>
                      <a:pt x="40" y="68"/>
                    </a:lnTo>
                    <a:lnTo>
                      <a:pt x="44" y="68"/>
                    </a:lnTo>
                    <a:lnTo>
                      <a:pt x="46" y="68"/>
                    </a:lnTo>
                    <a:lnTo>
                      <a:pt x="48" y="66"/>
                    </a:lnTo>
                    <a:lnTo>
                      <a:pt x="50" y="66"/>
                    </a:lnTo>
                    <a:lnTo>
                      <a:pt x="52" y="64"/>
                    </a:lnTo>
                    <a:lnTo>
                      <a:pt x="54" y="64"/>
                    </a:lnTo>
                    <a:lnTo>
                      <a:pt x="58" y="64"/>
                    </a:lnTo>
                    <a:lnTo>
                      <a:pt x="58" y="64"/>
                    </a:lnTo>
                    <a:lnTo>
                      <a:pt x="60" y="66"/>
                    </a:lnTo>
                    <a:lnTo>
                      <a:pt x="58" y="68"/>
                    </a:lnTo>
                    <a:lnTo>
                      <a:pt x="56" y="72"/>
                    </a:lnTo>
                    <a:lnTo>
                      <a:pt x="54" y="72"/>
                    </a:lnTo>
                    <a:lnTo>
                      <a:pt x="52" y="74"/>
                    </a:lnTo>
                    <a:lnTo>
                      <a:pt x="46" y="76"/>
                    </a:lnTo>
                    <a:lnTo>
                      <a:pt x="40" y="78"/>
                    </a:lnTo>
                    <a:lnTo>
                      <a:pt x="34" y="82"/>
                    </a:lnTo>
                    <a:lnTo>
                      <a:pt x="30" y="84"/>
                    </a:lnTo>
                    <a:lnTo>
                      <a:pt x="26" y="86"/>
                    </a:lnTo>
                    <a:lnTo>
                      <a:pt x="26" y="88"/>
                    </a:lnTo>
                    <a:lnTo>
                      <a:pt x="28" y="88"/>
                    </a:lnTo>
                    <a:lnTo>
                      <a:pt x="32" y="88"/>
                    </a:lnTo>
                    <a:lnTo>
                      <a:pt x="38" y="90"/>
                    </a:lnTo>
                    <a:lnTo>
                      <a:pt x="52" y="88"/>
                    </a:lnTo>
                    <a:lnTo>
                      <a:pt x="64" y="80"/>
                    </a:lnTo>
                    <a:lnTo>
                      <a:pt x="74" y="76"/>
                    </a:lnTo>
                    <a:lnTo>
                      <a:pt x="74" y="74"/>
                    </a:lnTo>
                    <a:lnTo>
                      <a:pt x="74" y="74"/>
                    </a:lnTo>
                    <a:lnTo>
                      <a:pt x="76" y="72"/>
                    </a:lnTo>
                    <a:lnTo>
                      <a:pt x="78" y="70"/>
                    </a:lnTo>
                    <a:lnTo>
                      <a:pt x="80" y="70"/>
                    </a:lnTo>
                    <a:lnTo>
                      <a:pt x="82" y="72"/>
                    </a:lnTo>
                    <a:lnTo>
                      <a:pt x="84" y="74"/>
                    </a:lnTo>
                    <a:lnTo>
                      <a:pt x="84" y="74"/>
                    </a:lnTo>
                    <a:lnTo>
                      <a:pt x="86" y="74"/>
                    </a:lnTo>
                    <a:lnTo>
                      <a:pt x="90" y="74"/>
                    </a:lnTo>
                    <a:lnTo>
                      <a:pt x="92" y="70"/>
                    </a:lnTo>
                    <a:lnTo>
                      <a:pt x="92" y="72"/>
                    </a:lnTo>
                    <a:lnTo>
                      <a:pt x="94" y="72"/>
                    </a:lnTo>
                    <a:lnTo>
                      <a:pt x="98" y="72"/>
                    </a:lnTo>
                    <a:lnTo>
                      <a:pt x="100" y="72"/>
                    </a:lnTo>
                    <a:lnTo>
                      <a:pt x="104" y="72"/>
                    </a:lnTo>
                    <a:lnTo>
                      <a:pt x="108" y="68"/>
                    </a:lnTo>
                    <a:lnTo>
                      <a:pt x="110" y="64"/>
                    </a:lnTo>
                    <a:lnTo>
                      <a:pt x="112" y="56"/>
                    </a:lnTo>
                    <a:lnTo>
                      <a:pt x="114" y="46"/>
                    </a:lnTo>
                    <a:lnTo>
                      <a:pt x="114" y="38"/>
                    </a:lnTo>
                    <a:lnTo>
                      <a:pt x="108" y="34"/>
                    </a:lnTo>
                    <a:lnTo>
                      <a:pt x="108" y="34"/>
                    </a:lnTo>
                    <a:lnTo>
                      <a:pt x="106" y="34"/>
                    </a:lnTo>
                    <a:lnTo>
                      <a:pt x="104" y="36"/>
                    </a:lnTo>
                    <a:lnTo>
                      <a:pt x="100" y="38"/>
                    </a:lnTo>
                    <a:lnTo>
                      <a:pt x="98" y="38"/>
                    </a:lnTo>
                    <a:lnTo>
                      <a:pt x="94" y="38"/>
                    </a:lnTo>
                    <a:lnTo>
                      <a:pt x="92" y="36"/>
                    </a:lnTo>
                    <a:lnTo>
                      <a:pt x="90" y="32"/>
                    </a:lnTo>
                    <a:lnTo>
                      <a:pt x="90" y="30"/>
                    </a:lnTo>
                    <a:lnTo>
                      <a:pt x="88" y="28"/>
                    </a:lnTo>
                    <a:lnTo>
                      <a:pt x="86" y="24"/>
                    </a:lnTo>
                    <a:lnTo>
                      <a:pt x="84" y="16"/>
                    </a:lnTo>
                    <a:lnTo>
                      <a:pt x="84" y="14"/>
                    </a:lnTo>
                    <a:lnTo>
                      <a:pt x="82" y="10"/>
                    </a:lnTo>
                    <a:lnTo>
                      <a:pt x="82" y="4"/>
                    </a:lnTo>
                    <a:lnTo>
                      <a:pt x="82" y="2"/>
                    </a:lnTo>
                    <a:lnTo>
                      <a:pt x="82" y="0"/>
                    </a:lnTo>
                    <a:lnTo>
                      <a:pt x="82" y="0"/>
                    </a:lnTo>
                    <a:lnTo>
                      <a:pt x="80" y="0"/>
                    </a:lnTo>
                    <a:lnTo>
                      <a:pt x="76" y="2"/>
                    </a:lnTo>
                    <a:lnTo>
                      <a:pt x="72" y="4"/>
                    </a:lnTo>
                    <a:lnTo>
                      <a:pt x="68" y="6"/>
                    </a:lnTo>
                    <a:lnTo>
                      <a:pt x="66" y="10"/>
                    </a:lnTo>
                    <a:lnTo>
                      <a:pt x="64" y="14"/>
                    </a:lnTo>
                    <a:lnTo>
                      <a:pt x="66" y="20"/>
                    </a:lnTo>
                    <a:lnTo>
                      <a:pt x="64" y="22"/>
                    </a:lnTo>
                    <a:lnTo>
                      <a:pt x="64" y="22"/>
                    </a:lnTo>
                    <a:lnTo>
                      <a:pt x="64" y="24"/>
                    </a:lnTo>
                    <a:lnTo>
                      <a:pt x="66" y="28"/>
                    </a:lnTo>
                    <a:lnTo>
                      <a:pt x="70" y="30"/>
                    </a:lnTo>
                    <a:lnTo>
                      <a:pt x="70" y="30"/>
                    </a:lnTo>
                    <a:lnTo>
                      <a:pt x="68" y="32"/>
                    </a:lnTo>
                    <a:lnTo>
                      <a:pt x="66" y="36"/>
                    </a:lnTo>
                    <a:lnTo>
                      <a:pt x="64" y="38"/>
                    </a:lnTo>
                    <a:lnTo>
                      <a:pt x="62" y="42"/>
                    </a:lnTo>
                    <a:lnTo>
                      <a:pt x="60" y="46"/>
                    </a:lnTo>
                    <a:lnTo>
                      <a:pt x="58" y="48"/>
                    </a:lnTo>
                    <a:lnTo>
                      <a:pt x="56" y="48"/>
                    </a:lnTo>
                    <a:lnTo>
                      <a:pt x="56" y="46"/>
                    </a:lnTo>
                    <a:lnTo>
                      <a:pt x="54" y="44"/>
                    </a:lnTo>
                    <a:lnTo>
                      <a:pt x="54" y="40"/>
                    </a:lnTo>
                    <a:lnTo>
                      <a:pt x="54" y="38"/>
                    </a:lnTo>
                    <a:lnTo>
                      <a:pt x="54" y="34"/>
                    </a:lnTo>
                    <a:lnTo>
                      <a:pt x="52" y="30"/>
                    </a:lnTo>
                    <a:lnTo>
                      <a:pt x="50" y="26"/>
                    </a:lnTo>
                    <a:lnTo>
                      <a:pt x="46" y="24"/>
                    </a:lnTo>
                    <a:lnTo>
                      <a:pt x="44" y="24"/>
                    </a:lnTo>
                    <a:lnTo>
                      <a:pt x="40" y="26"/>
                    </a:lnTo>
                    <a:lnTo>
                      <a:pt x="38" y="26"/>
                    </a:lnTo>
                    <a:lnTo>
                      <a:pt x="36" y="28"/>
                    </a:lnTo>
                    <a:lnTo>
                      <a:pt x="34" y="28"/>
                    </a:lnTo>
                    <a:lnTo>
                      <a:pt x="32" y="26"/>
                    </a:lnTo>
                    <a:lnTo>
                      <a:pt x="30" y="2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0" name="Google Shape;630;p8"/>
              <p:cNvSpPr/>
              <p:nvPr/>
            </p:nvSpPr>
            <p:spPr>
              <a:xfrm>
                <a:off x="4255" y="1200"/>
                <a:ext cx="20" cy="48"/>
              </a:xfrm>
              <a:custGeom>
                <a:avLst/>
                <a:gdLst/>
                <a:ahLst/>
                <a:cxnLst/>
                <a:rect l="l" t="t" r="r" b="b"/>
                <a:pathLst>
                  <a:path w="20" h="48" extrusionOk="0">
                    <a:moveTo>
                      <a:pt x="10" y="8"/>
                    </a:moveTo>
                    <a:lnTo>
                      <a:pt x="10" y="8"/>
                    </a:lnTo>
                    <a:lnTo>
                      <a:pt x="8" y="6"/>
                    </a:lnTo>
                    <a:lnTo>
                      <a:pt x="8" y="4"/>
                    </a:lnTo>
                    <a:lnTo>
                      <a:pt x="6" y="2"/>
                    </a:lnTo>
                    <a:lnTo>
                      <a:pt x="6" y="0"/>
                    </a:lnTo>
                    <a:lnTo>
                      <a:pt x="4" y="0"/>
                    </a:lnTo>
                    <a:lnTo>
                      <a:pt x="4" y="0"/>
                    </a:lnTo>
                    <a:lnTo>
                      <a:pt x="2" y="2"/>
                    </a:lnTo>
                    <a:lnTo>
                      <a:pt x="2" y="6"/>
                    </a:lnTo>
                    <a:lnTo>
                      <a:pt x="2" y="12"/>
                    </a:lnTo>
                    <a:lnTo>
                      <a:pt x="0" y="22"/>
                    </a:lnTo>
                    <a:lnTo>
                      <a:pt x="0" y="22"/>
                    </a:lnTo>
                    <a:lnTo>
                      <a:pt x="2" y="26"/>
                    </a:lnTo>
                    <a:lnTo>
                      <a:pt x="2" y="28"/>
                    </a:lnTo>
                    <a:lnTo>
                      <a:pt x="2" y="34"/>
                    </a:lnTo>
                    <a:lnTo>
                      <a:pt x="4" y="38"/>
                    </a:lnTo>
                    <a:lnTo>
                      <a:pt x="8" y="42"/>
                    </a:lnTo>
                    <a:lnTo>
                      <a:pt x="12" y="46"/>
                    </a:lnTo>
                    <a:lnTo>
                      <a:pt x="18" y="48"/>
                    </a:lnTo>
                    <a:lnTo>
                      <a:pt x="18" y="48"/>
                    </a:lnTo>
                    <a:lnTo>
                      <a:pt x="18" y="46"/>
                    </a:lnTo>
                    <a:lnTo>
                      <a:pt x="20" y="46"/>
                    </a:lnTo>
                    <a:lnTo>
                      <a:pt x="20" y="44"/>
                    </a:lnTo>
                    <a:lnTo>
                      <a:pt x="20" y="42"/>
                    </a:lnTo>
                    <a:lnTo>
                      <a:pt x="20" y="38"/>
                    </a:lnTo>
                    <a:lnTo>
                      <a:pt x="18" y="32"/>
                    </a:lnTo>
                    <a:lnTo>
                      <a:pt x="10" y="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1" name="Google Shape;631;p8"/>
              <p:cNvSpPr/>
              <p:nvPr/>
            </p:nvSpPr>
            <p:spPr>
              <a:xfrm>
                <a:off x="4205" y="1268"/>
                <a:ext cx="74" cy="90"/>
              </a:xfrm>
              <a:custGeom>
                <a:avLst/>
                <a:gdLst/>
                <a:ahLst/>
                <a:cxnLst/>
                <a:rect l="l" t="t" r="r" b="b"/>
                <a:pathLst>
                  <a:path w="74" h="90" extrusionOk="0">
                    <a:moveTo>
                      <a:pt x="16" y="10"/>
                    </a:moveTo>
                    <a:lnTo>
                      <a:pt x="16" y="10"/>
                    </a:lnTo>
                    <a:lnTo>
                      <a:pt x="14" y="10"/>
                    </a:lnTo>
                    <a:lnTo>
                      <a:pt x="12" y="8"/>
                    </a:lnTo>
                    <a:lnTo>
                      <a:pt x="10" y="6"/>
                    </a:lnTo>
                    <a:lnTo>
                      <a:pt x="8" y="6"/>
                    </a:lnTo>
                    <a:lnTo>
                      <a:pt x="4" y="6"/>
                    </a:lnTo>
                    <a:lnTo>
                      <a:pt x="2" y="6"/>
                    </a:lnTo>
                    <a:lnTo>
                      <a:pt x="2" y="8"/>
                    </a:lnTo>
                    <a:lnTo>
                      <a:pt x="0" y="10"/>
                    </a:lnTo>
                    <a:lnTo>
                      <a:pt x="0" y="14"/>
                    </a:lnTo>
                    <a:lnTo>
                      <a:pt x="2" y="22"/>
                    </a:lnTo>
                    <a:lnTo>
                      <a:pt x="2" y="22"/>
                    </a:lnTo>
                    <a:lnTo>
                      <a:pt x="4" y="24"/>
                    </a:lnTo>
                    <a:lnTo>
                      <a:pt x="6" y="28"/>
                    </a:lnTo>
                    <a:lnTo>
                      <a:pt x="8" y="34"/>
                    </a:lnTo>
                    <a:lnTo>
                      <a:pt x="12" y="38"/>
                    </a:lnTo>
                    <a:lnTo>
                      <a:pt x="14" y="44"/>
                    </a:lnTo>
                    <a:lnTo>
                      <a:pt x="16" y="50"/>
                    </a:lnTo>
                    <a:lnTo>
                      <a:pt x="16" y="50"/>
                    </a:lnTo>
                    <a:lnTo>
                      <a:pt x="20" y="50"/>
                    </a:lnTo>
                    <a:lnTo>
                      <a:pt x="22" y="50"/>
                    </a:lnTo>
                    <a:lnTo>
                      <a:pt x="28" y="50"/>
                    </a:lnTo>
                    <a:lnTo>
                      <a:pt x="32" y="52"/>
                    </a:lnTo>
                    <a:lnTo>
                      <a:pt x="34" y="54"/>
                    </a:lnTo>
                    <a:lnTo>
                      <a:pt x="36" y="58"/>
                    </a:lnTo>
                    <a:lnTo>
                      <a:pt x="38" y="64"/>
                    </a:lnTo>
                    <a:lnTo>
                      <a:pt x="38" y="70"/>
                    </a:lnTo>
                    <a:lnTo>
                      <a:pt x="40" y="76"/>
                    </a:lnTo>
                    <a:lnTo>
                      <a:pt x="42" y="82"/>
                    </a:lnTo>
                    <a:lnTo>
                      <a:pt x="48" y="86"/>
                    </a:lnTo>
                    <a:lnTo>
                      <a:pt x="52" y="88"/>
                    </a:lnTo>
                    <a:lnTo>
                      <a:pt x="58" y="90"/>
                    </a:lnTo>
                    <a:lnTo>
                      <a:pt x="64" y="90"/>
                    </a:lnTo>
                    <a:lnTo>
                      <a:pt x="68" y="86"/>
                    </a:lnTo>
                    <a:lnTo>
                      <a:pt x="72" y="84"/>
                    </a:lnTo>
                    <a:lnTo>
                      <a:pt x="74" y="84"/>
                    </a:lnTo>
                    <a:lnTo>
                      <a:pt x="74" y="82"/>
                    </a:lnTo>
                    <a:lnTo>
                      <a:pt x="74" y="82"/>
                    </a:lnTo>
                    <a:lnTo>
                      <a:pt x="72" y="84"/>
                    </a:lnTo>
                    <a:lnTo>
                      <a:pt x="70" y="84"/>
                    </a:lnTo>
                    <a:lnTo>
                      <a:pt x="68" y="86"/>
                    </a:lnTo>
                    <a:lnTo>
                      <a:pt x="66" y="86"/>
                    </a:lnTo>
                    <a:lnTo>
                      <a:pt x="64" y="86"/>
                    </a:lnTo>
                    <a:lnTo>
                      <a:pt x="64" y="86"/>
                    </a:lnTo>
                    <a:lnTo>
                      <a:pt x="64" y="82"/>
                    </a:lnTo>
                    <a:lnTo>
                      <a:pt x="64" y="72"/>
                    </a:lnTo>
                    <a:lnTo>
                      <a:pt x="62" y="58"/>
                    </a:lnTo>
                    <a:lnTo>
                      <a:pt x="56" y="44"/>
                    </a:lnTo>
                    <a:lnTo>
                      <a:pt x="58" y="42"/>
                    </a:lnTo>
                    <a:lnTo>
                      <a:pt x="62" y="34"/>
                    </a:lnTo>
                    <a:lnTo>
                      <a:pt x="66" y="26"/>
                    </a:lnTo>
                    <a:lnTo>
                      <a:pt x="68" y="16"/>
                    </a:lnTo>
                    <a:lnTo>
                      <a:pt x="66" y="8"/>
                    </a:lnTo>
                    <a:lnTo>
                      <a:pt x="60" y="4"/>
                    </a:lnTo>
                    <a:lnTo>
                      <a:pt x="60" y="4"/>
                    </a:lnTo>
                    <a:lnTo>
                      <a:pt x="56" y="2"/>
                    </a:lnTo>
                    <a:lnTo>
                      <a:pt x="54" y="2"/>
                    </a:lnTo>
                    <a:lnTo>
                      <a:pt x="50" y="0"/>
                    </a:lnTo>
                    <a:lnTo>
                      <a:pt x="44" y="0"/>
                    </a:lnTo>
                    <a:lnTo>
                      <a:pt x="42" y="0"/>
                    </a:lnTo>
                    <a:lnTo>
                      <a:pt x="38" y="0"/>
                    </a:lnTo>
                    <a:lnTo>
                      <a:pt x="36" y="2"/>
                    </a:lnTo>
                    <a:lnTo>
                      <a:pt x="36" y="6"/>
                    </a:lnTo>
                    <a:lnTo>
                      <a:pt x="38" y="14"/>
                    </a:lnTo>
                    <a:lnTo>
                      <a:pt x="40" y="24"/>
                    </a:lnTo>
                    <a:lnTo>
                      <a:pt x="44" y="32"/>
                    </a:lnTo>
                    <a:lnTo>
                      <a:pt x="44" y="38"/>
                    </a:lnTo>
                    <a:lnTo>
                      <a:pt x="38" y="38"/>
                    </a:lnTo>
                    <a:lnTo>
                      <a:pt x="32" y="32"/>
                    </a:lnTo>
                    <a:lnTo>
                      <a:pt x="26" y="28"/>
                    </a:lnTo>
                    <a:lnTo>
                      <a:pt x="20" y="24"/>
                    </a:lnTo>
                    <a:lnTo>
                      <a:pt x="16" y="18"/>
                    </a:lnTo>
                    <a:lnTo>
                      <a:pt x="16" y="1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2" name="Google Shape;632;p8"/>
              <p:cNvSpPr/>
              <p:nvPr/>
            </p:nvSpPr>
            <p:spPr>
              <a:xfrm>
                <a:off x="4281" y="1326"/>
                <a:ext cx="44" cy="46"/>
              </a:xfrm>
              <a:custGeom>
                <a:avLst/>
                <a:gdLst/>
                <a:ahLst/>
                <a:cxnLst/>
                <a:rect l="l" t="t" r="r" b="b"/>
                <a:pathLst>
                  <a:path w="44" h="46" extrusionOk="0">
                    <a:moveTo>
                      <a:pt x="10" y="2"/>
                    </a:moveTo>
                    <a:lnTo>
                      <a:pt x="10" y="2"/>
                    </a:lnTo>
                    <a:lnTo>
                      <a:pt x="10" y="2"/>
                    </a:lnTo>
                    <a:lnTo>
                      <a:pt x="8" y="0"/>
                    </a:lnTo>
                    <a:lnTo>
                      <a:pt x="6" y="0"/>
                    </a:lnTo>
                    <a:lnTo>
                      <a:pt x="4" y="0"/>
                    </a:lnTo>
                    <a:lnTo>
                      <a:pt x="4" y="0"/>
                    </a:lnTo>
                    <a:lnTo>
                      <a:pt x="2" y="2"/>
                    </a:lnTo>
                    <a:lnTo>
                      <a:pt x="2" y="4"/>
                    </a:lnTo>
                    <a:lnTo>
                      <a:pt x="4" y="8"/>
                    </a:lnTo>
                    <a:lnTo>
                      <a:pt x="6" y="12"/>
                    </a:lnTo>
                    <a:lnTo>
                      <a:pt x="6" y="14"/>
                    </a:lnTo>
                    <a:lnTo>
                      <a:pt x="4" y="18"/>
                    </a:lnTo>
                    <a:lnTo>
                      <a:pt x="4" y="22"/>
                    </a:lnTo>
                    <a:lnTo>
                      <a:pt x="4" y="28"/>
                    </a:lnTo>
                    <a:lnTo>
                      <a:pt x="2" y="34"/>
                    </a:lnTo>
                    <a:lnTo>
                      <a:pt x="0" y="38"/>
                    </a:lnTo>
                    <a:lnTo>
                      <a:pt x="16" y="34"/>
                    </a:lnTo>
                    <a:lnTo>
                      <a:pt x="24" y="46"/>
                    </a:lnTo>
                    <a:lnTo>
                      <a:pt x="24" y="44"/>
                    </a:lnTo>
                    <a:lnTo>
                      <a:pt x="28" y="44"/>
                    </a:lnTo>
                    <a:lnTo>
                      <a:pt x="32" y="42"/>
                    </a:lnTo>
                    <a:lnTo>
                      <a:pt x="36" y="40"/>
                    </a:lnTo>
                    <a:lnTo>
                      <a:pt x="40" y="36"/>
                    </a:lnTo>
                    <a:lnTo>
                      <a:pt x="40" y="36"/>
                    </a:lnTo>
                    <a:lnTo>
                      <a:pt x="42" y="32"/>
                    </a:lnTo>
                    <a:lnTo>
                      <a:pt x="42" y="28"/>
                    </a:lnTo>
                    <a:lnTo>
                      <a:pt x="44" y="24"/>
                    </a:lnTo>
                    <a:lnTo>
                      <a:pt x="42" y="18"/>
                    </a:lnTo>
                    <a:lnTo>
                      <a:pt x="40" y="12"/>
                    </a:lnTo>
                    <a:lnTo>
                      <a:pt x="38" y="12"/>
                    </a:lnTo>
                    <a:lnTo>
                      <a:pt x="36" y="10"/>
                    </a:lnTo>
                    <a:lnTo>
                      <a:pt x="34" y="6"/>
                    </a:lnTo>
                    <a:lnTo>
                      <a:pt x="30" y="4"/>
                    </a:lnTo>
                    <a:lnTo>
                      <a:pt x="26" y="0"/>
                    </a:lnTo>
                    <a:lnTo>
                      <a:pt x="22" y="0"/>
                    </a:lnTo>
                    <a:lnTo>
                      <a:pt x="16" y="0"/>
                    </a:lnTo>
                    <a:lnTo>
                      <a:pt x="1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3" name="Google Shape;633;p8"/>
              <p:cNvSpPr/>
              <p:nvPr/>
            </p:nvSpPr>
            <p:spPr>
              <a:xfrm>
                <a:off x="4331" y="1308"/>
                <a:ext cx="168" cy="98"/>
              </a:xfrm>
              <a:custGeom>
                <a:avLst/>
                <a:gdLst/>
                <a:ahLst/>
                <a:cxnLst/>
                <a:rect l="l" t="t" r="r" b="b"/>
                <a:pathLst>
                  <a:path w="168" h="98" extrusionOk="0">
                    <a:moveTo>
                      <a:pt x="12" y="2"/>
                    </a:moveTo>
                    <a:lnTo>
                      <a:pt x="12" y="2"/>
                    </a:lnTo>
                    <a:lnTo>
                      <a:pt x="10" y="2"/>
                    </a:lnTo>
                    <a:lnTo>
                      <a:pt x="8" y="0"/>
                    </a:lnTo>
                    <a:lnTo>
                      <a:pt x="6" y="0"/>
                    </a:lnTo>
                    <a:lnTo>
                      <a:pt x="4" y="0"/>
                    </a:lnTo>
                    <a:lnTo>
                      <a:pt x="2" y="0"/>
                    </a:lnTo>
                    <a:lnTo>
                      <a:pt x="0" y="2"/>
                    </a:lnTo>
                    <a:lnTo>
                      <a:pt x="0" y="6"/>
                    </a:lnTo>
                    <a:lnTo>
                      <a:pt x="0" y="10"/>
                    </a:lnTo>
                    <a:lnTo>
                      <a:pt x="2" y="16"/>
                    </a:lnTo>
                    <a:lnTo>
                      <a:pt x="4" y="24"/>
                    </a:lnTo>
                    <a:lnTo>
                      <a:pt x="4" y="26"/>
                    </a:lnTo>
                    <a:lnTo>
                      <a:pt x="4" y="26"/>
                    </a:lnTo>
                    <a:lnTo>
                      <a:pt x="6" y="28"/>
                    </a:lnTo>
                    <a:lnTo>
                      <a:pt x="6" y="30"/>
                    </a:lnTo>
                    <a:lnTo>
                      <a:pt x="8" y="32"/>
                    </a:lnTo>
                    <a:lnTo>
                      <a:pt x="12" y="32"/>
                    </a:lnTo>
                    <a:lnTo>
                      <a:pt x="16" y="32"/>
                    </a:lnTo>
                    <a:lnTo>
                      <a:pt x="20" y="30"/>
                    </a:lnTo>
                    <a:lnTo>
                      <a:pt x="26" y="26"/>
                    </a:lnTo>
                    <a:lnTo>
                      <a:pt x="28" y="26"/>
                    </a:lnTo>
                    <a:lnTo>
                      <a:pt x="28" y="24"/>
                    </a:lnTo>
                    <a:lnTo>
                      <a:pt x="30" y="24"/>
                    </a:lnTo>
                    <a:lnTo>
                      <a:pt x="30" y="24"/>
                    </a:lnTo>
                    <a:lnTo>
                      <a:pt x="32" y="24"/>
                    </a:lnTo>
                    <a:lnTo>
                      <a:pt x="34" y="24"/>
                    </a:lnTo>
                    <a:lnTo>
                      <a:pt x="36" y="28"/>
                    </a:lnTo>
                    <a:lnTo>
                      <a:pt x="36" y="32"/>
                    </a:lnTo>
                    <a:lnTo>
                      <a:pt x="38" y="38"/>
                    </a:lnTo>
                    <a:lnTo>
                      <a:pt x="38" y="48"/>
                    </a:lnTo>
                    <a:lnTo>
                      <a:pt x="44" y="72"/>
                    </a:lnTo>
                    <a:lnTo>
                      <a:pt x="44" y="72"/>
                    </a:lnTo>
                    <a:lnTo>
                      <a:pt x="42" y="72"/>
                    </a:lnTo>
                    <a:lnTo>
                      <a:pt x="40" y="72"/>
                    </a:lnTo>
                    <a:lnTo>
                      <a:pt x="40" y="72"/>
                    </a:lnTo>
                    <a:lnTo>
                      <a:pt x="38" y="74"/>
                    </a:lnTo>
                    <a:lnTo>
                      <a:pt x="38" y="76"/>
                    </a:lnTo>
                    <a:lnTo>
                      <a:pt x="38" y="80"/>
                    </a:lnTo>
                    <a:lnTo>
                      <a:pt x="40" y="84"/>
                    </a:lnTo>
                    <a:lnTo>
                      <a:pt x="44" y="88"/>
                    </a:lnTo>
                    <a:lnTo>
                      <a:pt x="48" y="88"/>
                    </a:lnTo>
                    <a:lnTo>
                      <a:pt x="50" y="88"/>
                    </a:lnTo>
                    <a:lnTo>
                      <a:pt x="54" y="88"/>
                    </a:lnTo>
                    <a:lnTo>
                      <a:pt x="56" y="86"/>
                    </a:lnTo>
                    <a:lnTo>
                      <a:pt x="56" y="86"/>
                    </a:lnTo>
                    <a:lnTo>
                      <a:pt x="56" y="86"/>
                    </a:lnTo>
                    <a:lnTo>
                      <a:pt x="58" y="84"/>
                    </a:lnTo>
                    <a:lnTo>
                      <a:pt x="62" y="84"/>
                    </a:lnTo>
                    <a:lnTo>
                      <a:pt x="64" y="84"/>
                    </a:lnTo>
                    <a:lnTo>
                      <a:pt x="68" y="86"/>
                    </a:lnTo>
                    <a:lnTo>
                      <a:pt x="72" y="90"/>
                    </a:lnTo>
                    <a:lnTo>
                      <a:pt x="74" y="92"/>
                    </a:lnTo>
                    <a:lnTo>
                      <a:pt x="82" y="94"/>
                    </a:lnTo>
                    <a:lnTo>
                      <a:pt x="94" y="98"/>
                    </a:lnTo>
                    <a:lnTo>
                      <a:pt x="106" y="96"/>
                    </a:lnTo>
                    <a:lnTo>
                      <a:pt x="118" y="96"/>
                    </a:lnTo>
                    <a:lnTo>
                      <a:pt x="118" y="94"/>
                    </a:lnTo>
                    <a:lnTo>
                      <a:pt x="118" y="94"/>
                    </a:lnTo>
                    <a:lnTo>
                      <a:pt x="118" y="92"/>
                    </a:lnTo>
                    <a:lnTo>
                      <a:pt x="120" y="90"/>
                    </a:lnTo>
                    <a:lnTo>
                      <a:pt x="120" y="88"/>
                    </a:lnTo>
                    <a:lnTo>
                      <a:pt x="122" y="86"/>
                    </a:lnTo>
                    <a:lnTo>
                      <a:pt x="124" y="86"/>
                    </a:lnTo>
                    <a:lnTo>
                      <a:pt x="128" y="86"/>
                    </a:lnTo>
                    <a:lnTo>
                      <a:pt x="134" y="88"/>
                    </a:lnTo>
                    <a:lnTo>
                      <a:pt x="140" y="92"/>
                    </a:lnTo>
                    <a:lnTo>
                      <a:pt x="140" y="92"/>
                    </a:lnTo>
                    <a:lnTo>
                      <a:pt x="142" y="92"/>
                    </a:lnTo>
                    <a:lnTo>
                      <a:pt x="144" y="92"/>
                    </a:lnTo>
                    <a:lnTo>
                      <a:pt x="148" y="92"/>
                    </a:lnTo>
                    <a:lnTo>
                      <a:pt x="150" y="90"/>
                    </a:lnTo>
                    <a:lnTo>
                      <a:pt x="152" y="88"/>
                    </a:lnTo>
                    <a:lnTo>
                      <a:pt x="154" y="86"/>
                    </a:lnTo>
                    <a:lnTo>
                      <a:pt x="154" y="82"/>
                    </a:lnTo>
                    <a:lnTo>
                      <a:pt x="154" y="76"/>
                    </a:lnTo>
                    <a:lnTo>
                      <a:pt x="154" y="76"/>
                    </a:lnTo>
                    <a:lnTo>
                      <a:pt x="156" y="76"/>
                    </a:lnTo>
                    <a:lnTo>
                      <a:pt x="158" y="74"/>
                    </a:lnTo>
                    <a:lnTo>
                      <a:pt x="162" y="74"/>
                    </a:lnTo>
                    <a:lnTo>
                      <a:pt x="164" y="72"/>
                    </a:lnTo>
                    <a:lnTo>
                      <a:pt x="164" y="70"/>
                    </a:lnTo>
                    <a:lnTo>
                      <a:pt x="164" y="66"/>
                    </a:lnTo>
                    <a:lnTo>
                      <a:pt x="164" y="66"/>
                    </a:lnTo>
                    <a:lnTo>
                      <a:pt x="166" y="64"/>
                    </a:lnTo>
                    <a:lnTo>
                      <a:pt x="166" y="64"/>
                    </a:lnTo>
                    <a:lnTo>
                      <a:pt x="168" y="62"/>
                    </a:lnTo>
                    <a:lnTo>
                      <a:pt x="168" y="60"/>
                    </a:lnTo>
                    <a:lnTo>
                      <a:pt x="168" y="58"/>
                    </a:lnTo>
                    <a:lnTo>
                      <a:pt x="166" y="56"/>
                    </a:lnTo>
                    <a:lnTo>
                      <a:pt x="162" y="54"/>
                    </a:lnTo>
                    <a:lnTo>
                      <a:pt x="158" y="52"/>
                    </a:lnTo>
                    <a:lnTo>
                      <a:pt x="150" y="50"/>
                    </a:lnTo>
                    <a:lnTo>
                      <a:pt x="142" y="48"/>
                    </a:lnTo>
                    <a:lnTo>
                      <a:pt x="140" y="48"/>
                    </a:lnTo>
                    <a:lnTo>
                      <a:pt x="138" y="48"/>
                    </a:lnTo>
                    <a:lnTo>
                      <a:pt x="134" y="46"/>
                    </a:lnTo>
                    <a:lnTo>
                      <a:pt x="130" y="44"/>
                    </a:lnTo>
                    <a:lnTo>
                      <a:pt x="124" y="44"/>
                    </a:lnTo>
                    <a:lnTo>
                      <a:pt x="118" y="44"/>
                    </a:lnTo>
                    <a:lnTo>
                      <a:pt x="110" y="44"/>
                    </a:lnTo>
                    <a:lnTo>
                      <a:pt x="110" y="46"/>
                    </a:lnTo>
                    <a:lnTo>
                      <a:pt x="108" y="46"/>
                    </a:lnTo>
                    <a:lnTo>
                      <a:pt x="106" y="48"/>
                    </a:lnTo>
                    <a:lnTo>
                      <a:pt x="100" y="50"/>
                    </a:lnTo>
                    <a:lnTo>
                      <a:pt x="96" y="50"/>
                    </a:lnTo>
                    <a:lnTo>
                      <a:pt x="90" y="48"/>
                    </a:lnTo>
                    <a:lnTo>
                      <a:pt x="82" y="44"/>
                    </a:lnTo>
                    <a:lnTo>
                      <a:pt x="62" y="32"/>
                    </a:lnTo>
                    <a:lnTo>
                      <a:pt x="62" y="32"/>
                    </a:lnTo>
                    <a:lnTo>
                      <a:pt x="60" y="30"/>
                    </a:lnTo>
                    <a:lnTo>
                      <a:pt x="58" y="26"/>
                    </a:lnTo>
                    <a:lnTo>
                      <a:pt x="56" y="24"/>
                    </a:lnTo>
                    <a:lnTo>
                      <a:pt x="52" y="24"/>
                    </a:lnTo>
                    <a:lnTo>
                      <a:pt x="52" y="22"/>
                    </a:lnTo>
                    <a:lnTo>
                      <a:pt x="50" y="22"/>
                    </a:lnTo>
                    <a:lnTo>
                      <a:pt x="50" y="20"/>
                    </a:lnTo>
                    <a:lnTo>
                      <a:pt x="50" y="18"/>
                    </a:lnTo>
                    <a:lnTo>
                      <a:pt x="50" y="18"/>
                    </a:lnTo>
                    <a:lnTo>
                      <a:pt x="50" y="16"/>
                    </a:lnTo>
                    <a:lnTo>
                      <a:pt x="50" y="14"/>
                    </a:lnTo>
                    <a:lnTo>
                      <a:pt x="50" y="10"/>
                    </a:lnTo>
                    <a:lnTo>
                      <a:pt x="48" y="10"/>
                    </a:lnTo>
                    <a:lnTo>
                      <a:pt x="46" y="8"/>
                    </a:lnTo>
                    <a:lnTo>
                      <a:pt x="42" y="8"/>
                    </a:lnTo>
                    <a:lnTo>
                      <a:pt x="40" y="10"/>
                    </a:lnTo>
                    <a:lnTo>
                      <a:pt x="40" y="10"/>
                    </a:lnTo>
                    <a:lnTo>
                      <a:pt x="38" y="12"/>
                    </a:lnTo>
                    <a:lnTo>
                      <a:pt x="36" y="14"/>
                    </a:lnTo>
                    <a:lnTo>
                      <a:pt x="32" y="14"/>
                    </a:lnTo>
                    <a:lnTo>
                      <a:pt x="30" y="14"/>
                    </a:lnTo>
                    <a:lnTo>
                      <a:pt x="28" y="12"/>
                    </a:lnTo>
                    <a:lnTo>
                      <a:pt x="28" y="8"/>
                    </a:lnTo>
                    <a:lnTo>
                      <a:pt x="28" y="6"/>
                    </a:lnTo>
                    <a:lnTo>
                      <a:pt x="24" y="4"/>
                    </a:lnTo>
                    <a:lnTo>
                      <a:pt x="22" y="2"/>
                    </a:lnTo>
                    <a:lnTo>
                      <a:pt x="18" y="2"/>
                    </a:lnTo>
                    <a:lnTo>
                      <a:pt x="12"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4" name="Google Shape;634;p8"/>
              <p:cNvSpPr/>
              <p:nvPr/>
            </p:nvSpPr>
            <p:spPr>
              <a:xfrm>
                <a:off x="4241" y="1104"/>
                <a:ext cx="88" cy="102"/>
              </a:xfrm>
              <a:custGeom>
                <a:avLst/>
                <a:gdLst/>
                <a:ahLst/>
                <a:cxnLst/>
                <a:rect l="l" t="t" r="r" b="b"/>
                <a:pathLst>
                  <a:path w="88" h="102" extrusionOk="0">
                    <a:moveTo>
                      <a:pt x="30" y="46"/>
                    </a:moveTo>
                    <a:lnTo>
                      <a:pt x="30" y="44"/>
                    </a:lnTo>
                    <a:lnTo>
                      <a:pt x="28" y="42"/>
                    </a:lnTo>
                    <a:lnTo>
                      <a:pt x="26" y="38"/>
                    </a:lnTo>
                    <a:lnTo>
                      <a:pt x="24" y="34"/>
                    </a:lnTo>
                    <a:lnTo>
                      <a:pt x="20" y="32"/>
                    </a:lnTo>
                    <a:lnTo>
                      <a:pt x="14" y="30"/>
                    </a:lnTo>
                    <a:lnTo>
                      <a:pt x="14" y="28"/>
                    </a:lnTo>
                    <a:lnTo>
                      <a:pt x="12" y="26"/>
                    </a:lnTo>
                    <a:lnTo>
                      <a:pt x="8" y="24"/>
                    </a:lnTo>
                    <a:lnTo>
                      <a:pt x="6" y="20"/>
                    </a:lnTo>
                    <a:lnTo>
                      <a:pt x="2" y="16"/>
                    </a:lnTo>
                    <a:lnTo>
                      <a:pt x="2" y="12"/>
                    </a:lnTo>
                    <a:lnTo>
                      <a:pt x="0" y="8"/>
                    </a:lnTo>
                    <a:lnTo>
                      <a:pt x="4" y="4"/>
                    </a:lnTo>
                    <a:lnTo>
                      <a:pt x="8" y="0"/>
                    </a:lnTo>
                    <a:lnTo>
                      <a:pt x="8" y="0"/>
                    </a:lnTo>
                    <a:lnTo>
                      <a:pt x="12" y="0"/>
                    </a:lnTo>
                    <a:lnTo>
                      <a:pt x="16" y="0"/>
                    </a:lnTo>
                    <a:lnTo>
                      <a:pt x="20" y="2"/>
                    </a:lnTo>
                    <a:lnTo>
                      <a:pt x="24" y="4"/>
                    </a:lnTo>
                    <a:lnTo>
                      <a:pt x="28" y="6"/>
                    </a:lnTo>
                    <a:lnTo>
                      <a:pt x="30" y="10"/>
                    </a:lnTo>
                    <a:lnTo>
                      <a:pt x="32" y="16"/>
                    </a:lnTo>
                    <a:lnTo>
                      <a:pt x="32" y="18"/>
                    </a:lnTo>
                    <a:lnTo>
                      <a:pt x="32" y="20"/>
                    </a:lnTo>
                    <a:lnTo>
                      <a:pt x="34" y="22"/>
                    </a:lnTo>
                    <a:lnTo>
                      <a:pt x="36" y="24"/>
                    </a:lnTo>
                    <a:lnTo>
                      <a:pt x="40" y="26"/>
                    </a:lnTo>
                    <a:lnTo>
                      <a:pt x="44" y="26"/>
                    </a:lnTo>
                    <a:lnTo>
                      <a:pt x="44" y="26"/>
                    </a:lnTo>
                    <a:lnTo>
                      <a:pt x="44" y="24"/>
                    </a:lnTo>
                    <a:lnTo>
                      <a:pt x="44" y="20"/>
                    </a:lnTo>
                    <a:lnTo>
                      <a:pt x="44" y="18"/>
                    </a:lnTo>
                    <a:lnTo>
                      <a:pt x="44" y="14"/>
                    </a:lnTo>
                    <a:lnTo>
                      <a:pt x="46" y="12"/>
                    </a:lnTo>
                    <a:lnTo>
                      <a:pt x="48" y="10"/>
                    </a:lnTo>
                    <a:lnTo>
                      <a:pt x="50" y="10"/>
                    </a:lnTo>
                    <a:lnTo>
                      <a:pt x="54" y="12"/>
                    </a:lnTo>
                    <a:lnTo>
                      <a:pt x="60" y="14"/>
                    </a:lnTo>
                    <a:lnTo>
                      <a:pt x="60" y="16"/>
                    </a:lnTo>
                    <a:lnTo>
                      <a:pt x="58" y="20"/>
                    </a:lnTo>
                    <a:lnTo>
                      <a:pt x="58" y="24"/>
                    </a:lnTo>
                    <a:lnTo>
                      <a:pt x="58" y="30"/>
                    </a:lnTo>
                    <a:lnTo>
                      <a:pt x="60" y="34"/>
                    </a:lnTo>
                    <a:lnTo>
                      <a:pt x="60" y="40"/>
                    </a:lnTo>
                    <a:lnTo>
                      <a:pt x="64" y="44"/>
                    </a:lnTo>
                    <a:lnTo>
                      <a:pt x="66" y="46"/>
                    </a:lnTo>
                    <a:lnTo>
                      <a:pt x="68" y="46"/>
                    </a:lnTo>
                    <a:lnTo>
                      <a:pt x="70" y="44"/>
                    </a:lnTo>
                    <a:lnTo>
                      <a:pt x="72" y="42"/>
                    </a:lnTo>
                    <a:lnTo>
                      <a:pt x="76" y="34"/>
                    </a:lnTo>
                    <a:lnTo>
                      <a:pt x="76" y="34"/>
                    </a:lnTo>
                    <a:lnTo>
                      <a:pt x="76" y="32"/>
                    </a:lnTo>
                    <a:lnTo>
                      <a:pt x="78" y="30"/>
                    </a:lnTo>
                    <a:lnTo>
                      <a:pt x="80" y="28"/>
                    </a:lnTo>
                    <a:lnTo>
                      <a:pt x="80" y="28"/>
                    </a:lnTo>
                    <a:lnTo>
                      <a:pt x="82" y="26"/>
                    </a:lnTo>
                    <a:lnTo>
                      <a:pt x="84" y="26"/>
                    </a:lnTo>
                    <a:lnTo>
                      <a:pt x="86" y="28"/>
                    </a:lnTo>
                    <a:lnTo>
                      <a:pt x="86" y="32"/>
                    </a:lnTo>
                    <a:lnTo>
                      <a:pt x="88" y="38"/>
                    </a:lnTo>
                    <a:lnTo>
                      <a:pt x="88" y="46"/>
                    </a:lnTo>
                    <a:lnTo>
                      <a:pt x="86" y="48"/>
                    </a:lnTo>
                    <a:lnTo>
                      <a:pt x="84" y="58"/>
                    </a:lnTo>
                    <a:lnTo>
                      <a:pt x="82" y="68"/>
                    </a:lnTo>
                    <a:lnTo>
                      <a:pt x="84" y="80"/>
                    </a:lnTo>
                    <a:lnTo>
                      <a:pt x="88" y="90"/>
                    </a:lnTo>
                    <a:lnTo>
                      <a:pt x="88" y="90"/>
                    </a:lnTo>
                    <a:lnTo>
                      <a:pt x="88" y="92"/>
                    </a:lnTo>
                    <a:lnTo>
                      <a:pt x="86" y="96"/>
                    </a:lnTo>
                    <a:lnTo>
                      <a:pt x="84" y="98"/>
                    </a:lnTo>
                    <a:lnTo>
                      <a:pt x="84" y="100"/>
                    </a:lnTo>
                    <a:lnTo>
                      <a:pt x="82" y="102"/>
                    </a:lnTo>
                    <a:lnTo>
                      <a:pt x="80" y="102"/>
                    </a:lnTo>
                    <a:lnTo>
                      <a:pt x="78" y="100"/>
                    </a:lnTo>
                    <a:lnTo>
                      <a:pt x="78" y="96"/>
                    </a:lnTo>
                    <a:lnTo>
                      <a:pt x="78" y="96"/>
                    </a:lnTo>
                    <a:lnTo>
                      <a:pt x="76" y="92"/>
                    </a:lnTo>
                    <a:lnTo>
                      <a:pt x="76" y="90"/>
                    </a:lnTo>
                    <a:lnTo>
                      <a:pt x="76" y="86"/>
                    </a:lnTo>
                    <a:lnTo>
                      <a:pt x="76" y="80"/>
                    </a:lnTo>
                    <a:lnTo>
                      <a:pt x="74" y="78"/>
                    </a:lnTo>
                    <a:lnTo>
                      <a:pt x="72" y="76"/>
                    </a:lnTo>
                    <a:lnTo>
                      <a:pt x="68" y="74"/>
                    </a:lnTo>
                    <a:lnTo>
                      <a:pt x="66" y="78"/>
                    </a:lnTo>
                    <a:lnTo>
                      <a:pt x="64" y="76"/>
                    </a:lnTo>
                    <a:lnTo>
                      <a:pt x="60" y="74"/>
                    </a:lnTo>
                    <a:lnTo>
                      <a:pt x="56" y="72"/>
                    </a:lnTo>
                    <a:lnTo>
                      <a:pt x="52" y="70"/>
                    </a:lnTo>
                    <a:lnTo>
                      <a:pt x="46" y="66"/>
                    </a:lnTo>
                    <a:lnTo>
                      <a:pt x="44" y="60"/>
                    </a:lnTo>
                    <a:lnTo>
                      <a:pt x="30" y="4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5" name="Google Shape;635;p8"/>
              <p:cNvSpPr/>
              <p:nvPr/>
            </p:nvSpPr>
            <p:spPr>
              <a:xfrm>
                <a:off x="4347" y="1148"/>
                <a:ext cx="38" cy="54"/>
              </a:xfrm>
              <a:custGeom>
                <a:avLst/>
                <a:gdLst/>
                <a:ahLst/>
                <a:cxnLst/>
                <a:rect l="l" t="t" r="r" b="b"/>
                <a:pathLst>
                  <a:path w="38" h="54" extrusionOk="0">
                    <a:moveTo>
                      <a:pt x="16" y="0"/>
                    </a:moveTo>
                    <a:lnTo>
                      <a:pt x="14" y="0"/>
                    </a:lnTo>
                    <a:lnTo>
                      <a:pt x="14" y="0"/>
                    </a:lnTo>
                    <a:lnTo>
                      <a:pt x="12" y="0"/>
                    </a:lnTo>
                    <a:lnTo>
                      <a:pt x="8" y="2"/>
                    </a:lnTo>
                    <a:lnTo>
                      <a:pt x="6" y="6"/>
                    </a:lnTo>
                    <a:lnTo>
                      <a:pt x="4" y="10"/>
                    </a:lnTo>
                    <a:lnTo>
                      <a:pt x="2" y="16"/>
                    </a:lnTo>
                    <a:lnTo>
                      <a:pt x="2" y="24"/>
                    </a:lnTo>
                    <a:lnTo>
                      <a:pt x="0" y="48"/>
                    </a:lnTo>
                    <a:lnTo>
                      <a:pt x="2" y="48"/>
                    </a:lnTo>
                    <a:lnTo>
                      <a:pt x="10" y="52"/>
                    </a:lnTo>
                    <a:lnTo>
                      <a:pt x="18" y="54"/>
                    </a:lnTo>
                    <a:lnTo>
                      <a:pt x="28" y="54"/>
                    </a:lnTo>
                    <a:lnTo>
                      <a:pt x="36" y="50"/>
                    </a:lnTo>
                    <a:lnTo>
                      <a:pt x="38" y="40"/>
                    </a:lnTo>
                    <a:lnTo>
                      <a:pt x="16"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6" name="Google Shape;636;p8"/>
              <p:cNvSpPr/>
              <p:nvPr/>
            </p:nvSpPr>
            <p:spPr>
              <a:xfrm>
                <a:off x="4473" y="1158"/>
                <a:ext cx="68" cy="146"/>
              </a:xfrm>
              <a:custGeom>
                <a:avLst/>
                <a:gdLst/>
                <a:ahLst/>
                <a:cxnLst/>
                <a:rect l="l" t="t" r="r" b="b"/>
                <a:pathLst>
                  <a:path w="68" h="146" extrusionOk="0">
                    <a:moveTo>
                      <a:pt x="20" y="2"/>
                    </a:moveTo>
                    <a:lnTo>
                      <a:pt x="18" y="2"/>
                    </a:lnTo>
                    <a:lnTo>
                      <a:pt x="18" y="0"/>
                    </a:lnTo>
                    <a:lnTo>
                      <a:pt x="16" y="0"/>
                    </a:lnTo>
                    <a:lnTo>
                      <a:pt x="14" y="0"/>
                    </a:lnTo>
                    <a:lnTo>
                      <a:pt x="12" y="0"/>
                    </a:lnTo>
                    <a:lnTo>
                      <a:pt x="10" y="2"/>
                    </a:lnTo>
                    <a:lnTo>
                      <a:pt x="10" y="6"/>
                    </a:lnTo>
                    <a:lnTo>
                      <a:pt x="10" y="8"/>
                    </a:lnTo>
                    <a:lnTo>
                      <a:pt x="12" y="10"/>
                    </a:lnTo>
                    <a:lnTo>
                      <a:pt x="12" y="12"/>
                    </a:lnTo>
                    <a:lnTo>
                      <a:pt x="12" y="16"/>
                    </a:lnTo>
                    <a:lnTo>
                      <a:pt x="10" y="20"/>
                    </a:lnTo>
                    <a:lnTo>
                      <a:pt x="10" y="20"/>
                    </a:lnTo>
                    <a:lnTo>
                      <a:pt x="8" y="20"/>
                    </a:lnTo>
                    <a:lnTo>
                      <a:pt x="6" y="22"/>
                    </a:lnTo>
                    <a:lnTo>
                      <a:pt x="4" y="26"/>
                    </a:lnTo>
                    <a:lnTo>
                      <a:pt x="4" y="32"/>
                    </a:lnTo>
                    <a:lnTo>
                      <a:pt x="2" y="40"/>
                    </a:lnTo>
                    <a:lnTo>
                      <a:pt x="2" y="46"/>
                    </a:lnTo>
                    <a:lnTo>
                      <a:pt x="2" y="52"/>
                    </a:lnTo>
                    <a:lnTo>
                      <a:pt x="2" y="54"/>
                    </a:lnTo>
                    <a:lnTo>
                      <a:pt x="2" y="56"/>
                    </a:lnTo>
                    <a:lnTo>
                      <a:pt x="0" y="58"/>
                    </a:lnTo>
                    <a:lnTo>
                      <a:pt x="0" y="58"/>
                    </a:lnTo>
                    <a:lnTo>
                      <a:pt x="0" y="60"/>
                    </a:lnTo>
                    <a:lnTo>
                      <a:pt x="0" y="62"/>
                    </a:lnTo>
                    <a:lnTo>
                      <a:pt x="0" y="66"/>
                    </a:lnTo>
                    <a:lnTo>
                      <a:pt x="2" y="72"/>
                    </a:lnTo>
                    <a:lnTo>
                      <a:pt x="6" y="78"/>
                    </a:lnTo>
                    <a:lnTo>
                      <a:pt x="2" y="84"/>
                    </a:lnTo>
                    <a:lnTo>
                      <a:pt x="4" y="84"/>
                    </a:lnTo>
                    <a:lnTo>
                      <a:pt x="6" y="84"/>
                    </a:lnTo>
                    <a:lnTo>
                      <a:pt x="8" y="84"/>
                    </a:lnTo>
                    <a:lnTo>
                      <a:pt x="10" y="86"/>
                    </a:lnTo>
                    <a:lnTo>
                      <a:pt x="12" y="88"/>
                    </a:lnTo>
                    <a:lnTo>
                      <a:pt x="14" y="92"/>
                    </a:lnTo>
                    <a:lnTo>
                      <a:pt x="14" y="96"/>
                    </a:lnTo>
                    <a:lnTo>
                      <a:pt x="14" y="98"/>
                    </a:lnTo>
                    <a:lnTo>
                      <a:pt x="14" y="100"/>
                    </a:lnTo>
                    <a:lnTo>
                      <a:pt x="16" y="102"/>
                    </a:lnTo>
                    <a:lnTo>
                      <a:pt x="14" y="106"/>
                    </a:lnTo>
                    <a:lnTo>
                      <a:pt x="14" y="108"/>
                    </a:lnTo>
                    <a:lnTo>
                      <a:pt x="12" y="108"/>
                    </a:lnTo>
                    <a:lnTo>
                      <a:pt x="12" y="108"/>
                    </a:lnTo>
                    <a:lnTo>
                      <a:pt x="12" y="110"/>
                    </a:lnTo>
                    <a:lnTo>
                      <a:pt x="10" y="112"/>
                    </a:lnTo>
                    <a:lnTo>
                      <a:pt x="10" y="116"/>
                    </a:lnTo>
                    <a:lnTo>
                      <a:pt x="10" y="120"/>
                    </a:lnTo>
                    <a:lnTo>
                      <a:pt x="12" y="126"/>
                    </a:lnTo>
                    <a:lnTo>
                      <a:pt x="12" y="128"/>
                    </a:lnTo>
                    <a:lnTo>
                      <a:pt x="10" y="130"/>
                    </a:lnTo>
                    <a:lnTo>
                      <a:pt x="10" y="132"/>
                    </a:lnTo>
                    <a:lnTo>
                      <a:pt x="12" y="136"/>
                    </a:lnTo>
                    <a:lnTo>
                      <a:pt x="12" y="140"/>
                    </a:lnTo>
                    <a:lnTo>
                      <a:pt x="16" y="142"/>
                    </a:lnTo>
                    <a:lnTo>
                      <a:pt x="22" y="144"/>
                    </a:lnTo>
                    <a:lnTo>
                      <a:pt x="26" y="146"/>
                    </a:lnTo>
                    <a:lnTo>
                      <a:pt x="30" y="146"/>
                    </a:lnTo>
                    <a:lnTo>
                      <a:pt x="34" y="146"/>
                    </a:lnTo>
                    <a:lnTo>
                      <a:pt x="36" y="146"/>
                    </a:lnTo>
                    <a:lnTo>
                      <a:pt x="36" y="146"/>
                    </a:lnTo>
                    <a:lnTo>
                      <a:pt x="38" y="146"/>
                    </a:lnTo>
                    <a:lnTo>
                      <a:pt x="40" y="146"/>
                    </a:lnTo>
                    <a:lnTo>
                      <a:pt x="44" y="144"/>
                    </a:lnTo>
                    <a:lnTo>
                      <a:pt x="46" y="142"/>
                    </a:lnTo>
                    <a:lnTo>
                      <a:pt x="48" y="140"/>
                    </a:lnTo>
                    <a:lnTo>
                      <a:pt x="50" y="134"/>
                    </a:lnTo>
                    <a:lnTo>
                      <a:pt x="50" y="134"/>
                    </a:lnTo>
                    <a:lnTo>
                      <a:pt x="52" y="130"/>
                    </a:lnTo>
                    <a:lnTo>
                      <a:pt x="52" y="126"/>
                    </a:lnTo>
                    <a:lnTo>
                      <a:pt x="56" y="120"/>
                    </a:lnTo>
                    <a:lnTo>
                      <a:pt x="58" y="116"/>
                    </a:lnTo>
                    <a:lnTo>
                      <a:pt x="62" y="112"/>
                    </a:lnTo>
                    <a:lnTo>
                      <a:pt x="64" y="110"/>
                    </a:lnTo>
                    <a:lnTo>
                      <a:pt x="64" y="108"/>
                    </a:lnTo>
                    <a:lnTo>
                      <a:pt x="66" y="104"/>
                    </a:lnTo>
                    <a:lnTo>
                      <a:pt x="68" y="100"/>
                    </a:lnTo>
                    <a:lnTo>
                      <a:pt x="68" y="92"/>
                    </a:lnTo>
                    <a:lnTo>
                      <a:pt x="68" y="84"/>
                    </a:lnTo>
                    <a:lnTo>
                      <a:pt x="68" y="84"/>
                    </a:lnTo>
                    <a:lnTo>
                      <a:pt x="66" y="80"/>
                    </a:lnTo>
                    <a:lnTo>
                      <a:pt x="62" y="78"/>
                    </a:lnTo>
                    <a:lnTo>
                      <a:pt x="60" y="78"/>
                    </a:lnTo>
                    <a:lnTo>
                      <a:pt x="56" y="80"/>
                    </a:lnTo>
                    <a:lnTo>
                      <a:pt x="56" y="80"/>
                    </a:lnTo>
                    <a:lnTo>
                      <a:pt x="54" y="80"/>
                    </a:lnTo>
                    <a:lnTo>
                      <a:pt x="54" y="80"/>
                    </a:lnTo>
                    <a:lnTo>
                      <a:pt x="52" y="80"/>
                    </a:lnTo>
                    <a:lnTo>
                      <a:pt x="50" y="80"/>
                    </a:lnTo>
                    <a:lnTo>
                      <a:pt x="50" y="80"/>
                    </a:lnTo>
                    <a:lnTo>
                      <a:pt x="52" y="78"/>
                    </a:lnTo>
                    <a:lnTo>
                      <a:pt x="54" y="74"/>
                    </a:lnTo>
                    <a:lnTo>
                      <a:pt x="54" y="74"/>
                    </a:lnTo>
                    <a:lnTo>
                      <a:pt x="54" y="74"/>
                    </a:lnTo>
                    <a:lnTo>
                      <a:pt x="56" y="72"/>
                    </a:lnTo>
                    <a:lnTo>
                      <a:pt x="56" y="68"/>
                    </a:lnTo>
                    <a:lnTo>
                      <a:pt x="56" y="64"/>
                    </a:lnTo>
                    <a:lnTo>
                      <a:pt x="56" y="58"/>
                    </a:lnTo>
                    <a:lnTo>
                      <a:pt x="56" y="56"/>
                    </a:lnTo>
                    <a:lnTo>
                      <a:pt x="56" y="52"/>
                    </a:lnTo>
                    <a:lnTo>
                      <a:pt x="54" y="48"/>
                    </a:lnTo>
                    <a:lnTo>
                      <a:pt x="52" y="42"/>
                    </a:lnTo>
                    <a:lnTo>
                      <a:pt x="48" y="36"/>
                    </a:lnTo>
                    <a:lnTo>
                      <a:pt x="44" y="30"/>
                    </a:lnTo>
                    <a:lnTo>
                      <a:pt x="42" y="28"/>
                    </a:lnTo>
                    <a:lnTo>
                      <a:pt x="40" y="26"/>
                    </a:lnTo>
                    <a:lnTo>
                      <a:pt x="38" y="22"/>
                    </a:lnTo>
                    <a:lnTo>
                      <a:pt x="36" y="18"/>
                    </a:lnTo>
                    <a:lnTo>
                      <a:pt x="32" y="16"/>
                    </a:lnTo>
                    <a:lnTo>
                      <a:pt x="30" y="14"/>
                    </a:lnTo>
                    <a:lnTo>
                      <a:pt x="26" y="12"/>
                    </a:lnTo>
                    <a:lnTo>
                      <a:pt x="26" y="12"/>
                    </a:lnTo>
                    <a:lnTo>
                      <a:pt x="24" y="10"/>
                    </a:lnTo>
                    <a:lnTo>
                      <a:pt x="22" y="8"/>
                    </a:lnTo>
                    <a:lnTo>
                      <a:pt x="20" y="6"/>
                    </a:lnTo>
                    <a:lnTo>
                      <a:pt x="18" y="4"/>
                    </a:lnTo>
                    <a:lnTo>
                      <a:pt x="20"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7" name="Google Shape;637;p8"/>
              <p:cNvSpPr/>
              <p:nvPr/>
            </p:nvSpPr>
            <p:spPr>
              <a:xfrm>
                <a:off x="4235" y="1572"/>
                <a:ext cx="50" cy="46"/>
              </a:xfrm>
              <a:custGeom>
                <a:avLst/>
                <a:gdLst/>
                <a:ahLst/>
                <a:cxnLst/>
                <a:rect l="l" t="t" r="r" b="b"/>
                <a:pathLst>
                  <a:path w="50" h="46" extrusionOk="0">
                    <a:moveTo>
                      <a:pt x="24" y="18"/>
                    </a:moveTo>
                    <a:lnTo>
                      <a:pt x="24" y="18"/>
                    </a:lnTo>
                    <a:lnTo>
                      <a:pt x="22" y="18"/>
                    </a:lnTo>
                    <a:lnTo>
                      <a:pt x="18" y="18"/>
                    </a:lnTo>
                    <a:lnTo>
                      <a:pt x="16" y="20"/>
                    </a:lnTo>
                    <a:lnTo>
                      <a:pt x="12" y="22"/>
                    </a:lnTo>
                    <a:lnTo>
                      <a:pt x="10" y="24"/>
                    </a:lnTo>
                    <a:lnTo>
                      <a:pt x="8" y="26"/>
                    </a:lnTo>
                    <a:lnTo>
                      <a:pt x="8" y="26"/>
                    </a:lnTo>
                    <a:lnTo>
                      <a:pt x="6" y="26"/>
                    </a:lnTo>
                    <a:lnTo>
                      <a:pt x="4" y="26"/>
                    </a:lnTo>
                    <a:lnTo>
                      <a:pt x="2" y="28"/>
                    </a:lnTo>
                    <a:lnTo>
                      <a:pt x="0" y="30"/>
                    </a:lnTo>
                    <a:lnTo>
                      <a:pt x="0" y="32"/>
                    </a:lnTo>
                    <a:lnTo>
                      <a:pt x="0" y="38"/>
                    </a:lnTo>
                    <a:lnTo>
                      <a:pt x="0" y="38"/>
                    </a:lnTo>
                    <a:lnTo>
                      <a:pt x="4" y="40"/>
                    </a:lnTo>
                    <a:lnTo>
                      <a:pt x="6" y="42"/>
                    </a:lnTo>
                    <a:lnTo>
                      <a:pt x="12" y="44"/>
                    </a:lnTo>
                    <a:lnTo>
                      <a:pt x="18" y="46"/>
                    </a:lnTo>
                    <a:lnTo>
                      <a:pt x="24" y="46"/>
                    </a:lnTo>
                    <a:lnTo>
                      <a:pt x="26" y="46"/>
                    </a:lnTo>
                    <a:lnTo>
                      <a:pt x="30" y="46"/>
                    </a:lnTo>
                    <a:lnTo>
                      <a:pt x="34" y="44"/>
                    </a:lnTo>
                    <a:lnTo>
                      <a:pt x="38" y="44"/>
                    </a:lnTo>
                    <a:lnTo>
                      <a:pt x="44" y="44"/>
                    </a:lnTo>
                    <a:lnTo>
                      <a:pt x="48" y="44"/>
                    </a:lnTo>
                    <a:lnTo>
                      <a:pt x="50" y="46"/>
                    </a:lnTo>
                    <a:lnTo>
                      <a:pt x="50" y="44"/>
                    </a:lnTo>
                    <a:lnTo>
                      <a:pt x="48" y="42"/>
                    </a:lnTo>
                    <a:lnTo>
                      <a:pt x="48" y="36"/>
                    </a:lnTo>
                    <a:lnTo>
                      <a:pt x="46" y="30"/>
                    </a:lnTo>
                    <a:lnTo>
                      <a:pt x="44" y="26"/>
                    </a:lnTo>
                    <a:lnTo>
                      <a:pt x="42" y="24"/>
                    </a:lnTo>
                    <a:lnTo>
                      <a:pt x="40" y="22"/>
                    </a:lnTo>
                    <a:lnTo>
                      <a:pt x="40" y="18"/>
                    </a:lnTo>
                    <a:lnTo>
                      <a:pt x="38" y="14"/>
                    </a:lnTo>
                    <a:lnTo>
                      <a:pt x="38" y="10"/>
                    </a:lnTo>
                    <a:lnTo>
                      <a:pt x="36" y="6"/>
                    </a:lnTo>
                    <a:lnTo>
                      <a:pt x="32" y="2"/>
                    </a:lnTo>
                    <a:lnTo>
                      <a:pt x="30" y="0"/>
                    </a:lnTo>
                    <a:lnTo>
                      <a:pt x="26" y="2"/>
                    </a:lnTo>
                    <a:lnTo>
                      <a:pt x="24" y="1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8"/>
              <p:cNvSpPr/>
              <p:nvPr/>
            </p:nvSpPr>
            <p:spPr>
              <a:xfrm>
                <a:off x="4487" y="1410"/>
                <a:ext cx="60" cy="44"/>
              </a:xfrm>
              <a:custGeom>
                <a:avLst/>
                <a:gdLst/>
                <a:ahLst/>
                <a:cxnLst/>
                <a:rect l="l" t="t" r="r" b="b"/>
                <a:pathLst>
                  <a:path w="60" h="44" extrusionOk="0">
                    <a:moveTo>
                      <a:pt x="14" y="2"/>
                    </a:moveTo>
                    <a:lnTo>
                      <a:pt x="14" y="2"/>
                    </a:lnTo>
                    <a:lnTo>
                      <a:pt x="12" y="2"/>
                    </a:lnTo>
                    <a:lnTo>
                      <a:pt x="10" y="2"/>
                    </a:lnTo>
                    <a:lnTo>
                      <a:pt x="8" y="2"/>
                    </a:lnTo>
                    <a:lnTo>
                      <a:pt x="4" y="2"/>
                    </a:lnTo>
                    <a:lnTo>
                      <a:pt x="2" y="4"/>
                    </a:lnTo>
                    <a:lnTo>
                      <a:pt x="0" y="8"/>
                    </a:lnTo>
                    <a:lnTo>
                      <a:pt x="0" y="12"/>
                    </a:lnTo>
                    <a:lnTo>
                      <a:pt x="0" y="14"/>
                    </a:lnTo>
                    <a:lnTo>
                      <a:pt x="0" y="16"/>
                    </a:lnTo>
                    <a:lnTo>
                      <a:pt x="0" y="20"/>
                    </a:lnTo>
                    <a:lnTo>
                      <a:pt x="0" y="24"/>
                    </a:lnTo>
                    <a:lnTo>
                      <a:pt x="0" y="28"/>
                    </a:lnTo>
                    <a:lnTo>
                      <a:pt x="2" y="32"/>
                    </a:lnTo>
                    <a:lnTo>
                      <a:pt x="4" y="36"/>
                    </a:lnTo>
                    <a:lnTo>
                      <a:pt x="6" y="38"/>
                    </a:lnTo>
                    <a:lnTo>
                      <a:pt x="12" y="40"/>
                    </a:lnTo>
                    <a:lnTo>
                      <a:pt x="12" y="40"/>
                    </a:lnTo>
                    <a:lnTo>
                      <a:pt x="14" y="42"/>
                    </a:lnTo>
                    <a:lnTo>
                      <a:pt x="18" y="44"/>
                    </a:lnTo>
                    <a:lnTo>
                      <a:pt x="22" y="44"/>
                    </a:lnTo>
                    <a:lnTo>
                      <a:pt x="26" y="42"/>
                    </a:lnTo>
                    <a:lnTo>
                      <a:pt x="58" y="42"/>
                    </a:lnTo>
                    <a:lnTo>
                      <a:pt x="60" y="36"/>
                    </a:lnTo>
                    <a:lnTo>
                      <a:pt x="58" y="34"/>
                    </a:lnTo>
                    <a:lnTo>
                      <a:pt x="58" y="32"/>
                    </a:lnTo>
                    <a:lnTo>
                      <a:pt x="58" y="28"/>
                    </a:lnTo>
                    <a:lnTo>
                      <a:pt x="56" y="22"/>
                    </a:lnTo>
                    <a:lnTo>
                      <a:pt x="56" y="16"/>
                    </a:lnTo>
                    <a:lnTo>
                      <a:pt x="54" y="12"/>
                    </a:lnTo>
                    <a:lnTo>
                      <a:pt x="54" y="8"/>
                    </a:lnTo>
                    <a:lnTo>
                      <a:pt x="54" y="6"/>
                    </a:lnTo>
                    <a:lnTo>
                      <a:pt x="52" y="4"/>
                    </a:lnTo>
                    <a:lnTo>
                      <a:pt x="48" y="0"/>
                    </a:lnTo>
                    <a:lnTo>
                      <a:pt x="44" y="0"/>
                    </a:lnTo>
                    <a:lnTo>
                      <a:pt x="38" y="0"/>
                    </a:lnTo>
                    <a:lnTo>
                      <a:pt x="30" y="2"/>
                    </a:lnTo>
                    <a:lnTo>
                      <a:pt x="14" y="2"/>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9" name="Google Shape;639;p8"/>
              <p:cNvSpPr/>
              <p:nvPr/>
            </p:nvSpPr>
            <p:spPr>
              <a:xfrm>
                <a:off x="4529" y="1616"/>
                <a:ext cx="24" cy="32"/>
              </a:xfrm>
              <a:custGeom>
                <a:avLst/>
                <a:gdLst/>
                <a:ahLst/>
                <a:cxnLst/>
                <a:rect l="l" t="t" r="r" b="b"/>
                <a:pathLst>
                  <a:path w="24" h="32" extrusionOk="0">
                    <a:moveTo>
                      <a:pt x="10" y="0"/>
                    </a:moveTo>
                    <a:lnTo>
                      <a:pt x="10" y="0"/>
                    </a:lnTo>
                    <a:lnTo>
                      <a:pt x="8" y="0"/>
                    </a:lnTo>
                    <a:lnTo>
                      <a:pt x="6" y="0"/>
                    </a:lnTo>
                    <a:lnTo>
                      <a:pt x="4" y="2"/>
                    </a:lnTo>
                    <a:lnTo>
                      <a:pt x="2" y="4"/>
                    </a:lnTo>
                    <a:lnTo>
                      <a:pt x="0" y="8"/>
                    </a:lnTo>
                    <a:lnTo>
                      <a:pt x="0" y="14"/>
                    </a:lnTo>
                    <a:lnTo>
                      <a:pt x="0" y="16"/>
                    </a:lnTo>
                    <a:lnTo>
                      <a:pt x="0" y="18"/>
                    </a:lnTo>
                    <a:lnTo>
                      <a:pt x="0" y="22"/>
                    </a:lnTo>
                    <a:lnTo>
                      <a:pt x="0" y="26"/>
                    </a:lnTo>
                    <a:lnTo>
                      <a:pt x="2" y="30"/>
                    </a:lnTo>
                    <a:lnTo>
                      <a:pt x="6" y="32"/>
                    </a:lnTo>
                    <a:lnTo>
                      <a:pt x="8" y="32"/>
                    </a:lnTo>
                    <a:lnTo>
                      <a:pt x="10" y="32"/>
                    </a:lnTo>
                    <a:lnTo>
                      <a:pt x="12" y="32"/>
                    </a:lnTo>
                    <a:lnTo>
                      <a:pt x="16" y="32"/>
                    </a:lnTo>
                    <a:lnTo>
                      <a:pt x="18" y="32"/>
                    </a:lnTo>
                    <a:lnTo>
                      <a:pt x="22" y="30"/>
                    </a:lnTo>
                    <a:lnTo>
                      <a:pt x="24" y="28"/>
                    </a:lnTo>
                    <a:lnTo>
                      <a:pt x="24" y="26"/>
                    </a:lnTo>
                    <a:lnTo>
                      <a:pt x="24" y="24"/>
                    </a:lnTo>
                    <a:lnTo>
                      <a:pt x="24" y="22"/>
                    </a:lnTo>
                    <a:lnTo>
                      <a:pt x="24" y="20"/>
                    </a:lnTo>
                    <a:lnTo>
                      <a:pt x="24" y="16"/>
                    </a:lnTo>
                    <a:lnTo>
                      <a:pt x="24" y="12"/>
                    </a:lnTo>
                    <a:lnTo>
                      <a:pt x="24" y="8"/>
                    </a:lnTo>
                    <a:lnTo>
                      <a:pt x="22" y="4"/>
                    </a:lnTo>
                    <a:lnTo>
                      <a:pt x="20" y="2"/>
                    </a:lnTo>
                    <a:lnTo>
                      <a:pt x="16" y="0"/>
                    </a:lnTo>
                    <a:lnTo>
                      <a:pt x="10" y="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0" name="Google Shape;640;p8"/>
              <p:cNvSpPr/>
              <p:nvPr/>
            </p:nvSpPr>
            <p:spPr>
              <a:xfrm>
                <a:off x="4519" y="1134"/>
                <a:ext cx="228" cy="268"/>
              </a:xfrm>
              <a:custGeom>
                <a:avLst/>
                <a:gdLst/>
                <a:ahLst/>
                <a:cxnLst/>
                <a:rect l="l" t="t" r="r" b="b"/>
                <a:pathLst>
                  <a:path w="228" h="268" extrusionOk="0">
                    <a:moveTo>
                      <a:pt x="222" y="68"/>
                    </a:moveTo>
                    <a:lnTo>
                      <a:pt x="228" y="80"/>
                    </a:lnTo>
                    <a:lnTo>
                      <a:pt x="222" y="82"/>
                    </a:lnTo>
                    <a:lnTo>
                      <a:pt x="216" y="84"/>
                    </a:lnTo>
                    <a:lnTo>
                      <a:pt x="212" y="84"/>
                    </a:lnTo>
                    <a:lnTo>
                      <a:pt x="208" y="82"/>
                    </a:lnTo>
                    <a:lnTo>
                      <a:pt x="206" y="82"/>
                    </a:lnTo>
                    <a:lnTo>
                      <a:pt x="204" y="80"/>
                    </a:lnTo>
                    <a:lnTo>
                      <a:pt x="200" y="80"/>
                    </a:lnTo>
                    <a:lnTo>
                      <a:pt x="198" y="80"/>
                    </a:lnTo>
                    <a:lnTo>
                      <a:pt x="196" y="80"/>
                    </a:lnTo>
                    <a:lnTo>
                      <a:pt x="196" y="82"/>
                    </a:lnTo>
                    <a:lnTo>
                      <a:pt x="196" y="84"/>
                    </a:lnTo>
                    <a:lnTo>
                      <a:pt x="198" y="84"/>
                    </a:lnTo>
                    <a:lnTo>
                      <a:pt x="200" y="86"/>
                    </a:lnTo>
                    <a:lnTo>
                      <a:pt x="200" y="88"/>
                    </a:lnTo>
                    <a:lnTo>
                      <a:pt x="200" y="88"/>
                    </a:lnTo>
                    <a:lnTo>
                      <a:pt x="202" y="90"/>
                    </a:lnTo>
                    <a:lnTo>
                      <a:pt x="202" y="90"/>
                    </a:lnTo>
                    <a:lnTo>
                      <a:pt x="200" y="92"/>
                    </a:lnTo>
                    <a:lnTo>
                      <a:pt x="198" y="92"/>
                    </a:lnTo>
                    <a:lnTo>
                      <a:pt x="196" y="92"/>
                    </a:lnTo>
                    <a:lnTo>
                      <a:pt x="196" y="92"/>
                    </a:lnTo>
                    <a:lnTo>
                      <a:pt x="194" y="92"/>
                    </a:lnTo>
                    <a:lnTo>
                      <a:pt x="192" y="94"/>
                    </a:lnTo>
                    <a:lnTo>
                      <a:pt x="192" y="96"/>
                    </a:lnTo>
                    <a:lnTo>
                      <a:pt x="192" y="96"/>
                    </a:lnTo>
                    <a:lnTo>
                      <a:pt x="204" y="96"/>
                    </a:lnTo>
                    <a:lnTo>
                      <a:pt x="208" y="98"/>
                    </a:lnTo>
                    <a:lnTo>
                      <a:pt x="208" y="98"/>
                    </a:lnTo>
                    <a:lnTo>
                      <a:pt x="206" y="100"/>
                    </a:lnTo>
                    <a:lnTo>
                      <a:pt x="206" y="100"/>
                    </a:lnTo>
                    <a:lnTo>
                      <a:pt x="204" y="102"/>
                    </a:lnTo>
                    <a:lnTo>
                      <a:pt x="202" y="102"/>
                    </a:lnTo>
                    <a:lnTo>
                      <a:pt x="200" y="104"/>
                    </a:lnTo>
                    <a:lnTo>
                      <a:pt x="200" y="106"/>
                    </a:lnTo>
                    <a:lnTo>
                      <a:pt x="202" y="106"/>
                    </a:lnTo>
                    <a:lnTo>
                      <a:pt x="202" y="108"/>
                    </a:lnTo>
                    <a:lnTo>
                      <a:pt x="214" y="106"/>
                    </a:lnTo>
                    <a:lnTo>
                      <a:pt x="216" y="108"/>
                    </a:lnTo>
                    <a:lnTo>
                      <a:pt x="216" y="110"/>
                    </a:lnTo>
                    <a:lnTo>
                      <a:pt x="214" y="112"/>
                    </a:lnTo>
                    <a:lnTo>
                      <a:pt x="212" y="114"/>
                    </a:lnTo>
                    <a:lnTo>
                      <a:pt x="210" y="114"/>
                    </a:lnTo>
                    <a:lnTo>
                      <a:pt x="210" y="114"/>
                    </a:lnTo>
                    <a:lnTo>
                      <a:pt x="208" y="114"/>
                    </a:lnTo>
                    <a:lnTo>
                      <a:pt x="200" y="116"/>
                    </a:lnTo>
                    <a:lnTo>
                      <a:pt x="194" y="118"/>
                    </a:lnTo>
                    <a:lnTo>
                      <a:pt x="188" y="122"/>
                    </a:lnTo>
                    <a:lnTo>
                      <a:pt x="186" y="124"/>
                    </a:lnTo>
                    <a:lnTo>
                      <a:pt x="184" y="126"/>
                    </a:lnTo>
                    <a:lnTo>
                      <a:pt x="182" y="128"/>
                    </a:lnTo>
                    <a:lnTo>
                      <a:pt x="176" y="134"/>
                    </a:lnTo>
                    <a:lnTo>
                      <a:pt x="172" y="136"/>
                    </a:lnTo>
                    <a:lnTo>
                      <a:pt x="166" y="138"/>
                    </a:lnTo>
                    <a:lnTo>
                      <a:pt x="164" y="138"/>
                    </a:lnTo>
                    <a:lnTo>
                      <a:pt x="162" y="138"/>
                    </a:lnTo>
                    <a:lnTo>
                      <a:pt x="166" y="142"/>
                    </a:lnTo>
                    <a:lnTo>
                      <a:pt x="160" y="148"/>
                    </a:lnTo>
                    <a:lnTo>
                      <a:pt x="158" y="150"/>
                    </a:lnTo>
                    <a:lnTo>
                      <a:pt x="154" y="152"/>
                    </a:lnTo>
                    <a:lnTo>
                      <a:pt x="152" y="152"/>
                    </a:lnTo>
                    <a:lnTo>
                      <a:pt x="152" y="154"/>
                    </a:lnTo>
                    <a:lnTo>
                      <a:pt x="154" y="156"/>
                    </a:lnTo>
                    <a:lnTo>
                      <a:pt x="154" y="158"/>
                    </a:lnTo>
                    <a:lnTo>
                      <a:pt x="152" y="160"/>
                    </a:lnTo>
                    <a:lnTo>
                      <a:pt x="150" y="162"/>
                    </a:lnTo>
                    <a:lnTo>
                      <a:pt x="148" y="164"/>
                    </a:lnTo>
                    <a:lnTo>
                      <a:pt x="146" y="164"/>
                    </a:lnTo>
                    <a:lnTo>
                      <a:pt x="140" y="160"/>
                    </a:lnTo>
                    <a:lnTo>
                      <a:pt x="132" y="166"/>
                    </a:lnTo>
                    <a:lnTo>
                      <a:pt x="130" y="164"/>
                    </a:lnTo>
                    <a:lnTo>
                      <a:pt x="128" y="164"/>
                    </a:lnTo>
                    <a:lnTo>
                      <a:pt x="124" y="168"/>
                    </a:lnTo>
                    <a:lnTo>
                      <a:pt x="122" y="170"/>
                    </a:lnTo>
                    <a:lnTo>
                      <a:pt x="120" y="172"/>
                    </a:lnTo>
                    <a:lnTo>
                      <a:pt x="120" y="174"/>
                    </a:lnTo>
                    <a:lnTo>
                      <a:pt x="118" y="176"/>
                    </a:lnTo>
                    <a:lnTo>
                      <a:pt x="116" y="178"/>
                    </a:lnTo>
                    <a:lnTo>
                      <a:pt x="114" y="180"/>
                    </a:lnTo>
                    <a:lnTo>
                      <a:pt x="112" y="180"/>
                    </a:lnTo>
                    <a:lnTo>
                      <a:pt x="112" y="180"/>
                    </a:lnTo>
                    <a:lnTo>
                      <a:pt x="108" y="180"/>
                    </a:lnTo>
                    <a:lnTo>
                      <a:pt x="106" y="182"/>
                    </a:lnTo>
                    <a:lnTo>
                      <a:pt x="106" y="184"/>
                    </a:lnTo>
                    <a:lnTo>
                      <a:pt x="106" y="184"/>
                    </a:lnTo>
                    <a:lnTo>
                      <a:pt x="106" y="186"/>
                    </a:lnTo>
                    <a:lnTo>
                      <a:pt x="106" y="188"/>
                    </a:lnTo>
                    <a:lnTo>
                      <a:pt x="108" y="186"/>
                    </a:lnTo>
                    <a:lnTo>
                      <a:pt x="112" y="188"/>
                    </a:lnTo>
                    <a:lnTo>
                      <a:pt x="116" y="188"/>
                    </a:lnTo>
                    <a:lnTo>
                      <a:pt x="118" y="190"/>
                    </a:lnTo>
                    <a:lnTo>
                      <a:pt x="118" y="190"/>
                    </a:lnTo>
                    <a:lnTo>
                      <a:pt x="120" y="192"/>
                    </a:lnTo>
                    <a:lnTo>
                      <a:pt x="118" y="194"/>
                    </a:lnTo>
                    <a:lnTo>
                      <a:pt x="116" y="196"/>
                    </a:lnTo>
                    <a:lnTo>
                      <a:pt x="114" y="198"/>
                    </a:lnTo>
                    <a:lnTo>
                      <a:pt x="112" y="198"/>
                    </a:lnTo>
                    <a:lnTo>
                      <a:pt x="110" y="200"/>
                    </a:lnTo>
                    <a:lnTo>
                      <a:pt x="110" y="202"/>
                    </a:lnTo>
                    <a:lnTo>
                      <a:pt x="108" y="204"/>
                    </a:lnTo>
                    <a:lnTo>
                      <a:pt x="104" y="206"/>
                    </a:lnTo>
                    <a:lnTo>
                      <a:pt x="102" y="208"/>
                    </a:lnTo>
                    <a:lnTo>
                      <a:pt x="102" y="208"/>
                    </a:lnTo>
                    <a:lnTo>
                      <a:pt x="100" y="214"/>
                    </a:lnTo>
                    <a:lnTo>
                      <a:pt x="98" y="218"/>
                    </a:lnTo>
                    <a:lnTo>
                      <a:pt x="96" y="222"/>
                    </a:lnTo>
                    <a:lnTo>
                      <a:pt x="92" y="224"/>
                    </a:lnTo>
                    <a:lnTo>
                      <a:pt x="88" y="224"/>
                    </a:lnTo>
                    <a:lnTo>
                      <a:pt x="86" y="226"/>
                    </a:lnTo>
                    <a:lnTo>
                      <a:pt x="86" y="226"/>
                    </a:lnTo>
                    <a:lnTo>
                      <a:pt x="82" y="224"/>
                    </a:lnTo>
                    <a:lnTo>
                      <a:pt x="80" y="224"/>
                    </a:lnTo>
                    <a:lnTo>
                      <a:pt x="78" y="228"/>
                    </a:lnTo>
                    <a:lnTo>
                      <a:pt x="78" y="230"/>
                    </a:lnTo>
                    <a:lnTo>
                      <a:pt x="76" y="234"/>
                    </a:lnTo>
                    <a:lnTo>
                      <a:pt x="76" y="236"/>
                    </a:lnTo>
                    <a:lnTo>
                      <a:pt x="76" y="236"/>
                    </a:lnTo>
                    <a:lnTo>
                      <a:pt x="76" y="238"/>
                    </a:lnTo>
                    <a:lnTo>
                      <a:pt x="78" y="242"/>
                    </a:lnTo>
                    <a:lnTo>
                      <a:pt x="78" y="246"/>
                    </a:lnTo>
                    <a:lnTo>
                      <a:pt x="78" y="250"/>
                    </a:lnTo>
                    <a:lnTo>
                      <a:pt x="78" y="250"/>
                    </a:lnTo>
                    <a:lnTo>
                      <a:pt x="78" y="256"/>
                    </a:lnTo>
                    <a:lnTo>
                      <a:pt x="76" y="258"/>
                    </a:lnTo>
                    <a:lnTo>
                      <a:pt x="74" y="260"/>
                    </a:lnTo>
                    <a:lnTo>
                      <a:pt x="72" y="262"/>
                    </a:lnTo>
                    <a:lnTo>
                      <a:pt x="70" y="262"/>
                    </a:lnTo>
                    <a:lnTo>
                      <a:pt x="68" y="262"/>
                    </a:lnTo>
                    <a:lnTo>
                      <a:pt x="68" y="262"/>
                    </a:lnTo>
                    <a:lnTo>
                      <a:pt x="62" y="266"/>
                    </a:lnTo>
                    <a:lnTo>
                      <a:pt x="58" y="266"/>
                    </a:lnTo>
                    <a:lnTo>
                      <a:pt x="54" y="268"/>
                    </a:lnTo>
                    <a:lnTo>
                      <a:pt x="52" y="266"/>
                    </a:lnTo>
                    <a:lnTo>
                      <a:pt x="50" y="266"/>
                    </a:lnTo>
                    <a:lnTo>
                      <a:pt x="48" y="264"/>
                    </a:lnTo>
                    <a:lnTo>
                      <a:pt x="48" y="262"/>
                    </a:lnTo>
                    <a:lnTo>
                      <a:pt x="48" y="262"/>
                    </a:lnTo>
                    <a:lnTo>
                      <a:pt x="48" y="262"/>
                    </a:lnTo>
                    <a:lnTo>
                      <a:pt x="46" y="258"/>
                    </a:lnTo>
                    <a:lnTo>
                      <a:pt x="42" y="256"/>
                    </a:lnTo>
                    <a:lnTo>
                      <a:pt x="38" y="254"/>
                    </a:lnTo>
                    <a:lnTo>
                      <a:pt x="36" y="254"/>
                    </a:lnTo>
                    <a:lnTo>
                      <a:pt x="34" y="254"/>
                    </a:lnTo>
                    <a:lnTo>
                      <a:pt x="32" y="254"/>
                    </a:lnTo>
                    <a:lnTo>
                      <a:pt x="28" y="256"/>
                    </a:lnTo>
                    <a:lnTo>
                      <a:pt x="24" y="256"/>
                    </a:lnTo>
                    <a:lnTo>
                      <a:pt x="22" y="254"/>
                    </a:lnTo>
                    <a:lnTo>
                      <a:pt x="20" y="252"/>
                    </a:lnTo>
                    <a:lnTo>
                      <a:pt x="18" y="250"/>
                    </a:lnTo>
                    <a:lnTo>
                      <a:pt x="16" y="250"/>
                    </a:lnTo>
                    <a:lnTo>
                      <a:pt x="10" y="246"/>
                    </a:lnTo>
                    <a:lnTo>
                      <a:pt x="6" y="244"/>
                    </a:lnTo>
                    <a:lnTo>
                      <a:pt x="2" y="240"/>
                    </a:lnTo>
                    <a:lnTo>
                      <a:pt x="2" y="238"/>
                    </a:lnTo>
                    <a:lnTo>
                      <a:pt x="0" y="238"/>
                    </a:lnTo>
                    <a:lnTo>
                      <a:pt x="0" y="236"/>
                    </a:lnTo>
                    <a:lnTo>
                      <a:pt x="4" y="230"/>
                    </a:lnTo>
                    <a:lnTo>
                      <a:pt x="6" y="226"/>
                    </a:lnTo>
                    <a:lnTo>
                      <a:pt x="10" y="224"/>
                    </a:lnTo>
                    <a:lnTo>
                      <a:pt x="12" y="222"/>
                    </a:lnTo>
                    <a:lnTo>
                      <a:pt x="14" y="222"/>
                    </a:lnTo>
                    <a:lnTo>
                      <a:pt x="16" y="222"/>
                    </a:lnTo>
                    <a:lnTo>
                      <a:pt x="20" y="220"/>
                    </a:lnTo>
                    <a:lnTo>
                      <a:pt x="24" y="218"/>
                    </a:lnTo>
                    <a:lnTo>
                      <a:pt x="24" y="216"/>
                    </a:lnTo>
                    <a:lnTo>
                      <a:pt x="22" y="214"/>
                    </a:lnTo>
                    <a:lnTo>
                      <a:pt x="20" y="214"/>
                    </a:lnTo>
                    <a:lnTo>
                      <a:pt x="18" y="214"/>
                    </a:lnTo>
                    <a:lnTo>
                      <a:pt x="18" y="212"/>
                    </a:lnTo>
                    <a:lnTo>
                      <a:pt x="18" y="210"/>
                    </a:lnTo>
                    <a:lnTo>
                      <a:pt x="20" y="208"/>
                    </a:lnTo>
                    <a:lnTo>
                      <a:pt x="22" y="206"/>
                    </a:lnTo>
                    <a:lnTo>
                      <a:pt x="24" y="206"/>
                    </a:lnTo>
                    <a:lnTo>
                      <a:pt x="26" y="206"/>
                    </a:lnTo>
                    <a:lnTo>
                      <a:pt x="28" y="208"/>
                    </a:lnTo>
                    <a:lnTo>
                      <a:pt x="28" y="208"/>
                    </a:lnTo>
                    <a:lnTo>
                      <a:pt x="30" y="212"/>
                    </a:lnTo>
                    <a:lnTo>
                      <a:pt x="34" y="216"/>
                    </a:lnTo>
                    <a:lnTo>
                      <a:pt x="36" y="218"/>
                    </a:lnTo>
                    <a:lnTo>
                      <a:pt x="38" y="218"/>
                    </a:lnTo>
                    <a:lnTo>
                      <a:pt x="40" y="218"/>
                    </a:lnTo>
                    <a:lnTo>
                      <a:pt x="42" y="218"/>
                    </a:lnTo>
                    <a:lnTo>
                      <a:pt x="44" y="218"/>
                    </a:lnTo>
                    <a:lnTo>
                      <a:pt x="44" y="216"/>
                    </a:lnTo>
                    <a:lnTo>
                      <a:pt x="44" y="214"/>
                    </a:lnTo>
                    <a:lnTo>
                      <a:pt x="42" y="212"/>
                    </a:lnTo>
                    <a:lnTo>
                      <a:pt x="42" y="210"/>
                    </a:lnTo>
                    <a:lnTo>
                      <a:pt x="40" y="208"/>
                    </a:lnTo>
                    <a:lnTo>
                      <a:pt x="40" y="206"/>
                    </a:lnTo>
                    <a:lnTo>
                      <a:pt x="36" y="204"/>
                    </a:lnTo>
                    <a:lnTo>
                      <a:pt x="36" y="202"/>
                    </a:lnTo>
                    <a:lnTo>
                      <a:pt x="36" y="200"/>
                    </a:lnTo>
                    <a:lnTo>
                      <a:pt x="38" y="198"/>
                    </a:lnTo>
                    <a:lnTo>
                      <a:pt x="38" y="198"/>
                    </a:lnTo>
                    <a:lnTo>
                      <a:pt x="38" y="198"/>
                    </a:lnTo>
                    <a:lnTo>
                      <a:pt x="40" y="194"/>
                    </a:lnTo>
                    <a:lnTo>
                      <a:pt x="40" y="192"/>
                    </a:lnTo>
                    <a:lnTo>
                      <a:pt x="38" y="192"/>
                    </a:lnTo>
                    <a:lnTo>
                      <a:pt x="38" y="192"/>
                    </a:lnTo>
                    <a:lnTo>
                      <a:pt x="36" y="192"/>
                    </a:lnTo>
                    <a:lnTo>
                      <a:pt x="36" y="192"/>
                    </a:lnTo>
                    <a:lnTo>
                      <a:pt x="28" y="198"/>
                    </a:lnTo>
                    <a:lnTo>
                      <a:pt x="26" y="198"/>
                    </a:lnTo>
                    <a:lnTo>
                      <a:pt x="24" y="196"/>
                    </a:lnTo>
                    <a:lnTo>
                      <a:pt x="26" y="194"/>
                    </a:lnTo>
                    <a:lnTo>
                      <a:pt x="26" y="190"/>
                    </a:lnTo>
                    <a:lnTo>
                      <a:pt x="28" y="188"/>
                    </a:lnTo>
                    <a:lnTo>
                      <a:pt x="30" y="186"/>
                    </a:lnTo>
                    <a:lnTo>
                      <a:pt x="30" y="186"/>
                    </a:lnTo>
                    <a:lnTo>
                      <a:pt x="34" y="180"/>
                    </a:lnTo>
                    <a:lnTo>
                      <a:pt x="36" y="176"/>
                    </a:lnTo>
                    <a:lnTo>
                      <a:pt x="38" y="174"/>
                    </a:lnTo>
                    <a:lnTo>
                      <a:pt x="40" y="174"/>
                    </a:lnTo>
                    <a:lnTo>
                      <a:pt x="40" y="174"/>
                    </a:lnTo>
                    <a:lnTo>
                      <a:pt x="42" y="176"/>
                    </a:lnTo>
                    <a:lnTo>
                      <a:pt x="42" y="176"/>
                    </a:lnTo>
                    <a:lnTo>
                      <a:pt x="44" y="178"/>
                    </a:lnTo>
                    <a:lnTo>
                      <a:pt x="46" y="178"/>
                    </a:lnTo>
                    <a:lnTo>
                      <a:pt x="50" y="176"/>
                    </a:lnTo>
                    <a:lnTo>
                      <a:pt x="54" y="174"/>
                    </a:lnTo>
                    <a:lnTo>
                      <a:pt x="58" y="172"/>
                    </a:lnTo>
                    <a:lnTo>
                      <a:pt x="60" y="170"/>
                    </a:lnTo>
                    <a:lnTo>
                      <a:pt x="62" y="168"/>
                    </a:lnTo>
                    <a:lnTo>
                      <a:pt x="64" y="168"/>
                    </a:lnTo>
                    <a:lnTo>
                      <a:pt x="68" y="166"/>
                    </a:lnTo>
                    <a:lnTo>
                      <a:pt x="68" y="164"/>
                    </a:lnTo>
                    <a:lnTo>
                      <a:pt x="68" y="164"/>
                    </a:lnTo>
                    <a:lnTo>
                      <a:pt x="68" y="164"/>
                    </a:lnTo>
                    <a:lnTo>
                      <a:pt x="66" y="162"/>
                    </a:lnTo>
                    <a:lnTo>
                      <a:pt x="64" y="162"/>
                    </a:lnTo>
                    <a:lnTo>
                      <a:pt x="62" y="162"/>
                    </a:lnTo>
                    <a:lnTo>
                      <a:pt x="60" y="166"/>
                    </a:lnTo>
                    <a:lnTo>
                      <a:pt x="56" y="166"/>
                    </a:lnTo>
                    <a:lnTo>
                      <a:pt x="54" y="164"/>
                    </a:lnTo>
                    <a:lnTo>
                      <a:pt x="52" y="164"/>
                    </a:lnTo>
                    <a:lnTo>
                      <a:pt x="50" y="162"/>
                    </a:lnTo>
                    <a:lnTo>
                      <a:pt x="54" y="144"/>
                    </a:lnTo>
                    <a:lnTo>
                      <a:pt x="58" y="140"/>
                    </a:lnTo>
                    <a:lnTo>
                      <a:pt x="60" y="136"/>
                    </a:lnTo>
                    <a:lnTo>
                      <a:pt x="60" y="134"/>
                    </a:lnTo>
                    <a:lnTo>
                      <a:pt x="58" y="132"/>
                    </a:lnTo>
                    <a:lnTo>
                      <a:pt x="58" y="132"/>
                    </a:lnTo>
                    <a:lnTo>
                      <a:pt x="58" y="132"/>
                    </a:lnTo>
                    <a:lnTo>
                      <a:pt x="54" y="126"/>
                    </a:lnTo>
                    <a:lnTo>
                      <a:pt x="52" y="122"/>
                    </a:lnTo>
                    <a:lnTo>
                      <a:pt x="52" y="118"/>
                    </a:lnTo>
                    <a:lnTo>
                      <a:pt x="52" y="116"/>
                    </a:lnTo>
                    <a:lnTo>
                      <a:pt x="52" y="112"/>
                    </a:lnTo>
                    <a:lnTo>
                      <a:pt x="56" y="110"/>
                    </a:lnTo>
                    <a:lnTo>
                      <a:pt x="58" y="108"/>
                    </a:lnTo>
                    <a:lnTo>
                      <a:pt x="60" y="108"/>
                    </a:lnTo>
                    <a:lnTo>
                      <a:pt x="60" y="108"/>
                    </a:lnTo>
                    <a:lnTo>
                      <a:pt x="64" y="110"/>
                    </a:lnTo>
                    <a:lnTo>
                      <a:pt x="66" y="112"/>
                    </a:lnTo>
                    <a:lnTo>
                      <a:pt x="68" y="114"/>
                    </a:lnTo>
                    <a:lnTo>
                      <a:pt x="70" y="118"/>
                    </a:lnTo>
                    <a:lnTo>
                      <a:pt x="72" y="120"/>
                    </a:lnTo>
                    <a:lnTo>
                      <a:pt x="72" y="120"/>
                    </a:lnTo>
                    <a:lnTo>
                      <a:pt x="74" y="140"/>
                    </a:lnTo>
                    <a:lnTo>
                      <a:pt x="74" y="142"/>
                    </a:lnTo>
                    <a:lnTo>
                      <a:pt x="74" y="144"/>
                    </a:lnTo>
                    <a:lnTo>
                      <a:pt x="76" y="144"/>
                    </a:lnTo>
                    <a:lnTo>
                      <a:pt x="78" y="142"/>
                    </a:lnTo>
                    <a:lnTo>
                      <a:pt x="78" y="140"/>
                    </a:lnTo>
                    <a:lnTo>
                      <a:pt x="80" y="138"/>
                    </a:lnTo>
                    <a:lnTo>
                      <a:pt x="82" y="136"/>
                    </a:lnTo>
                    <a:lnTo>
                      <a:pt x="82" y="134"/>
                    </a:lnTo>
                    <a:lnTo>
                      <a:pt x="80" y="128"/>
                    </a:lnTo>
                    <a:lnTo>
                      <a:pt x="80" y="122"/>
                    </a:lnTo>
                    <a:lnTo>
                      <a:pt x="80" y="118"/>
                    </a:lnTo>
                    <a:lnTo>
                      <a:pt x="80" y="116"/>
                    </a:lnTo>
                    <a:lnTo>
                      <a:pt x="82" y="114"/>
                    </a:lnTo>
                    <a:lnTo>
                      <a:pt x="84" y="110"/>
                    </a:lnTo>
                    <a:lnTo>
                      <a:pt x="84" y="108"/>
                    </a:lnTo>
                    <a:lnTo>
                      <a:pt x="84" y="106"/>
                    </a:lnTo>
                    <a:lnTo>
                      <a:pt x="86" y="102"/>
                    </a:lnTo>
                    <a:lnTo>
                      <a:pt x="86" y="98"/>
                    </a:lnTo>
                    <a:lnTo>
                      <a:pt x="86" y="96"/>
                    </a:lnTo>
                    <a:lnTo>
                      <a:pt x="104" y="94"/>
                    </a:lnTo>
                    <a:lnTo>
                      <a:pt x="108" y="96"/>
                    </a:lnTo>
                    <a:lnTo>
                      <a:pt x="112" y="96"/>
                    </a:lnTo>
                    <a:lnTo>
                      <a:pt x="116" y="96"/>
                    </a:lnTo>
                    <a:lnTo>
                      <a:pt x="118" y="94"/>
                    </a:lnTo>
                    <a:lnTo>
                      <a:pt x="118" y="94"/>
                    </a:lnTo>
                    <a:lnTo>
                      <a:pt x="120" y="90"/>
                    </a:lnTo>
                    <a:lnTo>
                      <a:pt x="122" y="88"/>
                    </a:lnTo>
                    <a:lnTo>
                      <a:pt x="126" y="86"/>
                    </a:lnTo>
                    <a:lnTo>
                      <a:pt x="128" y="86"/>
                    </a:lnTo>
                    <a:lnTo>
                      <a:pt x="130" y="86"/>
                    </a:lnTo>
                    <a:lnTo>
                      <a:pt x="128" y="84"/>
                    </a:lnTo>
                    <a:lnTo>
                      <a:pt x="128" y="84"/>
                    </a:lnTo>
                    <a:lnTo>
                      <a:pt x="130" y="82"/>
                    </a:lnTo>
                    <a:lnTo>
                      <a:pt x="132" y="80"/>
                    </a:lnTo>
                    <a:lnTo>
                      <a:pt x="134" y="80"/>
                    </a:lnTo>
                    <a:lnTo>
                      <a:pt x="134" y="78"/>
                    </a:lnTo>
                    <a:lnTo>
                      <a:pt x="130" y="76"/>
                    </a:lnTo>
                    <a:lnTo>
                      <a:pt x="96" y="80"/>
                    </a:lnTo>
                    <a:lnTo>
                      <a:pt x="92" y="76"/>
                    </a:lnTo>
                    <a:lnTo>
                      <a:pt x="90" y="76"/>
                    </a:lnTo>
                    <a:lnTo>
                      <a:pt x="86" y="74"/>
                    </a:lnTo>
                    <a:lnTo>
                      <a:pt x="82" y="74"/>
                    </a:lnTo>
                    <a:lnTo>
                      <a:pt x="82" y="74"/>
                    </a:lnTo>
                    <a:lnTo>
                      <a:pt x="78" y="74"/>
                    </a:lnTo>
                    <a:lnTo>
                      <a:pt x="74" y="74"/>
                    </a:lnTo>
                    <a:lnTo>
                      <a:pt x="70" y="74"/>
                    </a:lnTo>
                    <a:lnTo>
                      <a:pt x="68" y="72"/>
                    </a:lnTo>
                    <a:lnTo>
                      <a:pt x="68" y="72"/>
                    </a:lnTo>
                    <a:lnTo>
                      <a:pt x="66" y="70"/>
                    </a:lnTo>
                    <a:lnTo>
                      <a:pt x="64" y="70"/>
                    </a:lnTo>
                    <a:lnTo>
                      <a:pt x="62" y="70"/>
                    </a:lnTo>
                    <a:lnTo>
                      <a:pt x="62" y="70"/>
                    </a:lnTo>
                    <a:lnTo>
                      <a:pt x="62" y="72"/>
                    </a:lnTo>
                    <a:lnTo>
                      <a:pt x="58" y="74"/>
                    </a:lnTo>
                    <a:lnTo>
                      <a:pt x="56" y="74"/>
                    </a:lnTo>
                    <a:lnTo>
                      <a:pt x="54" y="74"/>
                    </a:lnTo>
                    <a:lnTo>
                      <a:pt x="54" y="72"/>
                    </a:lnTo>
                    <a:lnTo>
                      <a:pt x="54" y="72"/>
                    </a:lnTo>
                    <a:lnTo>
                      <a:pt x="44" y="64"/>
                    </a:lnTo>
                    <a:lnTo>
                      <a:pt x="42" y="60"/>
                    </a:lnTo>
                    <a:lnTo>
                      <a:pt x="42" y="56"/>
                    </a:lnTo>
                    <a:lnTo>
                      <a:pt x="44" y="54"/>
                    </a:lnTo>
                    <a:lnTo>
                      <a:pt x="44" y="54"/>
                    </a:lnTo>
                    <a:lnTo>
                      <a:pt x="46" y="50"/>
                    </a:lnTo>
                    <a:lnTo>
                      <a:pt x="44" y="46"/>
                    </a:lnTo>
                    <a:lnTo>
                      <a:pt x="44" y="44"/>
                    </a:lnTo>
                    <a:lnTo>
                      <a:pt x="42" y="44"/>
                    </a:lnTo>
                    <a:lnTo>
                      <a:pt x="44" y="42"/>
                    </a:lnTo>
                    <a:lnTo>
                      <a:pt x="44" y="40"/>
                    </a:lnTo>
                    <a:lnTo>
                      <a:pt x="48" y="38"/>
                    </a:lnTo>
                    <a:lnTo>
                      <a:pt x="50" y="36"/>
                    </a:lnTo>
                    <a:lnTo>
                      <a:pt x="52" y="36"/>
                    </a:lnTo>
                    <a:lnTo>
                      <a:pt x="56" y="36"/>
                    </a:lnTo>
                    <a:lnTo>
                      <a:pt x="60" y="38"/>
                    </a:lnTo>
                    <a:lnTo>
                      <a:pt x="64" y="42"/>
                    </a:lnTo>
                    <a:lnTo>
                      <a:pt x="66" y="42"/>
                    </a:lnTo>
                    <a:lnTo>
                      <a:pt x="68" y="44"/>
                    </a:lnTo>
                    <a:lnTo>
                      <a:pt x="70" y="34"/>
                    </a:lnTo>
                    <a:lnTo>
                      <a:pt x="70" y="34"/>
                    </a:lnTo>
                    <a:lnTo>
                      <a:pt x="70" y="32"/>
                    </a:lnTo>
                    <a:lnTo>
                      <a:pt x="72" y="30"/>
                    </a:lnTo>
                    <a:lnTo>
                      <a:pt x="74" y="28"/>
                    </a:lnTo>
                    <a:lnTo>
                      <a:pt x="78" y="26"/>
                    </a:lnTo>
                    <a:lnTo>
                      <a:pt x="82" y="26"/>
                    </a:lnTo>
                    <a:lnTo>
                      <a:pt x="86" y="26"/>
                    </a:lnTo>
                    <a:lnTo>
                      <a:pt x="90" y="24"/>
                    </a:lnTo>
                    <a:lnTo>
                      <a:pt x="92" y="22"/>
                    </a:lnTo>
                    <a:lnTo>
                      <a:pt x="92" y="22"/>
                    </a:lnTo>
                    <a:lnTo>
                      <a:pt x="96" y="26"/>
                    </a:lnTo>
                    <a:lnTo>
                      <a:pt x="100" y="18"/>
                    </a:lnTo>
                    <a:lnTo>
                      <a:pt x="100" y="16"/>
                    </a:lnTo>
                    <a:lnTo>
                      <a:pt x="102" y="14"/>
                    </a:lnTo>
                    <a:lnTo>
                      <a:pt x="106" y="12"/>
                    </a:lnTo>
                    <a:lnTo>
                      <a:pt x="110" y="8"/>
                    </a:lnTo>
                    <a:lnTo>
                      <a:pt x="118" y="6"/>
                    </a:lnTo>
                    <a:lnTo>
                      <a:pt x="120" y="14"/>
                    </a:lnTo>
                    <a:lnTo>
                      <a:pt x="122" y="4"/>
                    </a:lnTo>
                    <a:lnTo>
                      <a:pt x="122" y="2"/>
                    </a:lnTo>
                    <a:lnTo>
                      <a:pt x="126" y="2"/>
                    </a:lnTo>
                    <a:lnTo>
                      <a:pt x="130" y="0"/>
                    </a:lnTo>
                    <a:lnTo>
                      <a:pt x="134" y="0"/>
                    </a:lnTo>
                    <a:lnTo>
                      <a:pt x="138" y="0"/>
                    </a:lnTo>
                    <a:lnTo>
                      <a:pt x="148" y="2"/>
                    </a:lnTo>
                    <a:lnTo>
                      <a:pt x="160" y="2"/>
                    </a:lnTo>
                    <a:lnTo>
                      <a:pt x="170" y="4"/>
                    </a:lnTo>
                    <a:lnTo>
                      <a:pt x="174" y="4"/>
                    </a:lnTo>
                    <a:lnTo>
                      <a:pt x="174" y="14"/>
                    </a:lnTo>
                    <a:lnTo>
                      <a:pt x="180" y="8"/>
                    </a:lnTo>
                    <a:lnTo>
                      <a:pt x="180" y="8"/>
                    </a:lnTo>
                    <a:lnTo>
                      <a:pt x="184" y="6"/>
                    </a:lnTo>
                    <a:lnTo>
                      <a:pt x="188" y="6"/>
                    </a:lnTo>
                    <a:lnTo>
                      <a:pt x="192" y="8"/>
                    </a:lnTo>
                    <a:lnTo>
                      <a:pt x="196" y="8"/>
                    </a:lnTo>
                    <a:lnTo>
                      <a:pt x="200" y="12"/>
                    </a:lnTo>
                    <a:lnTo>
                      <a:pt x="202" y="16"/>
                    </a:lnTo>
                    <a:lnTo>
                      <a:pt x="206" y="20"/>
                    </a:lnTo>
                    <a:lnTo>
                      <a:pt x="210" y="22"/>
                    </a:lnTo>
                    <a:lnTo>
                      <a:pt x="212" y="26"/>
                    </a:lnTo>
                    <a:lnTo>
                      <a:pt x="212" y="26"/>
                    </a:lnTo>
                    <a:lnTo>
                      <a:pt x="208" y="30"/>
                    </a:lnTo>
                    <a:lnTo>
                      <a:pt x="208" y="30"/>
                    </a:lnTo>
                    <a:lnTo>
                      <a:pt x="210" y="30"/>
                    </a:lnTo>
                    <a:lnTo>
                      <a:pt x="210" y="28"/>
                    </a:lnTo>
                    <a:lnTo>
                      <a:pt x="214" y="28"/>
                    </a:lnTo>
                    <a:lnTo>
                      <a:pt x="216" y="30"/>
                    </a:lnTo>
                    <a:lnTo>
                      <a:pt x="220" y="36"/>
                    </a:lnTo>
                    <a:lnTo>
                      <a:pt x="222" y="40"/>
                    </a:lnTo>
                    <a:lnTo>
                      <a:pt x="220" y="46"/>
                    </a:lnTo>
                    <a:lnTo>
                      <a:pt x="218" y="52"/>
                    </a:lnTo>
                    <a:lnTo>
                      <a:pt x="216" y="56"/>
                    </a:lnTo>
                    <a:lnTo>
                      <a:pt x="218" y="60"/>
                    </a:lnTo>
                    <a:lnTo>
                      <a:pt x="218" y="64"/>
                    </a:lnTo>
                    <a:lnTo>
                      <a:pt x="220" y="66"/>
                    </a:lnTo>
                    <a:lnTo>
                      <a:pt x="222" y="68"/>
                    </a:lnTo>
                    <a:lnTo>
                      <a:pt x="222" y="68"/>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1" name="Google Shape;641;p8"/>
              <p:cNvSpPr/>
              <p:nvPr/>
            </p:nvSpPr>
            <p:spPr>
              <a:xfrm>
                <a:off x="4771" y="3308"/>
                <a:ext cx="78" cy="90"/>
              </a:xfrm>
              <a:custGeom>
                <a:avLst/>
                <a:gdLst/>
                <a:ahLst/>
                <a:cxnLst/>
                <a:rect l="l" t="t" r="r" b="b"/>
                <a:pathLst>
                  <a:path w="78" h="90" extrusionOk="0">
                    <a:moveTo>
                      <a:pt x="78" y="50"/>
                    </a:moveTo>
                    <a:lnTo>
                      <a:pt x="60" y="32"/>
                    </a:lnTo>
                    <a:lnTo>
                      <a:pt x="60" y="30"/>
                    </a:lnTo>
                    <a:lnTo>
                      <a:pt x="58" y="28"/>
                    </a:lnTo>
                    <a:lnTo>
                      <a:pt x="56" y="26"/>
                    </a:lnTo>
                    <a:lnTo>
                      <a:pt x="52" y="24"/>
                    </a:lnTo>
                    <a:lnTo>
                      <a:pt x="44" y="20"/>
                    </a:lnTo>
                    <a:lnTo>
                      <a:pt x="36" y="18"/>
                    </a:lnTo>
                    <a:lnTo>
                      <a:pt x="32" y="14"/>
                    </a:lnTo>
                    <a:lnTo>
                      <a:pt x="30" y="12"/>
                    </a:lnTo>
                    <a:lnTo>
                      <a:pt x="28" y="10"/>
                    </a:lnTo>
                    <a:lnTo>
                      <a:pt x="28" y="10"/>
                    </a:lnTo>
                    <a:lnTo>
                      <a:pt x="28" y="8"/>
                    </a:lnTo>
                    <a:lnTo>
                      <a:pt x="26" y="6"/>
                    </a:lnTo>
                    <a:lnTo>
                      <a:pt x="24" y="4"/>
                    </a:lnTo>
                    <a:lnTo>
                      <a:pt x="20" y="2"/>
                    </a:lnTo>
                    <a:lnTo>
                      <a:pt x="16" y="0"/>
                    </a:lnTo>
                    <a:lnTo>
                      <a:pt x="12" y="2"/>
                    </a:lnTo>
                    <a:lnTo>
                      <a:pt x="12" y="2"/>
                    </a:lnTo>
                    <a:lnTo>
                      <a:pt x="10" y="6"/>
                    </a:lnTo>
                    <a:lnTo>
                      <a:pt x="8" y="10"/>
                    </a:lnTo>
                    <a:lnTo>
                      <a:pt x="4" y="14"/>
                    </a:lnTo>
                    <a:lnTo>
                      <a:pt x="2" y="20"/>
                    </a:lnTo>
                    <a:lnTo>
                      <a:pt x="0" y="32"/>
                    </a:lnTo>
                    <a:lnTo>
                      <a:pt x="0" y="44"/>
                    </a:lnTo>
                    <a:lnTo>
                      <a:pt x="2" y="52"/>
                    </a:lnTo>
                    <a:lnTo>
                      <a:pt x="2" y="54"/>
                    </a:lnTo>
                    <a:lnTo>
                      <a:pt x="2" y="56"/>
                    </a:lnTo>
                    <a:lnTo>
                      <a:pt x="2" y="58"/>
                    </a:lnTo>
                    <a:lnTo>
                      <a:pt x="2" y="62"/>
                    </a:lnTo>
                    <a:lnTo>
                      <a:pt x="2" y="66"/>
                    </a:lnTo>
                    <a:lnTo>
                      <a:pt x="2" y="72"/>
                    </a:lnTo>
                    <a:lnTo>
                      <a:pt x="4" y="78"/>
                    </a:lnTo>
                    <a:lnTo>
                      <a:pt x="6" y="82"/>
                    </a:lnTo>
                    <a:lnTo>
                      <a:pt x="10" y="86"/>
                    </a:lnTo>
                    <a:lnTo>
                      <a:pt x="12" y="88"/>
                    </a:lnTo>
                    <a:lnTo>
                      <a:pt x="14" y="90"/>
                    </a:lnTo>
                    <a:lnTo>
                      <a:pt x="16" y="90"/>
                    </a:lnTo>
                    <a:lnTo>
                      <a:pt x="20" y="90"/>
                    </a:lnTo>
                    <a:lnTo>
                      <a:pt x="30" y="90"/>
                    </a:lnTo>
                    <a:lnTo>
                      <a:pt x="42" y="90"/>
                    </a:lnTo>
                    <a:lnTo>
                      <a:pt x="50" y="88"/>
                    </a:lnTo>
                    <a:lnTo>
                      <a:pt x="52" y="86"/>
                    </a:lnTo>
                    <a:lnTo>
                      <a:pt x="56" y="84"/>
                    </a:lnTo>
                    <a:lnTo>
                      <a:pt x="60" y="82"/>
                    </a:lnTo>
                    <a:lnTo>
                      <a:pt x="64" y="80"/>
                    </a:lnTo>
                    <a:lnTo>
                      <a:pt x="68" y="78"/>
                    </a:lnTo>
                    <a:lnTo>
                      <a:pt x="70" y="76"/>
                    </a:lnTo>
                    <a:lnTo>
                      <a:pt x="70" y="76"/>
                    </a:lnTo>
                    <a:lnTo>
                      <a:pt x="78" y="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2" name="Google Shape;642;p8"/>
              <p:cNvSpPr/>
              <p:nvPr/>
            </p:nvSpPr>
            <p:spPr>
              <a:xfrm>
                <a:off x="3707" y="1508"/>
                <a:ext cx="1094" cy="746"/>
              </a:xfrm>
              <a:custGeom>
                <a:avLst/>
                <a:gdLst/>
                <a:ahLst/>
                <a:cxnLst/>
                <a:rect l="l" t="t" r="r" b="b"/>
                <a:pathLst>
                  <a:path w="1094" h="746" extrusionOk="0">
                    <a:moveTo>
                      <a:pt x="850" y="702"/>
                    </a:moveTo>
                    <a:lnTo>
                      <a:pt x="864" y="690"/>
                    </a:lnTo>
                    <a:lnTo>
                      <a:pt x="880" y="682"/>
                    </a:lnTo>
                    <a:lnTo>
                      <a:pt x="894" y="680"/>
                    </a:lnTo>
                    <a:lnTo>
                      <a:pt x="906" y="678"/>
                    </a:lnTo>
                    <a:lnTo>
                      <a:pt x="910" y="678"/>
                    </a:lnTo>
                    <a:lnTo>
                      <a:pt x="916" y="668"/>
                    </a:lnTo>
                    <a:lnTo>
                      <a:pt x="920" y="662"/>
                    </a:lnTo>
                    <a:lnTo>
                      <a:pt x="924" y="658"/>
                    </a:lnTo>
                    <a:lnTo>
                      <a:pt x="928" y="656"/>
                    </a:lnTo>
                    <a:lnTo>
                      <a:pt x="932" y="654"/>
                    </a:lnTo>
                    <a:lnTo>
                      <a:pt x="934" y="654"/>
                    </a:lnTo>
                    <a:lnTo>
                      <a:pt x="936" y="656"/>
                    </a:lnTo>
                    <a:lnTo>
                      <a:pt x="936" y="656"/>
                    </a:lnTo>
                    <a:lnTo>
                      <a:pt x="938" y="656"/>
                    </a:lnTo>
                    <a:lnTo>
                      <a:pt x="944" y="658"/>
                    </a:lnTo>
                    <a:lnTo>
                      <a:pt x="946" y="666"/>
                    </a:lnTo>
                    <a:lnTo>
                      <a:pt x="944" y="674"/>
                    </a:lnTo>
                    <a:lnTo>
                      <a:pt x="940" y="682"/>
                    </a:lnTo>
                    <a:lnTo>
                      <a:pt x="938" y="688"/>
                    </a:lnTo>
                    <a:lnTo>
                      <a:pt x="936" y="690"/>
                    </a:lnTo>
                    <a:lnTo>
                      <a:pt x="946" y="698"/>
                    </a:lnTo>
                    <a:lnTo>
                      <a:pt x="956" y="700"/>
                    </a:lnTo>
                    <a:lnTo>
                      <a:pt x="964" y="696"/>
                    </a:lnTo>
                    <a:lnTo>
                      <a:pt x="970" y="692"/>
                    </a:lnTo>
                    <a:lnTo>
                      <a:pt x="972" y="690"/>
                    </a:lnTo>
                    <a:lnTo>
                      <a:pt x="978" y="690"/>
                    </a:lnTo>
                    <a:lnTo>
                      <a:pt x="980" y="690"/>
                    </a:lnTo>
                    <a:lnTo>
                      <a:pt x="982" y="692"/>
                    </a:lnTo>
                    <a:lnTo>
                      <a:pt x="982" y="694"/>
                    </a:lnTo>
                    <a:lnTo>
                      <a:pt x="980" y="696"/>
                    </a:lnTo>
                    <a:lnTo>
                      <a:pt x="978" y="698"/>
                    </a:lnTo>
                    <a:lnTo>
                      <a:pt x="976" y="700"/>
                    </a:lnTo>
                    <a:lnTo>
                      <a:pt x="974" y="702"/>
                    </a:lnTo>
                    <a:lnTo>
                      <a:pt x="972" y="702"/>
                    </a:lnTo>
                    <a:lnTo>
                      <a:pt x="972" y="702"/>
                    </a:lnTo>
                    <a:lnTo>
                      <a:pt x="966" y="706"/>
                    </a:lnTo>
                    <a:lnTo>
                      <a:pt x="962" y="708"/>
                    </a:lnTo>
                    <a:lnTo>
                      <a:pt x="960" y="712"/>
                    </a:lnTo>
                    <a:lnTo>
                      <a:pt x="960" y="714"/>
                    </a:lnTo>
                    <a:lnTo>
                      <a:pt x="960" y="718"/>
                    </a:lnTo>
                    <a:lnTo>
                      <a:pt x="960" y="720"/>
                    </a:lnTo>
                    <a:lnTo>
                      <a:pt x="962" y="722"/>
                    </a:lnTo>
                    <a:lnTo>
                      <a:pt x="962" y="722"/>
                    </a:lnTo>
                    <a:lnTo>
                      <a:pt x="968" y="722"/>
                    </a:lnTo>
                    <a:lnTo>
                      <a:pt x="980" y="718"/>
                    </a:lnTo>
                    <a:lnTo>
                      <a:pt x="992" y="714"/>
                    </a:lnTo>
                    <a:lnTo>
                      <a:pt x="1002" y="710"/>
                    </a:lnTo>
                    <a:lnTo>
                      <a:pt x="1006" y="708"/>
                    </a:lnTo>
                    <a:lnTo>
                      <a:pt x="1010" y="706"/>
                    </a:lnTo>
                    <a:lnTo>
                      <a:pt x="1012" y="704"/>
                    </a:lnTo>
                    <a:lnTo>
                      <a:pt x="1012" y="702"/>
                    </a:lnTo>
                    <a:lnTo>
                      <a:pt x="1010" y="700"/>
                    </a:lnTo>
                    <a:lnTo>
                      <a:pt x="1008" y="698"/>
                    </a:lnTo>
                    <a:lnTo>
                      <a:pt x="1006" y="696"/>
                    </a:lnTo>
                    <a:lnTo>
                      <a:pt x="1006" y="696"/>
                    </a:lnTo>
                    <a:lnTo>
                      <a:pt x="1004" y="696"/>
                    </a:lnTo>
                    <a:lnTo>
                      <a:pt x="1000" y="694"/>
                    </a:lnTo>
                    <a:lnTo>
                      <a:pt x="996" y="690"/>
                    </a:lnTo>
                    <a:lnTo>
                      <a:pt x="990" y="686"/>
                    </a:lnTo>
                    <a:lnTo>
                      <a:pt x="986" y="682"/>
                    </a:lnTo>
                    <a:lnTo>
                      <a:pt x="982" y="678"/>
                    </a:lnTo>
                    <a:lnTo>
                      <a:pt x="980" y="674"/>
                    </a:lnTo>
                    <a:lnTo>
                      <a:pt x="978" y="672"/>
                    </a:lnTo>
                    <a:lnTo>
                      <a:pt x="976" y="670"/>
                    </a:lnTo>
                    <a:lnTo>
                      <a:pt x="972" y="666"/>
                    </a:lnTo>
                    <a:lnTo>
                      <a:pt x="970" y="662"/>
                    </a:lnTo>
                    <a:lnTo>
                      <a:pt x="972" y="658"/>
                    </a:lnTo>
                    <a:lnTo>
                      <a:pt x="972" y="656"/>
                    </a:lnTo>
                    <a:lnTo>
                      <a:pt x="974" y="654"/>
                    </a:lnTo>
                    <a:lnTo>
                      <a:pt x="974" y="652"/>
                    </a:lnTo>
                    <a:lnTo>
                      <a:pt x="974" y="648"/>
                    </a:lnTo>
                    <a:lnTo>
                      <a:pt x="972" y="646"/>
                    </a:lnTo>
                    <a:lnTo>
                      <a:pt x="970" y="646"/>
                    </a:lnTo>
                    <a:lnTo>
                      <a:pt x="968" y="644"/>
                    </a:lnTo>
                    <a:lnTo>
                      <a:pt x="966" y="646"/>
                    </a:lnTo>
                    <a:lnTo>
                      <a:pt x="964" y="646"/>
                    </a:lnTo>
                    <a:lnTo>
                      <a:pt x="964" y="646"/>
                    </a:lnTo>
                    <a:lnTo>
                      <a:pt x="964" y="640"/>
                    </a:lnTo>
                    <a:lnTo>
                      <a:pt x="970" y="640"/>
                    </a:lnTo>
                    <a:lnTo>
                      <a:pt x="974" y="638"/>
                    </a:lnTo>
                    <a:lnTo>
                      <a:pt x="978" y="636"/>
                    </a:lnTo>
                    <a:lnTo>
                      <a:pt x="980" y="632"/>
                    </a:lnTo>
                    <a:lnTo>
                      <a:pt x="982" y="630"/>
                    </a:lnTo>
                    <a:lnTo>
                      <a:pt x="982" y="628"/>
                    </a:lnTo>
                    <a:lnTo>
                      <a:pt x="980" y="624"/>
                    </a:lnTo>
                    <a:lnTo>
                      <a:pt x="978" y="622"/>
                    </a:lnTo>
                    <a:lnTo>
                      <a:pt x="976" y="620"/>
                    </a:lnTo>
                    <a:lnTo>
                      <a:pt x="972" y="620"/>
                    </a:lnTo>
                    <a:lnTo>
                      <a:pt x="968" y="620"/>
                    </a:lnTo>
                    <a:lnTo>
                      <a:pt x="966" y="622"/>
                    </a:lnTo>
                    <a:lnTo>
                      <a:pt x="964" y="622"/>
                    </a:lnTo>
                    <a:lnTo>
                      <a:pt x="964" y="622"/>
                    </a:lnTo>
                    <a:lnTo>
                      <a:pt x="948" y="628"/>
                    </a:lnTo>
                    <a:lnTo>
                      <a:pt x="936" y="634"/>
                    </a:lnTo>
                    <a:lnTo>
                      <a:pt x="930" y="638"/>
                    </a:lnTo>
                    <a:lnTo>
                      <a:pt x="928" y="640"/>
                    </a:lnTo>
                    <a:lnTo>
                      <a:pt x="918" y="650"/>
                    </a:lnTo>
                    <a:lnTo>
                      <a:pt x="908" y="660"/>
                    </a:lnTo>
                    <a:lnTo>
                      <a:pt x="898" y="666"/>
                    </a:lnTo>
                    <a:lnTo>
                      <a:pt x="892" y="668"/>
                    </a:lnTo>
                    <a:lnTo>
                      <a:pt x="902" y="656"/>
                    </a:lnTo>
                    <a:lnTo>
                      <a:pt x="912" y="644"/>
                    </a:lnTo>
                    <a:lnTo>
                      <a:pt x="922" y="632"/>
                    </a:lnTo>
                    <a:lnTo>
                      <a:pt x="928" y="622"/>
                    </a:lnTo>
                    <a:lnTo>
                      <a:pt x="930" y="620"/>
                    </a:lnTo>
                    <a:lnTo>
                      <a:pt x="952" y="606"/>
                    </a:lnTo>
                    <a:lnTo>
                      <a:pt x="968" y="598"/>
                    </a:lnTo>
                    <a:lnTo>
                      <a:pt x="974" y="598"/>
                    </a:lnTo>
                    <a:lnTo>
                      <a:pt x="990" y="600"/>
                    </a:lnTo>
                    <a:lnTo>
                      <a:pt x="1006" y="600"/>
                    </a:lnTo>
                    <a:lnTo>
                      <a:pt x="1022" y="600"/>
                    </a:lnTo>
                    <a:lnTo>
                      <a:pt x="1034" y="598"/>
                    </a:lnTo>
                    <a:lnTo>
                      <a:pt x="1038" y="598"/>
                    </a:lnTo>
                    <a:lnTo>
                      <a:pt x="1046" y="596"/>
                    </a:lnTo>
                    <a:lnTo>
                      <a:pt x="1052" y="594"/>
                    </a:lnTo>
                    <a:lnTo>
                      <a:pt x="1056" y="590"/>
                    </a:lnTo>
                    <a:lnTo>
                      <a:pt x="1058" y="588"/>
                    </a:lnTo>
                    <a:lnTo>
                      <a:pt x="1060" y="584"/>
                    </a:lnTo>
                    <a:lnTo>
                      <a:pt x="1060" y="582"/>
                    </a:lnTo>
                    <a:lnTo>
                      <a:pt x="1060" y="580"/>
                    </a:lnTo>
                    <a:lnTo>
                      <a:pt x="1060" y="580"/>
                    </a:lnTo>
                    <a:lnTo>
                      <a:pt x="1064" y="574"/>
                    </a:lnTo>
                    <a:lnTo>
                      <a:pt x="1068" y="570"/>
                    </a:lnTo>
                    <a:lnTo>
                      <a:pt x="1072" y="568"/>
                    </a:lnTo>
                    <a:lnTo>
                      <a:pt x="1076" y="566"/>
                    </a:lnTo>
                    <a:lnTo>
                      <a:pt x="1080" y="566"/>
                    </a:lnTo>
                    <a:lnTo>
                      <a:pt x="1082" y="568"/>
                    </a:lnTo>
                    <a:lnTo>
                      <a:pt x="1082" y="568"/>
                    </a:lnTo>
                    <a:lnTo>
                      <a:pt x="1090" y="562"/>
                    </a:lnTo>
                    <a:lnTo>
                      <a:pt x="1094" y="552"/>
                    </a:lnTo>
                    <a:lnTo>
                      <a:pt x="1094" y="540"/>
                    </a:lnTo>
                    <a:lnTo>
                      <a:pt x="1092" y="530"/>
                    </a:lnTo>
                    <a:lnTo>
                      <a:pt x="1088" y="524"/>
                    </a:lnTo>
                    <a:lnTo>
                      <a:pt x="1084" y="520"/>
                    </a:lnTo>
                    <a:lnTo>
                      <a:pt x="1082" y="518"/>
                    </a:lnTo>
                    <a:lnTo>
                      <a:pt x="1078" y="518"/>
                    </a:lnTo>
                    <a:lnTo>
                      <a:pt x="1078" y="518"/>
                    </a:lnTo>
                    <a:lnTo>
                      <a:pt x="1076" y="510"/>
                    </a:lnTo>
                    <a:lnTo>
                      <a:pt x="1074" y="504"/>
                    </a:lnTo>
                    <a:lnTo>
                      <a:pt x="1072" y="502"/>
                    </a:lnTo>
                    <a:lnTo>
                      <a:pt x="1072" y="500"/>
                    </a:lnTo>
                    <a:lnTo>
                      <a:pt x="1072" y="500"/>
                    </a:lnTo>
                    <a:lnTo>
                      <a:pt x="1070" y="500"/>
                    </a:lnTo>
                    <a:lnTo>
                      <a:pt x="1052" y="500"/>
                    </a:lnTo>
                    <a:lnTo>
                      <a:pt x="1048" y="502"/>
                    </a:lnTo>
                    <a:lnTo>
                      <a:pt x="1046" y="504"/>
                    </a:lnTo>
                    <a:lnTo>
                      <a:pt x="1044" y="502"/>
                    </a:lnTo>
                    <a:lnTo>
                      <a:pt x="1042" y="502"/>
                    </a:lnTo>
                    <a:lnTo>
                      <a:pt x="1040" y="500"/>
                    </a:lnTo>
                    <a:lnTo>
                      <a:pt x="1040" y="500"/>
                    </a:lnTo>
                    <a:lnTo>
                      <a:pt x="1034" y="484"/>
                    </a:lnTo>
                    <a:lnTo>
                      <a:pt x="1030" y="468"/>
                    </a:lnTo>
                    <a:lnTo>
                      <a:pt x="1026" y="456"/>
                    </a:lnTo>
                    <a:lnTo>
                      <a:pt x="1024" y="452"/>
                    </a:lnTo>
                    <a:lnTo>
                      <a:pt x="1024" y="452"/>
                    </a:lnTo>
                    <a:lnTo>
                      <a:pt x="1024" y="454"/>
                    </a:lnTo>
                    <a:lnTo>
                      <a:pt x="1024" y="458"/>
                    </a:lnTo>
                    <a:lnTo>
                      <a:pt x="1024" y="460"/>
                    </a:lnTo>
                    <a:lnTo>
                      <a:pt x="1024" y="460"/>
                    </a:lnTo>
                    <a:lnTo>
                      <a:pt x="1024" y="460"/>
                    </a:lnTo>
                    <a:lnTo>
                      <a:pt x="1024" y="456"/>
                    </a:lnTo>
                    <a:lnTo>
                      <a:pt x="1022" y="448"/>
                    </a:lnTo>
                    <a:lnTo>
                      <a:pt x="1016" y="436"/>
                    </a:lnTo>
                    <a:lnTo>
                      <a:pt x="1010" y="422"/>
                    </a:lnTo>
                    <a:lnTo>
                      <a:pt x="1002" y="408"/>
                    </a:lnTo>
                    <a:lnTo>
                      <a:pt x="996" y="398"/>
                    </a:lnTo>
                    <a:lnTo>
                      <a:pt x="994" y="394"/>
                    </a:lnTo>
                    <a:lnTo>
                      <a:pt x="992" y="384"/>
                    </a:lnTo>
                    <a:lnTo>
                      <a:pt x="988" y="378"/>
                    </a:lnTo>
                    <a:lnTo>
                      <a:pt x="986" y="374"/>
                    </a:lnTo>
                    <a:lnTo>
                      <a:pt x="982" y="372"/>
                    </a:lnTo>
                    <a:lnTo>
                      <a:pt x="980" y="370"/>
                    </a:lnTo>
                    <a:lnTo>
                      <a:pt x="976" y="370"/>
                    </a:lnTo>
                    <a:lnTo>
                      <a:pt x="974" y="370"/>
                    </a:lnTo>
                    <a:lnTo>
                      <a:pt x="974" y="372"/>
                    </a:lnTo>
                    <a:lnTo>
                      <a:pt x="972" y="372"/>
                    </a:lnTo>
                    <a:lnTo>
                      <a:pt x="974" y="386"/>
                    </a:lnTo>
                    <a:lnTo>
                      <a:pt x="970" y="394"/>
                    </a:lnTo>
                    <a:lnTo>
                      <a:pt x="964" y="400"/>
                    </a:lnTo>
                    <a:lnTo>
                      <a:pt x="958" y="404"/>
                    </a:lnTo>
                    <a:lnTo>
                      <a:pt x="954" y="404"/>
                    </a:lnTo>
                    <a:lnTo>
                      <a:pt x="942" y="408"/>
                    </a:lnTo>
                    <a:lnTo>
                      <a:pt x="932" y="408"/>
                    </a:lnTo>
                    <a:lnTo>
                      <a:pt x="926" y="404"/>
                    </a:lnTo>
                    <a:lnTo>
                      <a:pt x="924" y="400"/>
                    </a:lnTo>
                    <a:lnTo>
                      <a:pt x="922" y="398"/>
                    </a:lnTo>
                    <a:lnTo>
                      <a:pt x="918" y="388"/>
                    </a:lnTo>
                    <a:lnTo>
                      <a:pt x="918" y="378"/>
                    </a:lnTo>
                    <a:lnTo>
                      <a:pt x="920" y="370"/>
                    </a:lnTo>
                    <a:lnTo>
                      <a:pt x="922" y="366"/>
                    </a:lnTo>
                    <a:lnTo>
                      <a:pt x="916" y="354"/>
                    </a:lnTo>
                    <a:lnTo>
                      <a:pt x="918" y="350"/>
                    </a:lnTo>
                    <a:lnTo>
                      <a:pt x="918" y="348"/>
                    </a:lnTo>
                    <a:lnTo>
                      <a:pt x="918" y="344"/>
                    </a:lnTo>
                    <a:lnTo>
                      <a:pt x="916" y="342"/>
                    </a:lnTo>
                    <a:lnTo>
                      <a:pt x="916" y="342"/>
                    </a:lnTo>
                    <a:lnTo>
                      <a:pt x="912" y="340"/>
                    </a:lnTo>
                    <a:lnTo>
                      <a:pt x="908" y="338"/>
                    </a:lnTo>
                    <a:lnTo>
                      <a:pt x="904" y="334"/>
                    </a:lnTo>
                    <a:lnTo>
                      <a:pt x="900" y="332"/>
                    </a:lnTo>
                    <a:lnTo>
                      <a:pt x="898" y="328"/>
                    </a:lnTo>
                    <a:lnTo>
                      <a:pt x="896" y="326"/>
                    </a:lnTo>
                    <a:lnTo>
                      <a:pt x="894" y="326"/>
                    </a:lnTo>
                    <a:lnTo>
                      <a:pt x="890" y="320"/>
                    </a:lnTo>
                    <a:lnTo>
                      <a:pt x="886" y="316"/>
                    </a:lnTo>
                    <a:lnTo>
                      <a:pt x="882" y="314"/>
                    </a:lnTo>
                    <a:lnTo>
                      <a:pt x="878" y="312"/>
                    </a:lnTo>
                    <a:lnTo>
                      <a:pt x="874" y="312"/>
                    </a:lnTo>
                    <a:lnTo>
                      <a:pt x="870" y="312"/>
                    </a:lnTo>
                    <a:lnTo>
                      <a:pt x="870" y="312"/>
                    </a:lnTo>
                    <a:lnTo>
                      <a:pt x="830" y="310"/>
                    </a:lnTo>
                    <a:lnTo>
                      <a:pt x="826" y="308"/>
                    </a:lnTo>
                    <a:lnTo>
                      <a:pt x="820" y="308"/>
                    </a:lnTo>
                    <a:lnTo>
                      <a:pt x="818" y="308"/>
                    </a:lnTo>
                    <a:lnTo>
                      <a:pt x="814" y="312"/>
                    </a:lnTo>
                    <a:lnTo>
                      <a:pt x="812" y="314"/>
                    </a:lnTo>
                    <a:lnTo>
                      <a:pt x="810" y="318"/>
                    </a:lnTo>
                    <a:lnTo>
                      <a:pt x="810" y="320"/>
                    </a:lnTo>
                    <a:lnTo>
                      <a:pt x="810" y="324"/>
                    </a:lnTo>
                    <a:lnTo>
                      <a:pt x="810" y="324"/>
                    </a:lnTo>
                    <a:lnTo>
                      <a:pt x="808" y="326"/>
                    </a:lnTo>
                    <a:lnTo>
                      <a:pt x="806" y="328"/>
                    </a:lnTo>
                    <a:lnTo>
                      <a:pt x="806" y="332"/>
                    </a:lnTo>
                    <a:lnTo>
                      <a:pt x="806" y="336"/>
                    </a:lnTo>
                    <a:lnTo>
                      <a:pt x="806" y="340"/>
                    </a:lnTo>
                    <a:lnTo>
                      <a:pt x="806" y="342"/>
                    </a:lnTo>
                    <a:lnTo>
                      <a:pt x="806" y="344"/>
                    </a:lnTo>
                    <a:lnTo>
                      <a:pt x="810" y="348"/>
                    </a:lnTo>
                    <a:lnTo>
                      <a:pt x="812" y="354"/>
                    </a:lnTo>
                    <a:lnTo>
                      <a:pt x="814" y="358"/>
                    </a:lnTo>
                    <a:lnTo>
                      <a:pt x="814" y="362"/>
                    </a:lnTo>
                    <a:lnTo>
                      <a:pt x="814" y="366"/>
                    </a:lnTo>
                    <a:lnTo>
                      <a:pt x="808" y="388"/>
                    </a:lnTo>
                    <a:lnTo>
                      <a:pt x="804" y="402"/>
                    </a:lnTo>
                    <a:lnTo>
                      <a:pt x="802" y="408"/>
                    </a:lnTo>
                    <a:lnTo>
                      <a:pt x="806" y="416"/>
                    </a:lnTo>
                    <a:lnTo>
                      <a:pt x="810" y="430"/>
                    </a:lnTo>
                    <a:lnTo>
                      <a:pt x="814" y="446"/>
                    </a:lnTo>
                    <a:lnTo>
                      <a:pt x="816" y="458"/>
                    </a:lnTo>
                    <a:lnTo>
                      <a:pt x="818" y="462"/>
                    </a:lnTo>
                    <a:lnTo>
                      <a:pt x="818" y="470"/>
                    </a:lnTo>
                    <a:lnTo>
                      <a:pt x="816" y="474"/>
                    </a:lnTo>
                    <a:lnTo>
                      <a:pt x="814" y="478"/>
                    </a:lnTo>
                    <a:lnTo>
                      <a:pt x="812" y="482"/>
                    </a:lnTo>
                    <a:lnTo>
                      <a:pt x="810" y="482"/>
                    </a:lnTo>
                    <a:lnTo>
                      <a:pt x="808" y="484"/>
                    </a:lnTo>
                    <a:lnTo>
                      <a:pt x="806" y="484"/>
                    </a:lnTo>
                    <a:lnTo>
                      <a:pt x="804" y="490"/>
                    </a:lnTo>
                    <a:lnTo>
                      <a:pt x="800" y="496"/>
                    </a:lnTo>
                    <a:lnTo>
                      <a:pt x="796" y="500"/>
                    </a:lnTo>
                    <a:lnTo>
                      <a:pt x="792" y="502"/>
                    </a:lnTo>
                    <a:lnTo>
                      <a:pt x="788" y="504"/>
                    </a:lnTo>
                    <a:lnTo>
                      <a:pt x="788" y="504"/>
                    </a:lnTo>
                    <a:lnTo>
                      <a:pt x="790" y="506"/>
                    </a:lnTo>
                    <a:lnTo>
                      <a:pt x="790" y="510"/>
                    </a:lnTo>
                    <a:lnTo>
                      <a:pt x="790" y="514"/>
                    </a:lnTo>
                    <a:lnTo>
                      <a:pt x="790" y="520"/>
                    </a:lnTo>
                    <a:lnTo>
                      <a:pt x="790" y="524"/>
                    </a:lnTo>
                    <a:lnTo>
                      <a:pt x="790" y="530"/>
                    </a:lnTo>
                    <a:lnTo>
                      <a:pt x="790" y="532"/>
                    </a:lnTo>
                    <a:lnTo>
                      <a:pt x="790" y="534"/>
                    </a:lnTo>
                    <a:lnTo>
                      <a:pt x="790" y="540"/>
                    </a:lnTo>
                    <a:lnTo>
                      <a:pt x="792" y="544"/>
                    </a:lnTo>
                    <a:lnTo>
                      <a:pt x="794" y="548"/>
                    </a:lnTo>
                    <a:lnTo>
                      <a:pt x="798" y="552"/>
                    </a:lnTo>
                    <a:lnTo>
                      <a:pt x="800" y="554"/>
                    </a:lnTo>
                    <a:lnTo>
                      <a:pt x="800" y="554"/>
                    </a:lnTo>
                    <a:lnTo>
                      <a:pt x="800" y="562"/>
                    </a:lnTo>
                    <a:lnTo>
                      <a:pt x="798" y="568"/>
                    </a:lnTo>
                    <a:lnTo>
                      <a:pt x="794" y="572"/>
                    </a:lnTo>
                    <a:lnTo>
                      <a:pt x="792" y="576"/>
                    </a:lnTo>
                    <a:lnTo>
                      <a:pt x="790" y="578"/>
                    </a:lnTo>
                    <a:lnTo>
                      <a:pt x="790" y="578"/>
                    </a:lnTo>
                    <a:lnTo>
                      <a:pt x="786" y="582"/>
                    </a:lnTo>
                    <a:lnTo>
                      <a:pt x="782" y="584"/>
                    </a:lnTo>
                    <a:lnTo>
                      <a:pt x="778" y="584"/>
                    </a:lnTo>
                    <a:lnTo>
                      <a:pt x="776" y="582"/>
                    </a:lnTo>
                    <a:lnTo>
                      <a:pt x="774" y="580"/>
                    </a:lnTo>
                    <a:lnTo>
                      <a:pt x="772" y="578"/>
                    </a:lnTo>
                    <a:lnTo>
                      <a:pt x="770" y="576"/>
                    </a:lnTo>
                    <a:lnTo>
                      <a:pt x="770" y="574"/>
                    </a:lnTo>
                    <a:lnTo>
                      <a:pt x="768" y="570"/>
                    </a:lnTo>
                    <a:lnTo>
                      <a:pt x="766" y="566"/>
                    </a:lnTo>
                    <a:lnTo>
                      <a:pt x="764" y="562"/>
                    </a:lnTo>
                    <a:lnTo>
                      <a:pt x="764" y="560"/>
                    </a:lnTo>
                    <a:lnTo>
                      <a:pt x="762" y="558"/>
                    </a:lnTo>
                    <a:lnTo>
                      <a:pt x="758" y="556"/>
                    </a:lnTo>
                    <a:lnTo>
                      <a:pt x="754" y="554"/>
                    </a:lnTo>
                    <a:lnTo>
                      <a:pt x="752" y="550"/>
                    </a:lnTo>
                    <a:lnTo>
                      <a:pt x="752" y="548"/>
                    </a:lnTo>
                    <a:lnTo>
                      <a:pt x="752" y="546"/>
                    </a:lnTo>
                    <a:lnTo>
                      <a:pt x="752" y="544"/>
                    </a:lnTo>
                    <a:lnTo>
                      <a:pt x="752" y="542"/>
                    </a:lnTo>
                    <a:lnTo>
                      <a:pt x="750" y="540"/>
                    </a:lnTo>
                    <a:lnTo>
                      <a:pt x="748" y="534"/>
                    </a:lnTo>
                    <a:lnTo>
                      <a:pt x="746" y="530"/>
                    </a:lnTo>
                    <a:lnTo>
                      <a:pt x="746" y="524"/>
                    </a:lnTo>
                    <a:lnTo>
                      <a:pt x="744" y="522"/>
                    </a:lnTo>
                    <a:lnTo>
                      <a:pt x="744" y="520"/>
                    </a:lnTo>
                    <a:lnTo>
                      <a:pt x="744" y="510"/>
                    </a:lnTo>
                    <a:lnTo>
                      <a:pt x="742" y="504"/>
                    </a:lnTo>
                    <a:lnTo>
                      <a:pt x="738" y="500"/>
                    </a:lnTo>
                    <a:lnTo>
                      <a:pt x="736" y="496"/>
                    </a:lnTo>
                    <a:lnTo>
                      <a:pt x="732" y="494"/>
                    </a:lnTo>
                    <a:lnTo>
                      <a:pt x="730" y="492"/>
                    </a:lnTo>
                    <a:lnTo>
                      <a:pt x="728" y="492"/>
                    </a:lnTo>
                    <a:lnTo>
                      <a:pt x="726" y="492"/>
                    </a:lnTo>
                    <a:lnTo>
                      <a:pt x="726" y="492"/>
                    </a:lnTo>
                    <a:lnTo>
                      <a:pt x="714" y="490"/>
                    </a:lnTo>
                    <a:lnTo>
                      <a:pt x="702" y="490"/>
                    </a:lnTo>
                    <a:lnTo>
                      <a:pt x="690" y="492"/>
                    </a:lnTo>
                    <a:lnTo>
                      <a:pt x="686" y="492"/>
                    </a:lnTo>
                    <a:lnTo>
                      <a:pt x="670" y="488"/>
                    </a:lnTo>
                    <a:lnTo>
                      <a:pt x="660" y="478"/>
                    </a:lnTo>
                    <a:lnTo>
                      <a:pt x="652" y="468"/>
                    </a:lnTo>
                    <a:lnTo>
                      <a:pt x="650" y="458"/>
                    </a:lnTo>
                    <a:lnTo>
                      <a:pt x="650" y="456"/>
                    </a:lnTo>
                    <a:lnTo>
                      <a:pt x="644" y="446"/>
                    </a:lnTo>
                    <a:lnTo>
                      <a:pt x="640" y="440"/>
                    </a:lnTo>
                    <a:lnTo>
                      <a:pt x="636" y="434"/>
                    </a:lnTo>
                    <a:lnTo>
                      <a:pt x="630" y="430"/>
                    </a:lnTo>
                    <a:lnTo>
                      <a:pt x="628" y="428"/>
                    </a:lnTo>
                    <a:lnTo>
                      <a:pt x="624" y="428"/>
                    </a:lnTo>
                    <a:lnTo>
                      <a:pt x="624" y="428"/>
                    </a:lnTo>
                    <a:lnTo>
                      <a:pt x="622" y="420"/>
                    </a:lnTo>
                    <a:lnTo>
                      <a:pt x="620" y="416"/>
                    </a:lnTo>
                    <a:lnTo>
                      <a:pt x="618" y="412"/>
                    </a:lnTo>
                    <a:lnTo>
                      <a:pt x="618" y="412"/>
                    </a:lnTo>
                    <a:lnTo>
                      <a:pt x="616" y="410"/>
                    </a:lnTo>
                    <a:lnTo>
                      <a:pt x="608" y="412"/>
                    </a:lnTo>
                    <a:lnTo>
                      <a:pt x="602" y="410"/>
                    </a:lnTo>
                    <a:lnTo>
                      <a:pt x="598" y="408"/>
                    </a:lnTo>
                    <a:lnTo>
                      <a:pt x="594" y="402"/>
                    </a:lnTo>
                    <a:lnTo>
                      <a:pt x="592" y="398"/>
                    </a:lnTo>
                    <a:lnTo>
                      <a:pt x="592" y="392"/>
                    </a:lnTo>
                    <a:lnTo>
                      <a:pt x="590" y="388"/>
                    </a:lnTo>
                    <a:lnTo>
                      <a:pt x="590" y="386"/>
                    </a:lnTo>
                    <a:lnTo>
                      <a:pt x="590" y="384"/>
                    </a:lnTo>
                    <a:lnTo>
                      <a:pt x="592" y="372"/>
                    </a:lnTo>
                    <a:lnTo>
                      <a:pt x="598" y="358"/>
                    </a:lnTo>
                    <a:lnTo>
                      <a:pt x="608" y="342"/>
                    </a:lnTo>
                    <a:lnTo>
                      <a:pt x="618" y="330"/>
                    </a:lnTo>
                    <a:lnTo>
                      <a:pt x="624" y="320"/>
                    </a:lnTo>
                    <a:lnTo>
                      <a:pt x="628" y="318"/>
                    </a:lnTo>
                    <a:lnTo>
                      <a:pt x="634" y="316"/>
                    </a:lnTo>
                    <a:lnTo>
                      <a:pt x="638" y="312"/>
                    </a:lnTo>
                    <a:lnTo>
                      <a:pt x="642" y="308"/>
                    </a:lnTo>
                    <a:lnTo>
                      <a:pt x="644" y="306"/>
                    </a:lnTo>
                    <a:lnTo>
                      <a:pt x="644" y="304"/>
                    </a:lnTo>
                    <a:lnTo>
                      <a:pt x="646" y="302"/>
                    </a:lnTo>
                    <a:lnTo>
                      <a:pt x="644" y="298"/>
                    </a:lnTo>
                    <a:lnTo>
                      <a:pt x="644" y="296"/>
                    </a:lnTo>
                    <a:lnTo>
                      <a:pt x="646" y="294"/>
                    </a:lnTo>
                    <a:lnTo>
                      <a:pt x="646" y="292"/>
                    </a:lnTo>
                    <a:lnTo>
                      <a:pt x="648" y="292"/>
                    </a:lnTo>
                    <a:lnTo>
                      <a:pt x="650" y="292"/>
                    </a:lnTo>
                    <a:lnTo>
                      <a:pt x="652" y="290"/>
                    </a:lnTo>
                    <a:lnTo>
                      <a:pt x="656" y="292"/>
                    </a:lnTo>
                    <a:lnTo>
                      <a:pt x="662" y="292"/>
                    </a:lnTo>
                    <a:lnTo>
                      <a:pt x="666" y="294"/>
                    </a:lnTo>
                    <a:lnTo>
                      <a:pt x="670" y="296"/>
                    </a:lnTo>
                    <a:lnTo>
                      <a:pt x="672" y="296"/>
                    </a:lnTo>
                    <a:lnTo>
                      <a:pt x="674" y="298"/>
                    </a:lnTo>
                    <a:lnTo>
                      <a:pt x="678" y="292"/>
                    </a:lnTo>
                    <a:lnTo>
                      <a:pt x="682" y="282"/>
                    </a:lnTo>
                    <a:lnTo>
                      <a:pt x="682" y="270"/>
                    </a:lnTo>
                    <a:lnTo>
                      <a:pt x="682" y="266"/>
                    </a:lnTo>
                    <a:lnTo>
                      <a:pt x="684" y="250"/>
                    </a:lnTo>
                    <a:lnTo>
                      <a:pt x="690" y="238"/>
                    </a:lnTo>
                    <a:lnTo>
                      <a:pt x="698" y="230"/>
                    </a:lnTo>
                    <a:lnTo>
                      <a:pt x="700" y="226"/>
                    </a:lnTo>
                    <a:lnTo>
                      <a:pt x="702" y="220"/>
                    </a:lnTo>
                    <a:lnTo>
                      <a:pt x="704" y="218"/>
                    </a:lnTo>
                    <a:lnTo>
                      <a:pt x="704" y="216"/>
                    </a:lnTo>
                    <a:lnTo>
                      <a:pt x="702" y="214"/>
                    </a:lnTo>
                    <a:lnTo>
                      <a:pt x="702" y="214"/>
                    </a:lnTo>
                    <a:lnTo>
                      <a:pt x="700" y="214"/>
                    </a:lnTo>
                    <a:lnTo>
                      <a:pt x="700" y="214"/>
                    </a:lnTo>
                    <a:lnTo>
                      <a:pt x="698" y="216"/>
                    </a:lnTo>
                    <a:lnTo>
                      <a:pt x="668" y="200"/>
                    </a:lnTo>
                    <a:lnTo>
                      <a:pt x="668" y="196"/>
                    </a:lnTo>
                    <a:lnTo>
                      <a:pt x="670" y="196"/>
                    </a:lnTo>
                    <a:lnTo>
                      <a:pt x="672" y="194"/>
                    </a:lnTo>
                    <a:lnTo>
                      <a:pt x="676" y="194"/>
                    </a:lnTo>
                    <a:lnTo>
                      <a:pt x="680" y="194"/>
                    </a:lnTo>
                    <a:lnTo>
                      <a:pt x="684" y="196"/>
                    </a:lnTo>
                    <a:lnTo>
                      <a:pt x="688" y="196"/>
                    </a:lnTo>
                    <a:lnTo>
                      <a:pt x="692" y="196"/>
                    </a:lnTo>
                    <a:lnTo>
                      <a:pt x="694" y="198"/>
                    </a:lnTo>
                    <a:lnTo>
                      <a:pt x="696" y="198"/>
                    </a:lnTo>
                    <a:lnTo>
                      <a:pt x="700" y="196"/>
                    </a:lnTo>
                    <a:lnTo>
                      <a:pt x="704" y="196"/>
                    </a:lnTo>
                    <a:lnTo>
                      <a:pt x="710" y="198"/>
                    </a:lnTo>
                    <a:lnTo>
                      <a:pt x="716" y="198"/>
                    </a:lnTo>
                    <a:lnTo>
                      <a:pt x="720" y="200"/>
                    </a:lnTo>
                    <a:lnTo>
                      <a:pt x="724" y="200"/>
                    </a:lnTo>
                    <a:lnTo>
                      <a:pt x="726" y="202"/>
                    </a:lnTo>
                    <a:lnTo>
                      <a:pt x="732" y="190"/>
                    </a:lnTo>
                    <a:lnTo>
                      <a:pt x="738" y="194"/>
                    </a:lnTo>
                    <a:lnTo>
                      <a:pt x="744" y="194"/>
                    </a:lnTo>
                    <a:lnTo>
                      <a:pt x="748" y="194"/>
                    </a:lnTo>
                    <a:lnTo>
                      <a:pt x="752" y="192"/>
                    </a:lnTo>
                    <a:lnTo>
                      <a:pt x="754" y="190"/>
                    </a:lnTo>
                    <a:lnTo>
                      <a:pt x="756" y="190"/>
                    </a:lnTo>
                    <a:lnTo>
                      <a:pt x="756" y="190"/>
                    </a:lnTo>
                    <a:lnTo>
                      <a:pt x="758" y="186"/>
                    </a:lnTo>
                    <a:lnTo>
                      <a:pt x="760" y="182"/>
                    </a:lnTo>
                    <a:lnTo>
                      <a:pt x="762" y="178"/>
                    </a:lnTo>
                    <a:lnTo>
                      <a:pt x="764" y="174"/>
                    </a:lnTo>
                    <a:lnTo>
                      <a:pt x="766" y="170"/>
                    </a:lnTo>
                    <a:lnTo>
                      <a:pt x="770" y="168"/>
                    </a:lnTo>
                    <a:lnTo>
                      <a:pt x="770" y="168"/>
                    </a:lnTo>
                    <a:lnTo>
                      <a:pt x="772" y="166"/>
                    </a:lnTo>
                    <a:lnTo>
                      <a:pt x="772" y="162"/>
                    </a:lnTo>
                    <a:lnTo>
                      <a:pt x="774" y="156"/>
                    </a:lnTo>
                    <a:lnTo>
                      <a:pt x="774" y="152"/>
                    </a:lnTo>
                    <a:lnTo>
                      <a:pt x="772" y="146"/>
                    </a:lnTo>
                    <a:lnTo>
                      <a:pt x="770" y="140"/>
                    </a:lnTo>
                    <a:lnTo>
                      <a:pt x="770" y="140"/>
                    </a:lnTo>
                    <a:lnTo>
                      <a:pt x="768" y="138"/>
                    </a:lnTo>
                    <a:lnTo>
                      <a:pt x="764" y="136"/>
                    </a:lnTo>
                    <a:lnTo>
                      <a:pt x="762" y="134"/>
                    </a:lnTo>
                    <a:lnTo>
                      <a:pt x="758" y="132"/>
                    </a:lnTo>
                    <a:lnTo>
                      <a:pt x="756" y="128"/>
                    </a:lnTo>
                    <a:lnTo>
                      <a:pt x="756" y="124"/>
                    </a:lnTo>
                    <a:lnTo>
                      <a:pt x="756" y="120"/>
                    </a:lnTo>
                    <a:lnTo>
                      <a:pt x="758" y="118"/>
                    </a:lnTo>
                    <a:lnTo>
                      <a:pt x="764" y="114"/>
                    </a:lnTo>
                    <a:lnTo>
                      <a:pt x="764" y="114"/>
                    </a:lnTo>
                    <a:lnTo>
                      <a:pt x="766" y="114"/>
                    </a:lnTo>
                    <a:lnTo>
                      <a:pt x="768" y="114"/>
                    </a:lnTo>
                    <a:lnTo>
                      <a:pt x="770" y="114"/>
                    </a:lnTo>
                    <a:lnTo>
                      <a:pt x="772" y="112"/>
                    </a:lnTo>
                    <a:lnTo>
                      <a:pt x="774" y="110"/>
                    </a:lnTo>
                    <a:lnTo>
                      <a:pt x="774" y="106"/>
                    </a:lnTo>
                    <a:lnTo>
                      <a:pt x="774" y="102"/>
                    </a:lnTo>
                    <a:lnTo>
                      <a:pt x="772" y="100"/>
                    </a:lnTo>
                    <a:lnTo>
                      <a:pt x="772" y="100"/>
                    </a:lnTo>
                    <a:lnTo>
                      <a:pt x="770" y="98"/>
                    </a:lnTo>
                    <a:lnTo>
                      <a:pt x="766" y="96"/>
                    </a:lnTo>
                    <a:lnTo>
                      <a:pt x="764" y="94"/>
                    </a:lnTo>
                    <a:lnTo>
                      <a:pt x="762" y="94"/>
                    </a:lnTo>
                    <a:lnTo>
                      <a:pt x="760" y="96"/>
                    </a:lnTo>
                    <a:lnTo>
                      <a:pt x="758" y="72"/>
                    </a:lnTo>
                    <a:lnTo>
                      <a:pt x="754" y="74"/>
                    </a:lnTo>
                    <a:lnTo>
                      <a:pt x="750" y="74"/>
                    </a:lnTo>
                    <a:lnTo>
                      <a:pt x="744" y="74"/>
                    </a:lnTo>
                    <a:lnTo>
                      <a:pt x="740" y="72"/>
                    </a:lnTo>
                    <a:lnTo>
                      <a:pt x="736" y="70"/>
                    </a:lnTo>
                    <a:lnTo>
                      <a:pt x="732" y="70"/>
                    </a:lnTo>
                    <a:lnTo>
                      <a:pt x="730" y="70"/>
                    </a:lnTo>
                    <a:lnTo>
                      <a:pt x="734" y="100"/>
                    </a:lnTo>
                    <a:lnTo>
                      <a:pt x="734" y="100"/>
                    </a:lnTo>
                    <a:lnTo>
                      <a:pt x="732" y="102"/>
                    </a:lnTo>
                    <a:lnTo>
                      <a:pt x="728" y="106"/>
                    </a:lnTo>
                    <a:lnTo>
                      <a:pt x="726" y="112"/>
                    </a:lnTo>
                    <a:lnTo>
                      <a:pt x="722" y="120"/>
                    </a:lnTo>
                    <a:lnTo>
                      <a:pt x="718" y="132"/>
                    </a:lnTo>
                    <a:lnTo>
                      <a:pt x="718" y="132"/>
                    </a:lnTo>
                    <a:lnTo>
                      <a:pt x="718" y="134"/>
                    </a:lnTo>
                    <a:lnTo>
                      <a:pt x="716" y="136"/>
                    </a:lnTo>
                    <a:lnTo>
                      <a:pt x="714" y="138"/>
                    </a:lnTo>
                    <a:lnTo>
                      <a:pt x="714" y="138"/>
                    </a:lnTo>
                    <a:lnTo>
                      <a:pt x="710" y="140"/>
                    </a:lnTo>
                    <a:lnTo>
                      <a:pt x="708" y="138"/>
                    </a:lnTo>
                    <a:lnTo>
                      <a:pt x="704" y="136"/>
                    </a:lnTo>
                    <a:lnTo>
                      <a:pt x="700" y="132"/>
                    </a:lnTo>
                    <a:lnTo>
                      <a:pt x="696" y="98"/>
                    </a:lnTo>
                    <a:lnTo>
                      <a:pt x="696" y="98"/>
                    </a:lnTo>
                    <a:lnTo>
                      <a:pt x="694" y="96"/>
                    </a:lnTo>
                    <a:lnTo>
                      <a:pt x="694" y="94"/>
                    </a:lnTo>
                    <a:lnTo>
                      <a:pt x="694" y="94"/>
                    </a:lnTo>
                    <a:lnTo>
                      <a:pt x="692" y="92"/>
                    </a:lnTo>
                    <a:lnTo>
                      <a:pt x="692" y="94"/>
                    </a:lnTo>
                    <a:lnTo>
                      <a:pt x="690" y="96"/>
                    </a:lnTo>
                    <a:lnTo>
                      <a:pt x="688" y="102"/>
                    </a:lnTo>
                    <a:lnTo>
                      <a:pt x="688" y="102"/>
                    </a:lnTo>
                    <a:lnTo>
                      <a:pt x="686" y="104"/>
                    </a:lnTo>
                    <a:lnTo>
                      <a:pt x="686" y="106"/>
                    </a:lnTo>
                    <a:lnTo>
                      <a:pt x="682" y="110"/>
                    </a:lnTo>
                    <a:lnTo>
                      <a:pt x="680" y="112"/>
                    </a:lnTo>
                    <a:lnTo>
                      <a:pt x="678" y="114"/>
                    </a:lnTo>
                    <a:lnTo>
                      <a:pt x="676" y="116"/>
                    </a:lnTo>
                    <a:lnTo>
                      <a:pt x="674" y="116"/>
                    </a:lnTo>
                    <a:lnTo>
                      <a:pt x="672" y="114"/>
                    </a:lnTo>
                    <a:lnTo>
                      <a:pt x="670" y="110"/>
                    </a:lnTo>
                    <a:lnTo>
                      <a:pt x="670" y="106"/>
                    </a:lnTo>
                    <a:lnTo>
                      <a:pt x="670" y="100"/>
                    </a:lnTo>
                    <a:lnTo>
                      <a:pt x="670" y="98"/>
                    </a:lnTo>
                    <a:lnTo>
                      <a:pt x="668" y="96"/>
                    </a:lnTo>
                    <a:lnTo>
                      <a:pt x="666" y="96"/>
                    </a:lnTo>
                    <a:lnTo>
                      <a:pt x="664" y="98"/>
                    </a:lnTo>
                    <a:lnTo>
                      <a:pt x="662" y="98"/>
                    </a:lnTo>
                    <a:lnTo>
                      <a:pt x="660" y="100"/>
                    </a:lnTo>
                    <a:lnTo>
                      <a:pt x="658" y="100"/>
                    </a:lnTo>
                    <a:lnTo>
                      <a:pt x="654" y="100"/>
                    </a:lnTo>
                    <a:lnTo>
                      <a:pt x="652" y="98"/>
                    </a:lnTo>
                    <a:lnTo>
                      <a:pt x="648" y="96"/>
                    </a:lnTo>
                    <a:lnTo>
                      <a:pt x="646" y="94"/>
                    </a:lnTo>
                    <a:lnTo>
                      <a:pt x="644" y="92"/>
                    </a:lnTo>
                    <a:lnTo>
                      <a:pt x="644" y="90"/>
                    </a:lnTo>
                    <a:lnTo>
                      <a:pt x="646" y="88"/>
                    </a:lnTo>
                    <a:lnTo>
                      <a:pt x="648" y="82"/>
                    </a:lnTo>
                    <a:lnTo>
                      <a:pt x="650" y="76"/>
                    </a:lnTo>
                    <a:lnTo>
                      <a:pt x="650" y="70"/>
                    </a:lnTo>
                    <a:lnTo>
                      <a:pt x="650" y="64"/>
                    </a:lnTo>
                    <a:lnTo>
                      <a:pt x="650" y="60"/>
                    </a:lnTo>
                    <a:lnTo>
                      <a:pt x="650" y="58"/>
                    </a:lnTo>
                    <a:lnTo>
                      <a:pt x="648" y="56"/>
                    </a:lnTo>
                    <a:lnTo>
                      <a:pt x="646" y="52"/>
                    </a:lnTo>
                    <a:lnTo>
                      <a:pt x="644" y="48"/>
                    </a:lnTo>
                    <a:lnTo>
                      <a:pt x="644" y="44"/>
                    </a:lnTo>
                    <a:lnTo>
                      <a:pt x="644" y="42"/>
                    </a:lnTo>
                    <a:lnTo>
                      <a:pt x="644" y="42"/>
                    </a:lnTo>
                    <a:lnTo>
                      <a:pt x="642" y="34"/>
                    </a:lnTo>
                    <a:lnTo>
                      <a:pt x="638" y="26"/>
                    </a:lnTo>
                    <a:lnTo>
                      <a:pt x="632" y="16"/>
                    </a:lnTo>
                    <a:lnTo>
                      <a:pt x="626" y="10"/>
                    </a:lnTo>
                    <a:lnTo>
                      <a:pt x="624" y="8"/>
                    </a:lnTo>
                    <a:lnTo>
                      <a:pt x="622" y="2"/>
                    </a:lnTo>
                    <a:lnTo>
                      <a:pt x="620" y="0"/>
                    </a:lnTo>
                    <a:lnTo>
                      <a:pt x="618" y="0"/>
                    </a:lnTo>
                    <a:lnTo>
                      <a:pt x="616" y="0"/>
                    </a:lnTo>
                    <a:lnTo>
                      <a:pt x="614" y="0"/>
                    </a:lnTo>
                    <a:lnTo>
                      <a:pt x="612" y="2"/>
                    </a:lnTo>
                    <a:lnTo>
                      <a:pt x="610" y="4"/>
                    </a:lnTo>
                    <a:lnTo>
                      <a:pt x="610" y="4"/>
                    </a:lnTo>
                    <a:lnTo>
                      <a:pt x="608" y="4"/>
                    </a:lnTo>
                    <a:lnTo>
                      <a:pt x="604" y="6"/>
                    </a:lnTo>
                    <a:lnTo>
                      <a:pt x="604" y="10"/>
                    </a:lnTo>
                    <a:lnTo>
                      <a:pt x="602" y="14"/>
                    </a:lnTo>
                    <a:lnTo>
                      <a:pt x="602" y="20"/>
                    </a:lnTo>
                    <a:lnTo>
                      <a:pt x="600" y="22"/>
                    </a:lnTo>
                    <a:lnTo>
                      <a:pt x="600" y="24"/>
                    </a:lnTo>
                    <a:lnTo>
                      <a:pt x="594" y="28"/>
                    </a:lnTo>
                    <a:lnTo>
                      <a:pt x="590" y="34"/>
                    </a:lnTo>
                    <a:lnTo>
                      <a:pt x="588" y="40"/>
                    </a:lnTo>
                    <a:lnTo>
                      <a:pt x="588" y="44"/>
                    </a:lnTo>
                    <a:lnTo>
                      <a:pt x="588" y="48"/>
                    </a:lnTo>
                    <a:lnTo>
                      <a:pt x="588" y="50"/>
                    </a:lnTo>
                    <a:lnTo>
                      <a:pt x="588" y="52"/>
                    </a:lnTo>
                    <a:lnTo>
                      <a:pt x="590" y="68"/>
                    </a:lnTo>
                    <a:lnTo>
                      <a:pt x="598" y="78"/>
                    </a:lnTo>
                    <a:lnTo>
                      <a:pt x="606" y="84"/>
                    </a:lnTo>
                    <a:lnTo>
                      <a:pt x="612" y="86"/>
                    </a:lnTo>
                    <a:lnTo>
                      <a:pt x="616" y="88"/>
                    </a:lnTo>
                    <a:lnTo>
                      <a:pt x="610" y="92"/>
                    </a:lnTo>
                    <a:lnTo>
                      <a:pt x="608" y="98"/>
                    </a:lnTo>
                    <a:lnTo>
                      <a:pt x="608" y="102"/>
                    </a:lnTo>
                    <a:lnTo>
                      <a:pt x="610" y="106"/>
                    </a:lnTo>
                    <a:lnTo>
                      <a:pt x="612" y="108"/>
                    </a:lnTo>
                    <a:lnTo>
                      <a:pt x="616" y="112"/>
                    </a:lnTo>
                    <a:lnTo>
                      <a:pt x="618" y="114"/>
                    </a:lnTo>
                    <a:lnTo>
                      <a:pt x="622" y="114"/>
                    </a:lnTo>
                    <a:lnTo>
                      <a:pt x="624" y="116"/>
                    </a:lnTo>
                    <a:lnTo>
                      <a:pt x="624" y="116"/>
                    </a:lnTo>
                    <a:lnTo>
                      <a:pt x="628" y="118"/>
                    </a:lnTo>
                    <a:lnTo>
                      <a:pt x="630" y="120"/>
                    </a:lnTo>
                    <a:lnTo>
                      <a:pt x="630" y="122"/>
                    </a:lnTo>
                    <a:lnTo>
                      <a:pt x="630" y="124"/>
                    </a:lnTo>
                    <a:lnTo>
                      <a:pt x="630" y="128"/>
                    </a:lnTo>
                    <a:lnTo>
                      <a:pt x="628" y="130"/>
                    </a:lnTo>
                    <a:lnTo>
                      <a:pt x="628" y="130"/>
                    </a:lnTo>
                    <a:lnTo>
                      <a:pt x="624" y="134"/>
                    </a:lnTo>
                    <a:lnTo>
                      <a:pt x="614" y="140"/>
                    </a:lnTo>
                    <a:lnTo>
                      <a:pt x="606" y="146"/>
                    </a:lnTo>
                    <a:lnTo>
                      <a:pt x="598" y="150"/>
                    </a:lnTo>
                    <a:lnTo>
                      <a:pt x="594" y="152"/>
                    </a:lnTo>
                    <a:lnTo>
                      <a:pt x="588" y="150"/>
                    </a:lnTo>
                    <a:lnTo>
                      <a:pt x="584" y="150"/>
                    </a:lnTo>
                    <a:lnTo>
                      <a:pt x="582" y="150"/>
                    </a:lnTo>
                    <a:lnTo>
                      <a:pt x="582" y="148"/>
                    </a:lnTo>
                    <a:lnTo>
                      <a:pt x="582" y="148"/>
                    </a:lnTo>
                    <a:lnTo>
                      <a:pt x="582" y="148"/>
                    </a:lnTo>
                    <a:lnTo>
                      <a:pt x="584" y="124"/>
                    </a:lnTo>
                    <a:lnTo>
                      <a:pt x="568" y="124"/>
                    </a:lnTo>
                    <a:lnTo>
                      <a:pt x="562" y="124"/>
                    </a:lnTo>
                    <a:lnTo>
                      <a:pt x="558" y="124"/>
                    </a:lnTo>
                    <a:lnTo>
                      <a:pt x="556" y="124"/>
                    </a:lnTo>
                    <a:lnTo>
                      <a:pt x="554" y="126"/>
                    </a:lnTo>
                    <a:lnTo>
                      <a:pt x="554" y="126"/>
                    </a:lnTo>
                    <a:lnTo>
                      <a:pt x="552" y="128"/>
                    </a:lnTo>
                    <a:lnTo>
                      <a:pt x="552" y="128"/>
                    </a:lnTo>
                    <a:lnTo>
                      <a:pt x="554" y="138"/>
                    </a:lnTo>
                    <a:lnTo>
                      <a:pt x="554" y="144"/>
                    </a:lnTo>
                    <a:lnTo>
                      <a:pt x="552" y="148"/>
                    </a:lnTo>
                    <a:lnTo>
                      <a:pt x="552" y="152"/>
                    </a:lnTo>
                    <a:lnTo>
                      <a:pt x="550" y="152"/>
                    </a:lnTo>
                    <a:lnTo>
                      <a:pt x="548" y="152"/>
                    </a:lnTo>
                    <a:lnTo>
                      <a:pt x="546" y="152"/>
                    </a:lnTo>
                    <a:lnTo>
                      <a:pt x="544" y="152"/>
                    </a:lnTo>
                    <a:lnTo>
                      <a:pt x="544" y="150"/>
                    </a:lnTo>
                    <a:lnTo>
                      <a:pt x="542" y="150"/>
                    </a:lnTo>
                    <a:lnTo>
                      <a:pt x="542" y="150"/>
                    </a:lnTo>
                    <a:lnTo>
                      <a:pt x="536" y="146"/>
                    </a:lnTo>
                    <a:lnTo>
                      <a:pt x="532" y="144"/>
                    </a:lnTo>
                    <a:lnTo>
                      <a:pt x="528" y="144"/>
                    </a:lnTo>
                    <a:lnTo>
                      <a:pt x="526" y="144"/>
                    </a:lnTo>
                    <a:lnTo>
                      <a:pt x="524" y="146"/>
                    </a:lnTo>
                    <a:lnTo>
                      <a:pt x="522" y="148"/>
                    </a:lnTo>
                    <a:lnTo>
                      <a:pt x="522" y="148"/>
                    </a:lnTo>
                    <a:lnTo>
                      <a:pt x="516" y="152"/>
                    </a:lnTo>
                    <a:lnTo>
                      <a:pt x="512" y="154"/>
                    </a:lnTo>
                    <a:lnTo>
                      <a:pt x="508" y="154"/>
                    </a:lnTo>
                    <a:lnTo>
                      <a:pt x="506" y="154"/>
                    </a:lnTo>
                    <a:lnTo>
                      <a:pt x="504" y="152"/>
                    </a:lnTo>
                    <a:lnTo>
                      <a:pt x="502" y="150"/>
                    </a:lnTo>
                    <a:lnTo>
                      <a:pt x="500" y="148"/>
                    </a:lnTo>
                    <a:lnTo>
                      <a:pt x="500" y="146"/>
                    </a:lnTo>
                    <a:lnTo>
                      <a:pt x="500" y="146"/>
                    </a:lnTo>
                    <a:lnTo>
                      <a:pt x="498" y="140"/>
                    </a:lnTo>
                    <a:lnTo>
                      <a:pt x="494" y="136"/>
                    </a:lnTo>
                    <a:lnTo>
                      <a:pt x="492" y="134"/>
                    </a:lnTo>
                    <a:lnTo>
                      <a:pt x="488" y="134"/>
                    </a:lnTo>
                    <a:lnTo>
                      <a:pt x="486" y="134"/>
                    </a:lnTo>
                    <a:lnTo>
                      <a:pt x="484" y="134"/>
                    </a:lnTo>
                    <a:lnTo>
                      <a:pt x="482" y="136"/>
                    </a:lnTo>
                    <a:lnTo>
                      <a:pt x="482" y="136"/>
                    </a:lnTo>
                    <a:lnTo>
                      <a:pt x="474" y="132"/>
                    </a:lnTo>
                    <a:lnTo>
                      <a:pt x="468" y="130"/>
                    </a:lnTo>
                    <a:lnTo>
                      <a:pt x="466" y="126"/>
                    </a:lnTo>
                    <a:lnTo>
                      <a:pt x="464" y="124"/>
                    </a:lnTo>
                    <a:lnTo>
                      <a:pt x="464" y="122"/>
                    </a:lnTo>
                    <a:lnTo>
                      <a:pt x="464" y="120"/>
                    </a:lnTo>
                    <a:lnTo>
                      <a:pt x="464" y="120"/>
                    </a:lnTo>
                    <a:lnTo>
                      <a:pt x="462" y="114"/>
                    </a:lnTo>
                    <a:lnTo>
                      <a:pt x="460" y="110"/>
                    </a:lnTo>
                    <a:lnTo>
                      <a:pt x="458" y="108"/>
                    </a:lnTo>
                    <a:lnTo>
                      <a:pt x="456" y="108"/>
                    </a:lnTo>
                    <a:lnTo>
                      <a:pt x="452" y="108"/>
                    </a:lnTo>
                    <a:lnTo>
                      <a:pt x="450" y="110"/>
                    </a:lnTo>
                    <a:lnTo>
                      <a:pt x="448" y="110"/>
                    </a:lnTo>
                    <a:lnTo>
                      <a:pt x="448" y="110"/>
                    </a:lnTo>
                    <a:lnTo>
                      <a:pt x="440" y="110"/>
                    </a:lnTo>
                    <a:lnTo>
                      <a:pt x="434" y="112"/>
                    </a:lnTo>
                    <a:lnTo>
                      <a:pt x="430" y="114"/>
                    </a:lnTo>
                    <a:lnTo>
                      <a:pt x="426" y="116"/>
                    </a:lnTo>
                    <a:lnTo>
                      <a:pt x="424" y="120"/>
                    </a:lnTo>
                    <a:lnTo>
                      <a:pt x="424" y="124"/>
                    </a:lnTo>
                    <a:lnTo>
                      <a:pt x="424" y="128"/>
                    </a:lnTo>
                    <a:lnTo>
                      <a:pt x="424" y="130"/>
                    </a:lnTo>
                    <a:lnTo>
                      <a:pt x="424" y="134"/>
                    </a:lnTo>
                    <a:lnTo>
                      <a:pt x="424" y="134"/>
                    </a:lnTo>
                    <a:lnTo>
                      <a:pt x="424" y="136"/>
                    </a:lnTo>
                    <a:lnTo>
                      <a:pt x="428" y="138"/>
                    </a:lnTo>
                    <a:lnTo>
                      <a:pt x="430" y="142"/>
                    </a:lnTo>
                    <a:lnTo>
                      <a:pt x="430" y="144"/>
                    </a:lnTo>
                    <a:lnTo>
                      <a:pt x="428" y="148"/>
                    </a:lnTo>
                    <a:lnTo>
                      <a:pt x="426" y="150"/>
                    </a:lnTo>
                    <a:lnTo>
                      <a:pt x="426" y="152"/>
                    </a:lnTo>
                    <a:lnTo>
                      <a:pt x="424" y="152"/>
                    </a:lnTo>
                    <a:lnTo>
                      <a:pt x="424" y="178"/>
                    </a:lnTo>
                    <a:lnTo>
                      <a:pt x="422" y="182"/>
                    </a:lnTo>
                    <a:lnTo>
                      <a:pt x="422" y="186"/>
                    </a:lnTo>
                    <a:lnTo>
                      <a:pt x="420" y="186"/>
                    </a:lnTo>
                    <a:lnTo>
                      <a:pt x="420" y="186"/>
                    </a:lnTo>
                    <a:lnTo>
                      <a:pt x="420" y="186"/>
                    </a:lnTo>
                    <a:lnTo>
                      <a:pt x="420" y="186"/>
                    </a:lnTo>
                    <a:lnTo>
                      <a:pt x="420" y="186"/>
                    </a:lnTo>
                    <a:lnTo>
                      <a:pt x="414" y="172"/>
                    </a:lnTo>
                    <a:lnTo>
                      <a:pt x="406" y="158"/>
                    </a:lnTo>
                    <a:lnTo>
                      <a:pt x="400" y="144"/>
                    </a:lnTo>
                    <a:lnTo>
                      <a:pt x="394" y="138"/>
                    </a:lnTo>
                    <a:lnTo>
                      <a:pt x="392" y="136"/>
                    </a:lnTo>
                    <a:lnTo>
                      <a:pt x="390" y="138"/>
                    </a:lnTo>
                    <a:lnTo>
                      <a:pt x="388" y="140"/>
                    </a:lnTo>
                    <a:lnTo>
                      <a:pt x="386" y="144"/>
                    </a:lnTo>
                    <a:lnTo>
                      <a:pt x="386" y="148"/>
                    </a:lnTo>
                    <a:lnTo>
                      <a:pt x="384" y="150"/>
                    </a:lnTo>
                    <a:lnTo>
                      <a:pt x="384" y="152"/>
                    </a:lnTo>
                    <a:lnTo>
                      <a:pt x="380" y="148"/>
                    </a:lnTo>
                    <a:lnTo>
                      <a:pt x="376" y="148"/>
                    </a:lnTo>
                    <a:lnTo>
                      <a:pt x="370" y="148"/>
                    </a:lnTo>
                    <a:lnTo>
                      <a:pt x="366" y="148"/>
                    </a:lnTo>
                    <a:lnTo>
                      <a:pt x="362" y="148"/>
                    </a:lnTo>
                    <a:lnTo>
                      <a:pt x="358" y="150"/>
                    </a:lnTo>
                    <a:lnTo>
                      <a:pt x="358" y="150"/>
                    </a:lnTo>
                    <a:lnTo>
                      <a:pt x="348" y="150"/>
                    </a:lnTo>
                    <a:lnTo>
                      <a:pt x="342" y="148"/>
                    </a:lnTo>
                    <a:lnTo>
                      <a:pt x="340" y="148"/>
                    </a:lnTo>
                    <a:lnTo>
                      <a:pt x="338" y="146"/>
                    </a:lnTo>
                    <a:lnTo>
                      <a:pt x="336" y="144"/>
                    </a:lnTo>
                    <a:lnTo>
                      <a:pt x="336" y="142"/>
                    </a:lnTo>
                    <a:lnTo>
                      <a:pt x="338" y="140"/>
                    </a:lnTo>
                    <a:lnTo>
                      <a:pt x="340" y="140"/>
                    </a:lnTo>
                    <a:lnTo>
                      <a:pt x="342" y="138"/>
                    </a:lnTo>
                    <a:lnTo>
                      <a:pt x="342" y="138"/>
                    </a:lnTo>
                    <a:lnTo>
                      <a:pt x="342" y="138"/>
                    </a:lnTo>
                    <a:lnTo>
                      <a:pt x="346" y="130"/>
                    </a:lnTo>
                    <a:lnTo>
                      <a:pt x="350" y="124"/>
                    </a:lnTo>
                    <a:lnTo>
                      <a:pt x="350" y="120"/>
                    </a:lnTo>
                    <a:lnTo>
                      <a:pt x="350" y="116"/>
                    </a:lnTo>
                    <a:lnTo>
                      <a:pt x="348" y="112"/>
                    </a:lnTo>
                    <a:lnTo>
                      <a:pt x="346" y="110"/>
                    </a:lnTo>
                    <a:lnTo>
                      <a:pt x="344" y="108"/>
                    </a:lnTo>
                    <a:lnTo>
                      <a:pt x="342" y="108"/>
                    </a:lnTo>
                    <a:lnTo>
                      <a:pt x="340" y="106"/>
                    </a:lnTo>
                    <a:lnTo>
                      <a:pt x="340" y="106"/>
                    </a:lnTo>
                    <a:lnTo>
                      <a:pt x="334" y="102"/>
                    </a:lnTo>
                    <a:lnTo>
                      <a:pt x="332" y="100"/>
                    </a:lnTo>
                    <a:lnTo>
                      <a:pt x="330" y="98"/>
                    </a:lnTo>
                    <a:lnTo>
                      <a:pt x="328" y="98"/>
                    </a:lnTo>
                    <a:lnTo>
                      <a:pt x="328" y="100"/>
                    </a:lnTo>
                    <a:lnTo>
                      <a:pt x="326" y="100"/>
                    </a:lnTo>
                    <a:lnTo>
                      <a:pt x="326" y="102"/>
                    </a:lnTo>
                    <a:lnTo>
                      <a:pt x="326" y="104"/>
                    </a:lnTo>
                    <a:lnTo>
                      <a:pt x="328" y="104"/>
                    </a:lnTo>
                    <a:lnTo>
                      <a:pt x="328" y="106"/>
                    </a:lnTo>
                    <a:lnTo>
                      <a:pt x="328" y="110"/>
                    </a:lnTo>
                    <a:lnTo>
                      <a:pt x="326" y="112"/>
                    </a:lnTo>
                    <a:lnTo>
                      <a:pt x="326" y="114"/>
                    </a:lnTo>
                    <a:lnTo>
                      <a:pt x="324" y="114"/>
                    </a:lnTo>
                    <a:lnTo>
                      <a:pt x="322" y="112"/>
                    </a:lnTo>
                    <a:lnTo>
                      <a:pt x="320" y="112"/>
                    </a:lnTo>
                    <a:lnTo>
                      <a:pt x="318" y="110"/>
                    </a:lnTo>
                    <a:lnTo>
                      <a:pt x="316" y="108"/>
                    </a:lnTo>
                    <a:lnTo>
                      <a:pt x="316" y="108"/>
                    </a:lnTo>
                    <a:lnTo>
                      <a:pt x="298" y="94"/>
                    </a:lnTo>
                    <a:lnTo>
                      <a:pt x="282" y="84"/>
                    </a:lnTo>
                    <a:lnTo>
                      <a:pt x="268" y="78"/>
                    </a:lnTo>
                    <a:lnTo>
                      <a:pt x="262" y="76"/>
                    </a:lnTo>
                    <a:lnTo>
                      <a:pt x="252" y="74"/>
                    </a:lnTo>
                    <a:lnTo>
                      <a:pt x="244" y="72"/>
                    </a:lnTo>
                    <a:lnTo>
                      <a:pt x="240" y="70"/>
                    </a:lnTo>
                    <a:lnTo>
                      <a:pt x="236" y="68"/>
                    </a:lnTo>
                    <a:lnTo>
                      <a:pt x="234" y="66"/>
                    </a:lnTo>
                    <a:lnTo>
                      <a:pt x="232" y="66"/>
                    </a:lnTo>
                    <a:lnTo>
                      <a:pt x="232" y="66"/>
                    </a:lnTo>
                    <a:lnTo>
                      <a:pt x="228" y="62"/>
                    </a:lnTo>
                    <a:lnTo>
                      <a:pt x="224" y="62"/>
                    </a:lnTo>
                    <a:lnTo>
                      <a:pt x="222" y="62"/>
                    </a:lnTo>
                    <a:lnTo>
                      <a:pt x="222" y="64"/>
                    </a:lnTo>
                    <a:lnTo>
                      <a:pt x="220" y="66"/>
                    </a:lnTo>
                    <a:lnTo>
                      <a:pt x="220" y="68"/>
                    </a:lnTo>
                    <a:lnTo>
                      <a:pt x="220" y="72"/>
                    </a:lnTo>
                    <a:lnTo>
                      <a:pt x="222" y="74"/>
                    </a:lnTo>
                    <a:lnTo>
                      <a:pt x="222" y="76"/>
                    </a:lnTo>
                    <a:lnTo>
                      <a:pt x="222" y="76"/>
                    </a:lnTo>
                    <a:lnTo>
                      <a:pt x="220" y="80"/>
                    </a:lnTo>
                    <a:lnTo>
                      <a:pt x="218" y="82"/>
                    </a:lnTo>
                    <a:lnTo>
                      <a:pt x="216" y="84"/>
                    </a:lnTo>
                    <a:lnTo>
                      <a:pt x="214" y="82"/>
                    </a:lnTo>
                    <a:lnTo>
                      <a:pt x="212" y="82"/>
                    </a:lnTo>
                    <a:lnTo>
                      <a:pt x="212" y="80"/>
                    </a:lnTo>
                    <a:lnTo>
                      <a:pt x="212" y="80"/>
                    </a:lnTo>
                    <a:lnTo>
                      <a:pt x="208" y="72"/>
                    </a:lnTo>
                    <a:lnTo>
                      <a:pt x="200" y="60"/>
                    </a:lnTo>
                    <a:lnTo>
                      <a:pt x="194" y="52"/>
                    </a:lnTo>
                    <a:lnTo>
                      <a:pt x="190" y="48"/>
                    </a:lnTo>
                    <a:lnTo>
                      <a:pt x="186" y="44"/>
                    </a:lnTo>
                    <a:lnTo>
                      <a:pt x="182" y="44"/>
                    </a:lnTo>
                    <a:lnTo>
                      <a:pt x="180" y="44"/>
                    </a:lnTo>
                    <a:lnTo>
                      <a:pt x="180" y="44"/>
                    </a:lnTo>
                    <a:lnTo>
                      <a:pt x="178" y="46"/>
                    </a:lnTo>
                    <a:lnTo>
                      <a:pt x="180" y="48"/>
                    </a:lnTo>
                    <a:lnTo>
                      <a:pt x="180" y="50"/>
                    </a:lnTo>
                    <a:lnTo>
                      <a:pt x="180" y="52"/>
                    </a:lnTo>
                    <a:lnTo>
                      <a:pt x="182" y="54"/>
                    </a:lnTo>
                    <a:lnTo>
                      <a:pt x="182" y="56"/>
                    </a:lnTo>
                    <a:lnTo>
                      <a:pt x="182" y="56"/>
                    </a:lnTo>
                    <a:lnTo>
                      <a:pt x="180" y="62"/>
                    </a:lnTo>
                    <a:lnTo>
                      <a:pt x="178" y="66"/>
                    </a:lnTo>
                    <a:lnTo>
                      <a:pt x="176" y="68"/>
                    </a:lnTo>
                    <a:lnTo>
                      <a:pt x="174" y="68"/>
                    </a:lnTo>
                    <a:lnTo>
                      <a:pt x="170" y="66"/>
                    </a:lnTo>
                    <a:lnTo>
                      <a:pt x="168" y="64"/>
                    </a:lnTo>
                    <a:lnTo>
                      <a:pt x="166" y="62"/>
                    </a:lnTo>
                    <a:lnTo>
                      <a:pt x="166" y="62"/>
                    </a:lnTo>
                    <a:lnTo>
                      <a:pt x="166" y="60"/>
                    </a:lnTo>
                    <a:lnTo>
                      <a:pt x="162" y="58"/>
                    </a:lnTo>
                    <a:lnTo>
                      <a:pt x="158" y="58"/>
                    </a:lnTo>
                    <a:lnTo>
                      <a:pt x="156" y="58"/>
                    </a:lnTo>
                    <a:lnTo>
                      <a:pt x="152" y="60"/>
                    </a:lnTo>
                    <a:lnTo>
                      <a:pt x="150" y="62"/>
                    </a:lnTo>
                    <a:lnTo>
                      <a:pt x="150" y="64"/>
                    </a:lnTo>
                    <a:lnTo>
                      <a:pt x="150" y="64"/>
                    </a:lnTo>
                    <a:lnTo>
                      <a:pt x="148" y="66"/>
                    </a:lnTo>
                    <a:lnTo>
                      <a:pt x="144" y="68"/>
                    </a:lnTo>
                    <a:lnTo>
                      <a:pt x="142" y="72"/>
                    </a:lnTo>
                    <a:lnTo>
                      <a:pt x="138" y="74"/>
                    </a:lnTo>
                    <a:lnTo>
                      <a:pt x="136" y="76"/>
                    </a:lnTo>
                    <a:lnTo>
                      <a:pt x="134" y="76"/>
                    </a:lnTo>
                    <a:lnTo>
                      <a:pt x="124" y="78"/>
                    </a:lnTo>
                    <a:lnTo>
                      <a:pt x="112" y="84"/>
                    </a:lnTo>
                    <a:lnTo>
                      <a:pt x="102" y="92"/>
                    </a:lnTo>
                    <a:lnTo>
                      <a:pt x="96" y="98"/>
                    </a:lnTo>
                    <a:lnTo>
                      <a:pt x="92" y="100"/>
                    </a:lnTo>
                    <a:lnTo>
                      <a:pt x="86" y="104"/>
                    </a:lnTo>
                    <a:lnTo>
                      <a:pt x="80" y="108"/>
                    </a:lnTo>
                    <a:lnTo>
                      <a:pt x="76" y="108"/>
                    </a:lnTo>
                    <a:lnTo>
                      <a:pt x="72" y="108"/>
                    </a:lnTo>
                    <a:lnTo>
                      <a:pt x="68" y="108"/>
                    </a:lnTo>
                    <a:lnTo>
                      <a:pt x="66" y="106"/>
                    </a:lnTo>
                    <a:lnTo>
                      <a:pt x="60" y="100"/>
                    </a:lnTo>
                    <a:lnTo>
                      <a:pt x="52" y="94"/>
                    </a:lnTo>
                    <a:lnTo>
                      <a:pt x="42" y="88"/>
                    </a:lnTo>
                    <a:lnTo>
                      <a:pt x="34" y="84"/>
                    </a:lnTo>
                    <a:lnTo>
                      <a:pt x="32" y="82"/>
                    </a:lnTo>
                    <a:lnTo>
                      <a:pt x="22" y="80"/>
                    </a:lnTo>
                    <a:lnTo>
                      <a:pt x="12" y="76"/>
                    </a:lnTo>
                    <a:lnTo>
                      <a:pt x="2" y="72"/>
                    </a:lnTo>
                    <a:lnTo>
                      <a:pt x="0" y="72"/>
                    </a:lnTo>
                    <a:lnTo>
                      <a:pt x="0" y="364"/>
                    </a:lnTo>
                    <a:lnTo>
                      <a:pt x="12" y="364"/>
                    </a:lnTo>
                    <a:lnTo>
                      <a:pt x="20" y="370"/>
                    </a:lnTo>
                    <a:lnTo>
                      <a:pt x="30" y="376"/>
                    </a:lnTo>
                    <a:lnTo>
                      <a:pt x="40" y="384"/>
                    </a:lnTo>
                    <a:lnTo>
                      <a:pt x="50" y="392"/>
                    </a:lnTo>
                    <a:lnTo>
                      <a:pt x="58" y="398"/>
                    </a:lnTo>
                    <a:lnTo>
                      <a:pt x="60" y="400"/>
                    </a:lnTo>
                    <a:lnTo>
                      <a:pt x="64" y="400"/>
                    </a:lnTo>
                    <a:lnTo>
                      <a:pt x="70" y="396"/>
                    </a:lnTo>
                    <a:lnTo>
                      <a:pt x="74" y="394"/>
                    </a:lnTo>
                    <a:lnTo>
                      <a:pt x="78" y="390"/>
                    </a:lnTo>
                    <a:lnTo>
                      <a:pt x="80" y="388"/>
                    </a:lnTo>
                    <a:lnTo>
                      <a:pt x="82" y="388"/>
                    </a:lnTo>
                    <a:lnTo>
                      <a:pt x="88" y="392"/>
                    </a:lnTo>
                    <a:lnTo>
                      <a:pt x="96" y="402"/>
                    </a:lnTo>
                    <a:lnTo>
                      <a:pt x="106" y="414"/>
                    </a:lnTo>
                    <a:lnTo>
                      <a:pt x="116" y="428"/>
                    </a:lnTo>
                    <a:lnTo>
                      <a:pt x="124" y="440"/>
                    </a:lnTo>
                    <a:lnTo>
                      <a:pt x="130" y="448"/>
                    </a:lnTo>
                    <a:lnTo>
                      <a:pt x="132" y="452"/>
                    </a:lnTo>
                    <a:lnTo>
                      <a:pt x="136" y="460"/>
                    </a:lnTo>
                    <a:lnTo>
                      <a:pt x="140" y="466"/>
                    </a:lnTo>
                    <a:lnTo>
                      <a:pt x="146" y="472"/>
                    </a:lnTo>
                    <a:lnTo>
                      <a:pt x="150" y="476"/>
                    </a:lnTo>
                    <a:lnTo>
                      <a:pt x="152" y="478"/>
                    </a:lnTo>
                    <a:lnTo>
                      <a:pt x="154" y="478"/>
                    </a:lnTo>
                    <a:lnTo>
                      <a:pt x="154" y="486"/>
                    </a:lnTo>
                    <a:lnTo>
                      <a:pt x="152" y="496"/>
                    </a:lnTo>
                    <a:lnTo>
                      <a:pt x="150" y="508"/>
                    </a:lnTo>
                    <a:lnTo>
                      <a:pt x="148" y="516"/>
                    </a:lnTo>
                    <a:lnTo>
                      <a:pt x="146" y="520"/>
                    </a:lnTo>
                    <a:lnTo>
                      <a:pt x="146" y="526"/>
                    </a:lnTo>
                    <a:lnTo>
                      <a:pt x="146" y="532"/>
                    </a:lnTo>
                    <a:lnTo>
                      <a:pt x="148" y="536"/>
                    </a:lnTo>
                    <a:lnTo>
                      <a:pt x="150" y="538"/>
                    </a:lnTo>
                    <a:lnTo>
                      <a:pt x="150" y="540"/>
                    </a:lnTo>
                    <a:lnTo>
                      <a:pt x="156" y="542"/>
                    </a:lnTo>
                    <a:lnTo>
                      <a:pt x="160" y="548"/>
                    </a:lnTo>
                    <a:lnTo>
                      <a:pt x="164" y="552"/>
                    </a:lnTo>
                    <a:lnTo>
                      <a:pt x="166" y="558"/>
                    </a:lnTo>
                    <a:lnTo>
                      <a:pt x="168" y="562"/>
                    </a:lnTo>
                    <a:lnTo>
                      <a:pt x="170" y="568"/>
                    </a:lnTo>
                    <a:lnTo>
                      <a:pt x="172" y="570"/>
                    </a:lnTo>
                    <a:lnTo>
                      <a:pt x="172" y="572"/>
                    </a:lnTo>
                    <a:lnTo>
                      <a:pt x="188" y="584"/>
                    </a:lnTo>
                    <a:lnTo>
                      <a:pt x="200" y="594"/>
                    </a:lnTo>
                    <a:lnTo>
                      <a:pt x="210" y="598"/>
                    </a:lnTo>
                    <a:lnTo>
                      <a:pt x="214" y="600"/>
                    </a:lnTo>
                    <a:lnTo>
                      <a:pt x="220" y="606"/>
                    </a:lnTo>
                    <a:lnTo>
                      <a:pt x="224" y="612"/>
                    </a:lnTo>
                    <a:lnTo>
                      <a:pt x="228" y="618"/>
                    </a:lnTo>
                    <a:lnTo>
                      <a:pt x="230" y="622"/>
                    </a:lnTo>
                    <a:lnTo>
                      <a:pt x="230" y="626"/>
                    </a:lnTo>
                    <a:lnTo>
                      <a:pt x="230" y="626"/>
                    </a:lnTo>
                    <a:lnTo>
                      <a:pt x="592" y="626"/>
                    </a:lnTo>
                    <a:lnTo>
                      <a:pt x="604" y="636"/>
                    </a:lnTo>
                    <a:lnTo>
                      <a:pt x="628" y="638"/>
                    </a:lnTo>
                    <a:lnTo>
                      <a:pt x="630" y="642"/>
                    </a:lnTo>
                    <a:lnTo>
                      <a:pt x="634" y="644"/>
                    </a:lnTo>
                    <a:lnTo>
                      <a:pt x="638" y="646"/>
                    </a:lnTo>
                    <a:lnTo>
                      <a:pt x="642" y="646"/>
                    </a:lnTo>
                    <a:lnTo>
                      <a:pt x="644" y="646"/>
                    </a:lnTo>
                    <a:lnTo>
                      <a:pt x="646" y="646"/>
                    </a:lnTo>
                    <a:lnTo>
                      <a:pt x="652" y="644"/>
                    </a:lnTo>
                    <a:lnTo>
                      <a:pt x="658" y="642"/>
                    </a:lnTo>
                    <a:lnTo>
                      <a:pt x="662" y="640"/>
                    </a:lnTo>
                    <a:lnTo>
                      <a:pt x="666" y="638"/>
                    </a:lnTo>
                    <a:lnTo>
                      <a:pt x="668" y="636"/>
                    </a:lnTo>
                    <a:lnTo>
                      <a:pt x="668" y="634"/>
                    </a:lnTo>
                    <a:lnTo>
                      <a:pt x="682" y="632"/>
                    </a:lnTo>
                    <a:lnTo>
                      <a:pt x="694" y="634"/>
                    </a:lnTo>
                    <a:lnTo>
                      <a:pt x="702" y="638"/>
                    </a:lnTo>
                    <a:lnTo>
                      <a:pt x="706" y="644"/>
                    </a:lnTo>
                    <a:lnTo>
                      <a:pt x="708" y="646"/>
                    </a:lnTo>
                    <a:lnTo>
                      <a:pt x="716" y="646"/>
                    </a:lnTo>
                    <a:lnTo>
                      <a:pt x="720" y="648"/>
                    </a:lnTo>
                    <a:lnTo>
                      <a:pt x="724" y="650"/>
                    </a:lnTo>
                    <a:lnTo>
                      <a:pt x="726" y="652"/>
                    </a:lnTo>
                    <a:lnTo>
                      <a:pt x="726" y="654"/>
                    </a:lnTo>
                    <a:lnTo>
                      <a:pt x="726" y="656"/>
                    </a:lnTo>
                    <a:lnTo>
                      <a:pt x="724" y="658"/>
                    </a:lnTo>
                    <a:lnTo>
                      <a:pt x="724" y="660"/>
                    </a:lnTo>
                    <a:lnTo>
                      <a:pt x="724" y="660"/>
                    </a:lnTo>
                    <a:lnTo>
                      <a:pt x="726" y="668"/>
                    </a:lnTo>
                    <a:lnTo>
                      <a:pt x="728" y="674"/>
                    </a:lnTo>
                    <a:lnTo>
                      <a:pt x="730" y="674"/>
                    </a:lnTo>
                    <a:lnTo>
                      <a:pt x="734" y="674"/>
                    </a:lnTo>
                    <a:lnTo>
                      <a:pt x="738" y="674"/>
                    </a:lnTo>
                    <a:lnTo>
                      <a:pt x="744" y="674"/>
                    </a:lnTo>
                    <a:lnTo>
                      <a:pt x="748" y="674"/>
                    </a:lnTo>
                    <a:lnTo>
                      <a:pt x="752" y="672"/>
                    </a:lnTo>
                    <a:lnTo>
                      <a:pt x="756" y="672"/>
                    </a:lnTo>
                    <a:lnTo>
                      <a:pt x="762" y="672"/>
                    </a:lnTo>
                    <a:lnTo>
                      <a:pt x="768" y="674"/>
                    </a:lnTo>
                    <a:lnTo>
                      <a:pt x="772" y="676"/>
                    </a:lnTo>
                    <a:lnTo>
                      <a:pt x="776" y="678"/>
                    </a:lnTo>
                    <a:lnTo>
                      <a:pt x="780" y="682"/>
                    </a:lnTo>
                    <a:lnTo>
                      <a:pt x="784" y="684"/>
                    </a:lnTo>
                    <a:lnTo>
                      <a:pt x="788" y="688"/>
                    </a:lnTo>
                    <a:lnTo>
                      <a:pt x="790" y="690"/>
                    </a:lnTo>
                    <a:lnTo>
                      <a:pt x="790" y="692"/>
                    </a:lnTo>
                    <a:lnTo>
                      <a:pt x="788" y="694"/>
                    </a:lnTo>
                    <a:lnTo>
                      <a:pt x="788" y="694"/>
                    </a:lnTo>
                    <a:lnTo>
                      <a:pt x="790" y="698"/>
                    </a:lnTo>
                    <a:lnTo>
                      <a:pt x="790" y="698"/>
                    </a:lnTo>
                    <a:lnTo>
                      <a:pt x="788" y="700"/>
                    </a:lnTo>
                    <a:lnTo>
                      <a:pt x="786" y="702"/>
                    </a:lnTo>
                    <a:lnTo>
                      <a:pt x="784" y="704"/>
                    </a:lnTo>
                    <a:lnTo>
                      <a:pt x="780" y="704"/>
                    </a:lnTo>
                    <a:lnTo>
                      <a:pt x="778" y="702"/>
                    </a:lnTo>
                    <a:lnTo>
                      <a:pt x="774" y="702"/>
                    </a:lnTo>
                    <a:lnTo>
                      <a:pt x="772" y="702"/>
                    </a:lnTo>
                    <a:lnTo>
                      <a:pt x="770" y="702"/>
                    </a:lnTo>
                    <a:lnTo>
                      <a:pt x="764" y="696"/>
                    </a:lnTo>
                    <a:lnTo>
                      <a:pt x="764" y="696"/>
                    </a:lnTo>
                    <a:lnTo>
                      <a:pt x="766" y="700"/>
                    </a:lnTo>
                    <a:lnTo>
                      <a:pt x="766" y="702"/>
                    </a:lnTo>
                    <a:lnTo>
                      <a:pt x="768" y="706"/>
                    </a:lnTo>
                    <a:lnTo>
                      <a:pt x="766" y="712"/>
                    </a:lnTo>
                    <a:lnTo>
                      <a:pt x="766" y="716"/>
                    </a:lnTo>
                    <a:lnTo>
                      <a:pt x="762" y="718"/>
                    </a:lnTo>
                    <a:lnTo>
                      <a:pt x="760" y="718"/>
                    </a:lnTo>
                    <a:lnTo>
                      <a:pt x="756" y="720"/>
                    </a:lnTo>
                    <a:lnTo>
                      <a:pt x="752" y="722"/>
                    </a:lnTo>
                    <a:lnTo>
                      <a:pt x="750" y="724"/>
                    </a:lnTo>
                    <a:lnTo>
                      <a:pt x="750" y="726"/>
                    </a:lnTo>
                    <a:lnTo>
                      <a:pt x="752" y="728"/>
                    </a:lnTo>
                    <a:lnTo>
                      <a:pt x="752" y="730"/>
                    </a:lnTo>
                    <a:lnTo>
                      <a:pt x="752" y="732"/>
                    </a:lnTo>
                    <a:lnTo>
                      <a:pt x="752" y="730"/>
                    </a:lnTo>
                    <a:lnTo>
                      <a:pt x="754" y="730"/>
                    </a:lnTo>
                    <a:lnTo>
                      <a:pt x="754" y="730"/>
                    </a:lnTo>
                    <a:lnTo>
                      <a:pt x="756" y="732"/>
                    </a:lnTo>
                    <a:lnTo>
                      <a:pt x="758" y="736"/>
                    </a:lnTo>
                    <a:lnTo>
                      <a:pt x="756" y="738"/>
                    </a:lnTo>
                    <a:lnTo>
                      <a:pt x="756" y="740"/>
                    </a:lnTo>
                    <a:lnTo>
                      <a:pt x="754" y="740"/>
                    </a:lnTo>
                    <a:lnTo>
                      <a:pt x="752" y="742"/>
                    </a:lnTo>
                    <a:lnTo>
                      <a:pt x="752" y="742"/>
                    </a:lnTo>
                    <a:lnTo>
                      <a:pt x="750" y="744"/>
                    </a:lnTo>
                    <a:lnTo>
                      <a:pt x="748" y="746"/>
                    </a:lnTo>
                    <a:lnTo>
                      <a:pt x="748" y="746"/>
                    </a:lnTo>
                    <a:lnTo>
                      <a:pt x="752" y="746"/>
                    </a:lnTo>
                    <a:lnTo>
                      <a:pt x="754" y="746"/>
                    </a:lnTo>
                    <a:lnTo>
                      <a:pt x="760" y="744"/>
                    </a:lnTo>
                    <a:lnTo>
                      <a:pt x="764" y="740"/>
                    </a:lnTo>
                    <a:lnTo>
                      <a:pt x="768" y="736"/>
                    </a:lnTo>
                    <a:lnTo>
                      <a:pt x="770" y="734"/>
                    </a:lnTo>
                    <a:lnTo>
                      <a:pt x="770" y="730"/>
                    </a:lnTo>
                    <a:lnTo>
                      <a:pt x="772" y="728"/>
                    </a:lnTo>
                    <a:lnTo>
                      <a:pt x="774" y="724"/>
                    </a:lnTo>
                    <a:lnTo>
                      <a:pt x="776" y="722"/>
                    </a:lnTo>
                    <a:lnTo>
                      <a:pt x="782" y="722"/>
                    </a:lnTo>
                    <a:lnTo>
                      <a:pt x="788" y="722"/>
                    </a:lnTo>
                    <a:lnTo>
                      <a:pt x="794" y="722"/>
                    </a:lnTo>
                    <a:lnTo>
                      <a:pt x="798" y="722"/>
                    </a:lnTo>
                    <a:lnTo>
                      <a:pt x="802" y="722"/>
                    </a:lnTo>
                    <a:lnTo>
                      <a:pt x="802" y="722"/>
                    </a:lnTo>
                    <a:lnTo>
                      <a:pt x="800" y="722"/>
                    </a:lnTo>
                    <a:lnTo>
                      <a:pt x="798" y="720"/>
                    </a:lnTo>
                    <a:lnTo>
                      <a:pt x="798" y="718"/>
                    </a:lnTo>
                    <a:lnTo>
                      <a:pt x="798" y="714"/>
                    </a:lnTo>
                    <a:lnTo>
                      <a:pt x="800" y="712"/>
                    </a:lnTo>
                    <a:lnTo>
                      <a:pt x="804" y="708"/>
                    </a:lnTo>
                    <a:lnTo>
                      <a:pt x="806" y="704"/>
                    </a:lnTo>
                    <a:lnTo>
                      <a:pt x="810" y="700"/>
                    </a:lnTo>
                    <a:lnTo>
                      <a:pt x="814" y="698"/>
                    </a:lnTo>
                    <a:lnTo>
                      <a:pt x="820" y="696"/>
                    </a:lnTo>
                    <a:lnTo>
                      <a:pt x="826" y="696"/>
                    </a:lnTo>
                    <a:lnTo>
                      <a:pt x="832" y="696"/>
                    </a:lnTo>
                    <a:lnTo>
                      <a:pt x="838" y="696"/>
                    </a:lnTo>
                    <a:lnTo>
                      <a:pt x="840" y="698"/>
                    </a:lnTo>
                    <a:lnTo>
                      <a:pt x="842" y="698"/>
                    </a:lnTo>
                    <a:lnTo>
                      <a:pt x="846" y="700"/>
                    </a:lnTo>
                    <a:lnTo>
                      <a:pt x="848" y="700"/>
                    </a:lnTo>
                    <a:lnTo>
                      <a:pt x="850" y="702"/>
                    </a:lnTo>
                  </a:path>
                </a:pathLst>
              </a:custGeom>
              <a:gradFill>
                <a:gsLst>
                  <a:gs pos="0">
                    <a:srgbClr val="8D7C7C"/>
                  </a:gs>
                  <a:gs pos="50000">
                    <a:srgbClr val="CBB4B4"/>
                  </a:gs>
                  <a:gs pos="100000">
                    <a:srgbClr val="F3D8D8"/>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3" name="Google Shape;643;p8"/>
              <p:cNvSpPr/>
              <p:nvPr/>
            </p:nvSpPr>
            <p:spPr>
              <a:xfrm>
                <a:off x="3369" y="1530"/>
                <a:ext cx="492" cy="498"/>
              </a:xfrm>
              <a:custGeom>
                <a:avLst/>
                <a:gdLst/>
                <a:ahLst/>
                <a:cxnLst/>
                <a:rect l="l" t="t" r="r" b="b"/>
                <a:pathLst>
                  <a:path w="492" h="498" extrusionOk="0">
                    <a:moveTo>
                      <a:pt x="338" y="50"/>
                    </a:moveTo>
                    <a:lnTo>
                      <a:pt x="336" y="48"/>
                    </a:lnTo>
                    <a:lnTo>
                      <a:pt x="334" y="46"/>
                    </a:lnTo>
                    <a:lnTo>
                      <a:pt x="332" y="46"/>
                    </a:lnTo>
                    <a:lnTo>
                      <a:pt x="328" y="44"/>
                    </a:lnTo>
                    <a:lnTo>
                      <a:pt x="324" y="44"/>
                    </a:lnTo>
                    <a:lnTo>
                      <a:pt x="318" y="44"/>
                    </a:lnTo>
                    <a:lnTo>
                      <a:pt x="310" y="48"/>
                    </a:lnTo>
                    <a:lnTo>
                      <a:pt x="310" y="48"/>
                    </a:lnTo>
                    <a:lnTo>
                      <a:pt x="306" y="48"/>
                    </a:lnTo>
                    <a:lnTo>
                      <a:pt x="300" y="48"/>
                    </a:lnTo>
                    <a:lnTo>
                      <a:pt x="294" y="46"/>
                    </a:lnTo>
                    <a:lnTo>
                      <a:pt x="288" y="44"/>
                    </a:lnTo>
                    <a:lnTo>
                      <a:pt x="282" y="40"/>
                    </a:lnTo>
                    <a:lnTo>
                      <a:pt x="282" y="40"/>
                    </a:lnTo>
                    <a:lnTo>
                      <a:pt x="280" y="40"/>
                    </a:lnTo>
                    <a:lnTo>
                      <a:pt x="276" y="40"/>
                    </a:lnTo>
                    <a:lnTo>
                      <a:pt x="272" y="40"/>
                    </a:lnTo>
                    <a:lnTo>
                      <a:pt x="268" y="38"/>
                    </a:lnTo>
                    <a:lnTo>
                      <a:pt x="264" y="36"/>
                    </a:lnTo>
                    <a:lnTo>
                      <a:pt x="262" y="32"/>
                    </a:lnTo>
                    <a:lnTo>
                      <a:pt x="260" y="30"/>
                    </a:lnTo>
                    <a:lnTo>
                      <a:pt x="258" y="30"/>
                    </a:lnTo>
                    <a:lnTo>
                      <a:pt x="254" y="28"/>
                    </a:lnTo>
                    <a:lnTo>
                      <a:pt x="250" y="26"/>
                    </a:lnTo>
                    <a:lnTo>
                      <a:pt x="246" y="26"/>
                    </a:lnTo>
                    <a:lnTo>
                      <a:pt x="244" y="26"/>
                    </a:lnTo>
                    <a:lnTo>
                      <a:pt x="242" y="24"/>
                    </a:lnTo>
                    <a:lnTo>
                      <a:pt x="240" y="24"/>
                    </a:lnTo>
                    <a:lnTo>
                      <a:pt x="236" y="22"/>
                    </a:lnTo>
                    <a:lnTo>
                      <a:pt x="234" y="20"/>
                    </a:lnTo>
                    <a:lnTo>
                      <a:pt x="230" y="22"/>
                    </a:lnTo>
                    <a:lnTo>
                      <a:pt x="230" y="22"/>
                    </a:lnTo>
                    <a:lnTo>
                      <a:pt x="228" y="26"/>
                    </a:lnTo>
                    <a:lnTo>
                      <a:pt x="230" y="28"/>
                    </a:lnTo>
                    <a:lnTo>
                      <a:pt x="230" y="30"/>
                    </a:lnTo>
                    <a:lnTo>
                      <a:pt x="230" y="34"/>
                    </a:lnTo>
                    <a:lnTo>
                      <a:pt x="230" y="36"/>
                    </a:lnTo>
                    <a:lnTo>
                      <a:pt x="230" y="36"/>
                    </a:lnTo>
                    <a:lnTo>
                      <a:pt x="228" y="36"/>
                    </a:lnTo>
                    <a:lnTo>
                      <a:pt x="224" y="36"/>
                    </a:lnTo>
                    <a:lnTo>
                      <a:pt x="220" y="32"/>
                    </a:lnTo>
                    <a:lnTo>
                      <a:pt x="216" y="28"/>
                    </a:lnTo>
                    <a:lnTo>
                      <a:pt x="212" y="24"/>
                    </a:lnTo>
                    <a:lnTo>
                      <a:pt x="208" y="20"/>
                    </a:lnTo>
                    <a:lnTo>
                      <a:pt x="198" y="16"/>
                    </a:lnTo>
                    <a:lnTo>
                      <a:pt x="188" y="10"/>
                    </a:lnTo>
                    <a:lnTo>
                      <a:pt x="180" y="6"/>
                    </a:lnTo>
                    <a:lnTo>
                      <a:pt x="176" y="4"/>
                    </a:lnTo>
                    <a:lnTo>
                      <a:pt x="172" y="4"/>
                    </a:lnTo>
                    <a:lnTo>
                      <a:pt x="164" y="0"/>
                    </a:lnTo>
                    <a:lnTo>
                      <a:pt x="150" y="0"/>
                    </a:lnTo>
                    <a:lnTo>
                      <a:pt x="134" y="4"/>
                    </a:lnTo>
                    <a:lnTo>
                      <a:pt x="128" y="8"/>
                    </a:lnTo>
                    <a:lnTo>
                      <a:pt x="122" y="10"/>
                    </a:lnTo>
                    <a:lnTo>
                      <a:pt x="118" y="12"/>
                    </a:lnTo>
                    <a:lnTo>
                      <a:pt x="116" y="12"/>
                    </a:lnTo>
                    <a:lnTo>
                      <a:pt x="114" y="12"/>
                    </a:lnTo>
                    <a:lnTo>
                      <a:pt x="112" y="12"/>
                    </a:lnTo>
                    <a:lnTo>
                      <a:pt x="110" y="12"/>
                    </a:lnTo>
                    <a:lnTo>
                      <a:pt x="108" y="12"/>
                    </a:lnTo>
                    <a:lnTo>
                      <a:pt x="104" y="12"/>
                    </a:lnTo>
                    <a:lnTo>
                      <a:pt x="100" y="14"/>
                    </a:lnTo>
                    <a:lnTo>
                      <a:pt x="94" y="16"/>
                    </a:lnTo>
                    <a:lnTo>
                      <a:pt x="88" y="20"/>
                    </a:lnTo>
                    <a:lnTo>
                      <a:pt x="86" y="22"/>
                    </a:lnTo>
                    <a:lnTo>
                      <a:pt x="84" y="28"/>
                    </a:lnTo>
                    <a:lnTo>
                      <a:pt x="80" y="36"/>
                    </a:lnTo>
                    <a:lnTo>
                      <a:pt x="74" y="48"/>
                    </a:lnTo>
                    <a:lnTo>
                      <a:pt x="68" y="60"/>
                    </a:lnTo>
                    <a:lnTo>
                      <a:pt x="58" y="70"/>
                    </a:lnTo>
                    <a:lnTo>
                      <a:pt x="50" y="74"/>
                    </a:lnTo>
                    <a:lnTo>
                      <a:pt x="38" y="76"/>
                    </a:lnTo>
                    <a:lnTo>
                      <a:pt x="28" y="78"/>
                    </a:lnTo>
                    <a:lnTo>
                      <a:pt x="20" y="84"/>
                    </a:lnTo>
                    <a:lnTo>
                      <a:pt x="18" y="92"/>
                    </a:lnTo>
                    <a:lnTo>
                      <a:pt x="18" y="98"/>
                    </a:lnTo>
                    <a:lnTo>
                      <a:pt x="20" y="102"/>
                    </a:lnTo>
                    <a:lnTo>
                      <a:pt x="22" y="106"/>
                    </a:lnTo>
                    <a:lnTo>
                      <a:pt x="26" y="110"/>
                    </a:lnTo>
                    <a:lnTo>
                      <a:pt x="32" y="114"/>
                    </a:lnTo>
                    <a:lnTo>
                      <a:pt x="38" y="120"/>
                    </a:lnTo>
                    <a:lnTo>
                      <a:pt x="48" y="130"/>
                    </a:lnTo>
                    <a:lnTo>
                      <a:pt x="60" y="144"/>
                    </a:lnTo>
                    <a:lnTo>
                      <a:pt x="70" y="156"/>
                    </a:lnTo>
                    <a:lnTo>
                      <a:pt x="76" y="168"/>
                    </a:lnTo>
                    <a:lnTo>
                      <a:pt x="72" y="178"/>
                    </a:lnTo>
                    <a:lnTo>
                      <a:pt x="68" y="180"/>
                    </a:lnTo>
                    <a:lnTo>
                      <a:pt x="64" y="180"/>
                    </a:lnTo>
                    <a:lnTo>
                      <a:pt x="62" y="180"/>
                    </a:lnTo>
                    <a:lnTo>
                      <a:pt x="58" y="178"/>
                    </a:lnTo>
                    <a:lnTo>
                      <a:pt x="54" y="176"/>
                    </a:lnTo>
                    <a:lnTo>
                      <a:pt x="52" y="172"/>
                    </a:lnTo>
                    <a:lnTo>
                      <a:pt x="50" y="170"/>
                    </a:lnTo>
                    <a:lnTo>
                      <a:pt x="46" y="168"/>
                    </a:lnTo>
                    <a:lnTo>
                      <a:pt x="34" y="168"/>
                    </a:lnTo>
                    <a:lnTo>
                      <a:pt x="20" y="172"/>
                    </a:lnTo>
                    <a:lnTo>
                      <a:pt x="8" y="182"/>
                    </a:lnTo>
                    <a:lnTo>
                      <a:pt x="2" y="192"/>
                    </a:lnTo>
                    <a:lnTo>
                      <a:pt x="0" y="200"/>
                    </a:lnTo>
                    <a:lnTo>
                      <a:pt x="0" y="208"/>
                    </a:lnTo>
                    <a:lnTo>
                      <a:pt x="8" y="216"/>
                    </a:lnTo>
                    <a:lnTo>
                      <a:pt x="26" y="226"/>
                    </a:lnTo>
                    <a:lnTo>
                      <a:pt x="44" y="232"/>
                    </a:lnTo>
                    <a:lnTo>
                      <a:pt x="62" y="228"/>
                    </a:lnTo>
                    <a:lnTo>
                      <a:pt x="64" y="228"/>
                    </a:lnTo>
                    <a:lnTo>
                      <a:pt x="66" y="226"/>
                    </a:lnTo>
                    <a:lnTo>
                      <a:pt x="70" y="224"/>
                    </a:lnTo>
                    <a:lnTo>
                      <a:pt x="74" y="222"/>
                    </a:lnTo>
                    <a:lnTo>
                      <a:pt x="78" y="222"/>
                    </a:lnTo>
                    <a:lnTo>
                      <a:pt x="82" y="220"/>
                    </a:lnTo>
                    <a:lnTo>
                      <a:pt x="86" y="220"/>
                    </a:lnTo>
                    <a:lnTo>
                      <a:pt x="88" y="222"/>
                    </a:lnTo>
                    <a:lnTo>
                      <a:pt x="90" y="224"/>
                    </a:lnTo>
                    <a:lnTo>
                      <a:pt x="88" y="226"/>
                    </a:lnTo>
                    <a:lnTo>
                      <a:pt x="86" y="228"/>
                    </a:lnTo>
                    <a:lnTo>
                      <a:pt x="86" y="230"/>
                    </a:lnTo>
                    <a:lnTo>
                      <a:pt x="84" y="234"/>
                    </a:lnTo>
                    <a:lnTo>
                      <a:pt x="86" y="236"/>
                    </a:lnTo>
                    <a:lnTo>
                      <a:pt x="88" y="240"/>
                    </a:lnTo>
                    <a:lnTo>
                      <a:pt x="90" y="242"/>
                    </a:lnTo>
                    <a:lnTo>
                      <a:pt x="92" y="246"/>
                    </a:lnTo>
                    <a:lnTo>
                      <a:pt x="92" y="248"/>
                    </a:lnTo>
                    <a:lnTo>
                      <a:pt x="90" y="252"/>
                    </a:lnTo>
                    <a:lnTo>
                      <a:pt x="86" y="256"/>
                    </a:lnTo>
                    <a:lnTo>
                      <a:pt x="76" y="260"/>
                    </a:lnTo>
                    <a:lnTo>
                      <a:pt x="64" y="266"/>
                    </a:lnTo>
                    <a:lnTo>
                      <a:pt x="56" y="274"/>
                    </a:lnTo>
                    <a:lnTo>
                      <a:pt x="52" y="284"/>
                    </a:lnTo>
                    <a:lnTo>
                      <a:pt x="54" y="284"/>
                    </a:lnTo>
                    <a:lnTo>
                      <a:pt x="54" y="284"/>
                    </a:lnTo>
                    <a:lnTo>
                      <a:pt x="54" y="284"/>
                    </a:lnTo>
                    <a:lnTo>
                      <a:pt x="52" y="284"/>
                    </a:lnTo>
                    <a:lnTo>
                      <a:pt x="52" y="286"/>
                    </a:lnTo>
                    <a:lnTo>
                      <a:pt x="48" y="288"/>
                    </a:lnTo>
                    <a:lnTo>
                      <a:pt x="44" y="290"/>
                    </a:lnTo>
                    <a:lnTo>
                      <a:pt x="36" y="296"/>
                    </a:lnTo>
                    <a:lnTo>
                      <a:pt x="28" y="300"/>
                    </a:lnTo>
                    <a:lnTo>
                      <a:pt x="22" y="304"/>
                    </a:lnTo>
                    <a:lnTo>
                      <a:pt x="18" y="308"/>
                    </a:lnTo>
                    <a:lnTo>
                      <a:pt x="16" y="312"/>
                    </a:lnTo>
                    <a:lnTo>
                      <a:pt x="14" y="316"/>
                    </a:lnTo>
                    <a:lnTo>
                      <a:pt x="16" y="320"/>
                    </a:lnTo>
                    <a:lnTo>
                      <a:pt x="22" y="324"/>
                    </a:lnTo>
                    <a:lnTo>
                      <a:pt x="22" y="326"/>
                    </a:lnTo>
                    <a:lnTo>
                      <a:pt x="24" y="326"/>
                    </a:lnTo>
                    <a:lnTo>
                      <a:pt x="28" y="328"/>
                    </a:lnTo>
                    <a:lnTo>
                      <a:pt x="34" y="330"/>
                    </a:lnTo>
                    <a:lnTo>
                      <a:pt x="38" y="332"/>
                    </a:lnTo>
                    <a:lnTo>
                      <a:pt x="38" y="332"/>
                    </a:lnTo>
                    <a:lnTo>
                      <a:pt x="38" y="336"/>
                    </a:lnTo>
                    <a:lnTo>
                      <a:pt x="38" y="340"/>
                    </a:lnTo>
                    <a:lnTo>
                      <a:pt x="38" y="346"/>
                    </a:lnTo>
                    <a:lnTo>
                      <a:pt x="38" y="352"/>
                    </a:lnTo>
                    <a:lnTo>
                      <a:pt x="42" y="358"/>
                    </a:lnTo>
                    <a:lnTo>
                      <a:pt x="48" y="362"/>
                    </a:lnTo>
                    <a:lnTo>
                      <a:pt x="50" y="362"/>
                    </a:lnTo>
                    <a:lnTo>
                      <a:pt x="54" y="362"/>
                    </a:lnTo>
                    <a:lnTo>
                      <a:pt x="58" y="362"/>
                    </a:lnTo>
                    <a:lnTo>
                      <a:pt x="64" y="362"/>
                    </a:lnTo>
                    <a:lnTo>
                      <a:pt x="68" y="362"/>
                    </a:lnTo>
                    <a:lnTo>
                      <a:pt x="68" y="364"/>
                    </a:lnTo>
                    <a:lnTo>
                      <a:pt x="70" y="366"/>
                    </a:lnTo>
                    <a:lnTo>
                      <a:pt x="70" y="370"/>
                    </a:lnTo>
                    <a:lnTo>
                      <a:pt x="72" y="374"/>
                    </a:lnTo>
                    <a:lnTo>
                      <a:pt x="74" y="380"/>
                    </a:lnTo>
                    <a:lnTo>
                      <a:pt x="74" y="386"/>
                    </a:lnTo>
                    <a:lnTo>
                      <a:pt x="74" y="386"/>
                    </a:lnTo>
                    <a:lnTo>
                      <a:pt x="76" y="388"/>
                    </a:lnTo>
                    <a:lnTo>
                      <a:pt x="80" y="388"/>
                    </a:lnTo>
                    <a:lnTo>
                      <a:pt x="82" y="388"/>
                    </a:lnTo>
                    <a:lnTo>
                      <a:pt x="86" y="386"/>
                    </a:lnTo>
                    <a:lnTo>
                      <a:pt x="90" y="382"/>
                    </a:lnTo>
                    <a:lnTo>
                      <a:pt x="90" y="382"/>
                    </a:lnTo>
                    <a:lnTo>
                      <a:pt x="92" y="382"/>
                    </a:lnTo>
                    <a:lnTo>
                      <a:pt x="94" y="382"/>
                    </a:lnTo>
                    <a:lnTo>
                      <a:pt x="96" y="382"/>
                    </a:lnTo>
                    <a:lnTo>
                      <a:pt x="98" y="384"/>
                    </a:lnTo>
                    <a:lnTo>
                      <a:pt x="98" y="388"/>
                    </a:lnTo>
                    <a:lnTo>
                      <a:pt x="100" y="390"/>
                    </a:lnTo>
                    <a:lnTo>
                      <a:pt x="100" y="392"/>
                    </a:lnTo>
                    <a:lnTo>
                      <a:pt x="102" y="394"/>
                    </a:lnTo>
                    <a:lnTo>
                      <a:pt x="104" y="396"/>
                    </a:lnTo>
                    <a:lnTo>
                      <a:pt x="106" y="398"/>
                    </a:lnTo>
                    <a:lnTo>
                      <a:pt x="110" y="398"/>
                    </a:lnTo>
                    <a:lnTo>
                      <a:pt x="116" y="396"/>
                    </a:lnTo>
                    <a:lnTo>
                      <a:pt x="120" y="392"/>
                    </a:lnTo>
                    <a:lnTo>
                      <a:pt x="122" y="392"/>
                    </a:lnTo>
                    <a:lnTo>
                      <a:pt x="124" y="390"/>
                    </a:lnTo>
                    <a:lnTo>
                      <a:pt x="126" y="388"/>
                    </a:lnTo>
                    <a:lnTo>
                      <a:pt x="128" y="384"/>
                    </a:lnTo>
                    <a:lnTo>
                      <a:pt x="130" y="382"/>
                    </a:lnTo>
                    <a:lnTo>
                      <a:pt x="134" y="380"/>
                    </a:lnTo>
                    <a:lnTo>
                      <a:pt x="136" y="380"/>
                    </a:lnTo>
                    <a:lnTo>
                      <a:pt x="138" y="380"/>
                    </a:lnTo>
                    <a:lnTo>
                      <a:pt x="138" y="384"/>
                    </a:lnTo>
                    <a:lnTo>
                      <a:pt x="138" y="388"/>
                    </a:lnTo>
                    <a:lnTo>
                      <a:pt x="136" y="396"/>
                    </a:lnTo>
                    <a:lnTo>
                      <a:pt x="132" y="408"/>
                    </a:lnTo>
                    <a:lnTo>
                      <a:pt x="126" y="418"/>
                    </a:lnTo>
                    <a:lnTo>
                      <a:pt x="122" y="420"/>
                    </a:lnTo>
                    <a:lnTo>
                      <a:pt x="114" y="426"/>
                    </a:lnTo>
                    <a:lnTo>
                      <a:pt x="104" y="434"/>
                    </a:lnTo>
                    <a:lnTo>
                      <a:pt x="94" y="444"/>
                    </a:lnTo>
                    <a:lnTo>
                      <a:pt x="86" y="454"/>
                    </a:lnTo>
                    <a:lnTo>
                      <a:pt x="84" y="456"/>
                    </a:lnTo>
                    <a:lnTo>
                      <a:pt x="82" y="456"/>
                    </a:lnTo>
                    <a:lnTo>
                      <a:pt x="78" y="458"/>
                    </a:lnTo>
                    <a:lnTo>
                      <a:pt x="74" y="462"/>
                    </a:lnTo>
                    <a:lnTo>
                      <a:pt x="68" y="464"/>
                    </a:lnTo>
                    <a:lnTo>
                      <a:pt x="64" y="470"/>
                    </a:lnTo>
                    <a:lnTo>
                      <a:pt x="62" y="474"/>
                    </a:lnTo>
                    <a:lnTo>
                      <a:pt x="64" y="474"/>
                    </a:lnTo>
                    <a:lnTo>
                      <a:pt x="66" y="472"/>
                    </a:lnTo>
                    <a:lnTo>
                      <a:pt x="72" y="470"/>
                    </a:lnTo>
                    <a:lnTo>
                      <a:pt x="78" y="468"/>
                    </a:lnTo>
                    <a:lnTo>
                      <a:pt x="86" y="466"/>
                    </a:lnTo>
                    <a:lnTo>
                      <a:pt x="94" y="464"/>
                    </a:lnTo>
                    <a:lnTo>
                      <a:pt x="106" y="458"/>
                    </a:lnTo>
                    <a:lnTo>
                      <a:pt x="120" y="450"/>
                    </a:lnTo>
                    <a:lnTo>
                      <a:pt x="134" y="436"/>
                    </a:lnTo>
                    <a:lnTo>
                      <a:pt x="148" y="424"/>
                    </a:lnTo>
                    <a:lnTo>
                      <a:pt x="160" y="412"/>
                    </a:lnTo>
                    <a:lnTo>
                      <a:pt x="160" y="412"/>
                    </a:lnTo>
                    <a:lnTo>
                      <a:pt x="164" y="410"/>
                    </a:lnTo>
                    <a:lnTo>
                      <a:pt x="168" y="408"/>
                    </a:lnTo>
                    <a:lnTo>
                      <a:pt x="172" y="404"/>
                    </a:lnTo>
                    <a:lnTo>
                      <a:pt x="176" y="402"/>
                    </a:lnTo>
                    <a:lnTo>
                      <a:pt x="180" y="398"/>
                    </a:lnTo>
                    <a:lnTo>
                      <a:pt x="184" y="394"/>
                    </a:lnTo>
                    <a:lnTo>
                      <a:pt x="186" y="390"/>
                    </a:lnTo>
                    <a:lnTo>
                      <a:pt x="184" y="386"/>
                    </a:lnTo>
                    <a:lnTo>
                      <a:pt x="182" y="382"/>
                    </a:lnTo>
                    <a:lnTo>
                      <a:pt x="180" y="382"/>
                    </a:lnTo>
                    <a:lnTo>
                      <a:pt x="178" y="380"/>
                    </a:lnTo>
                    <a:lnTo>
                      <a:pt x="178" y="378"/>
                    </a:lnTo>
                    <a:lnTo>
                      <a:pt x="176" y="376"/>
                    </a:lnTo>
                    <a:lnTo>
                      <a:pt x="178" y="374"/>
                    </a:lnTo>
                    <a:lnTo>
                      <a:pt x="182" y="372"/>
                    </a:lnTo>
                    <a:lnTo>
                      <a:pt x="184" y="368"/>
                    </a:lnTo>
                    <a:lnTo>
                      <a:pt x="188" y="360"/>
                    </a:lnTo>
                    <a:lnTo>
                      <a:pt x="194" y="350"/>
                    </a:lnTo>
                    <a:lnTo>
                      <a:pt x="200" y="340"/>
                    </a:lnTo>
                    <a:lnTo>
                      <a:pt x="204" y="328"/>
                    </a:lnTo>
                    <a:lnTo>
                      <a:pt x="206" y="326"/>
                    </a:lnTo>
                    <a:lnTo>
                      <a:pt x="214" y="322"/>
                    </a:lnTo>
                    <a:lnTo>
                      <a:pt x="226" y="318"/>
                    </a:lnTo>
                    <a:lnTo>
                      <a:pt x="244" y="318"/>
                    </a:lnTo>
                    <a:lnTo>
                      <a:pt x="244" y="318"/>
                    </a:lnTo>
                    <a:lnTo>
                      <a:pt x="246" y="320"/>
                    </a:lnTo>
                    <a:lnTo>
                      <a:pt x="248" y="322"/>
                    </a:lnTo>
                    <a:lnTo>
                      <a:pt x="250" y="322"/>
                    </a:lnTo>
                    <a:lnTo>
                      <a:pt x="252" y="324"/>
                    </a:lnTo>
                    <a:lnTo>
                      <a:pt x="252" y="326"/>
                    </a:lnTo>
                    <a:lnTo>
                      <a:pt x="248" y="328"/>
                    </a:lnTo>
                    <a:lnTo>
                      <a:pt x="244" y="328"/>
                    </a:lnTo>
                    <a:lnTo>
                      <a:pt x="232" y="332"/>
                    </a:lnTo>
                    <a:lnTo>
                      <a:pt x="220" y="336"/>
                    </a:lnTo>
                    <a:lnTo>
                      <a:pt x="212" y="346"/>
                    </a:lnTo>
                    <a:lnTo>
                      <a:pt x="212" y="348"/>
                    </a:lnTo>
                    <a:lnTo>
                      <a:pt x="212" y="350"/>
                    </a:lnTo>
                    <a:lnTo>
                      <a:pt x="210" y="354"/>
                    </a:lnTo>
                    <a:lnTo>
                      <a:pt x="208" y="358"/>
                    </a:lnTo>
                    <a:lnTo>
                      <a:pt x="206" y="360"/>
                    </a:lnTo>
                    <a:lnTo>
                      <a:pt x="206" y="362"/>
                    </a:lnTo>
                    <a:lnTo>
                      <a:pt x="206" y="364"/>
                    </a:lnTo>
                    <a:lnTo>
                      <a:pt x="206" y="366"/>
                    </a:lnTo>
                    <a:lnTo>
                      <a:pt x="206" y="370"/>
                    </a:lnTo>
                    <a:lnTo>
                      <a:pt x="208" y="372"/>
                    </a:lnTo>
                    <a:lnTo>
                      <a:pt x="208" y="376"/>
                    </a:lnTo>
                    <a:lnTo>
                      <a:pt x="212" y="376"/>
                    </a:lnTo>
                    <a:lnTo>
                      <a:pt x="214" y="376"/>
                    </a:lnTo>
                    <a:lnTo>
                      <a:pt x="220" y="376"/>
                    </a:lnTo>
                    <a:lnTo>
                      <a:pt x="220" y="374"/>
                    </a:lnTo>
                    <a:lnTo>
                      <a:pt x="224" y="372"/>
                    </a:lnTo>
                    <a:lnTo>
                      <a:pt x="228" y="370"/>
                    </a:lnTo>
                    <a:lnTo>
                      <a:pt x="232" y="368"/>
                    </a:lnTo>
                    <a:lnTo>
                      <a:pt x="236" y="364"/>
                    </a:lnTo>
                    <a:lnTo>
                      <a:pt x="242" y="360"/>
                    </a:lnTo>
                    <a:lnTo>
                      <a:pt x="246" y="356"/>
                    </a:lnTo>
                    <a:lnTo>
                      <a:pt x="248" y="354"/>
                    </a:lnTo>
                    <a:lnTo>
                      <a:pt x="250" y="350"/>
                    </a:lnTo>
                    <a:lnTo>
                      <a:pt x="250" y="348"/>
                    </a:lnTo>
                    <a:lnTo>
                      <a:pt x="250" y="346"/>
                    </a:lnTo>
                    <a:lnTo>
                      <a:pt x="252" y="344"/>
                    </a:lnTo>
                    <a:lnTo>
                      <a:pt x="252" y="340"/>
                    </a:lnTo>
                    <a:lnTo>
                      <a:pt x="254" y="338"/>
                    </a:lnTo>
                    <a:lnTo>
                      <a:pt x="256" y="334"/>
                    </a:lnTo>
                    <a:lnTo>
                      <a:pt x="258" y="334"/>
                    </a:lnTo>
                    <a:lnTo>
                      <a:pt x="262" y="332"/>
                    </a:lnTo>
                    <a:lnTo>
                      <a:pt x="266" y="334"/>
                    </a:lnTo>
                    <a:lnTo>
                      <a:pt x="270" y="338"/>
                    </a:lnTo>
                    <a:lnTo>
                      <a:pt x="272" y="338"/>
                    </a:lnTo>
                    <a:lnTo>
                      <a:pt x="274" y="338"/>
                    </a:lnTo>
                    <a:lnTo>
                      <a:pt x="280" y="338"/>
                    </a:lnTo>
                    <a:lnTo>
                      <a:pt x="284" y="340"/>
                    </a:lnTo>
                    <a:lnTo>
                      <a:pt x="290" y="342"/>
                    </a:lnTo>
                    <a:lnTo>
                      <a:pt x="294" y="346"/>
                    </a:lnTo>
                    <a:lnTo>
                      <a:pt x="296" y="350"/>
                    </a:lnTo>
                    <a:lnTo>
                      <a:pt x="300" y="352"/>
                    </a:lnTo>
                    <a:lnTo>
                      <a:pt x="312" y="354"/>
                    </a:lnTo>
                    <a:lnTo>
                      <a:pt x="330" y="358"/>
                    </a:lnTo>
                    <a:lnTo>
                      <a:pt x="332" y="358"/>
                    </a:lnTo>
                    <a:lnTo>
                      <a:pt x="336" y="358"/>
                    </a:lnTo>
                    <a:lnTo>
                      <a:pt x="340" y="362"/>
                    </a:lnTo>
                    <a:lnTo>
                      <a:pt x="344" y="364"/>
                    </a:lnTo>
                    <a:lnTo>
                      <a:pt x="348" y="370"/>
                    </a:lnTo>
                    <a:lnTo>
                      <a:pt x="350" y="368"/>
                    </a:lnTo>
                    <a:lnTo>
                      <a:pt x="350" y="366"/>
                    </a:lnTo>
                    <a:lnTo>
                      <a:pt x="354" y="364"/>
                    </a:lnTo>
                    <a:lnTo>
                      <a:pt x="356" y="362"/>
                    </a:lnTo>
                    <a:lnTo>
                      <a:pt x="360" y="362"/>
                    </a:lnTo>
                    <a:lnTo>
                      <a:pt x="364" y="362"/>
                    </a:lnTo>
                    <a:lnTo>
                      <a:pt x="366" y="366"/>
                    </a:lnTo>
                    <a:lnTo>
                      <a:pt x="372" y="372"/>
                    </a:lnTo>
                    <a:lnTo>
                      <a:pt x="380" y="382"/>
                    </a:lnTo>
                    <a:lnTo>
                      <a:pt x="390" y="392"/>
                    </a:lnTo>
                    <a:lnTo>
                      <a:pt x="398" y="402"/>
                    </a:lnTo>
                    <a:lnTo>
                      <a:pt x="406" y="408"/>
                    </a:lnTo>
                    <a:lnTo>
                      <a:pt x="408" y="410"/>
                    </a:lnTo>
                    <a:lnTo>
                      <a:pt x="424" y="386"/>
                    </a:lnTo>
                    <a:lnTo>
                      <a:pt x="426" y="388"/>
                    </a:lnTo>
                    <a:lnTo>
                      <a:pt x="432" y="398"/>
                    </a:lnTo>
                    <a:lnTo>
                      <a:pt x="438" y="408"/>
                    </a:lnTo>
                    <a:lnTo>
                      <a:pt x="442" y="418"/>
                    </a:lnTo>
                    <a:lnTo>
                      <a:pt x="444" y="418"/>
                    </a:lnTo>
                    <a:lnTo>
                      <a:pt x="446" y="420"/>
                    </a:lnTo>
                    <a:lnTo>
                      <a:pt x="448" y="424"/>
                    </a:lnTo>
                    <a:lnTo>
                      <a:pt x="452" y="428"/>
                    </a:lnTo>
                    <a:lnTo>
                      <a:pt x="456" y="432"/>
                    </a:lnTo>
                    <a:lnTo>
                      <a:pt x="458" y="436"/>
                    </a:lnTo>
                    <a:lnTo>
                      <a:pt x="458" y="436"/>
                    </a:lnTo>
                    <a:lnTo>
                      <a:pt x="458" y="440"/>
                    </a:lnTo>
                    <a:lnTo>
                      <a:pt x="458" y="444"/>
                    </a:lnTo>
                    <a:lnTo>
                      <a:pt x="460" y="450"/>
                    </a:lnTo>
                    <a:lnTo>
                      <a:pt x="462" y="454"/>
                    </a:lnTo>
                    <a:lnTo>
                      <a:pt x="466" y="458"/>
                    </a:lnTo>
                    <a:lnTo>
                      <a:pt x="466" y="460"/>
                    </a:lnTo>
                    <a:lnTo>
                      <a:pt x="466" y="460"/>
                    </a:lnTo>
                    <a:lnTo>
                      <a:pt x="466" y="462"/>
                    </a:lnTo>
                    <a:lnTo>
                      <a:pt x="468" y="462"/>
                    </a:lnTo>
                    <a:lnTo>
                      <a:pt x="470" y="462"/>
                    </a:lnTo>
                    <a:lnTo>
                      <a:pt x="472" y="462"/>
                    </a:lnTo>
                    <a:lnTo>
                      <a:pt x="476" y="458"/>
                    </a:lnTo>
                    <a:lnTo>
                      <a:pt x="476" y="458"/>
                    </a:lnTo>
                    <a:lnTo>
                      <a:pt x="476" y="460"/>
                    </a:lnTo>
                    <a:lnTo>
                      <a:pt x="478" y="460"/>
                    </a:lnTo>
                    <a:lnTo>
                      <a:pt x="478" y="464"/>
                    </a:lnTo>
                    <a:lnTo>
                      <a:pt x="478" y="468"/>
                    </a:lnTo>
                    <a:lnTo>
                      <a:pt x="480" y="474"/>
                    </a:lnTo>
                    <a:lnTo>
                      <a:pt x="478" y="474"/>
                    </a:lnTo>
                    <a:lnTo>
                      <a:pt x="478" y="476"/>
                    </a:lnTo>
                    <a:lnTo>
                      <a:pt x="476" y="480"/>
                    </a:lnTo>
                    <a:lnTo>
                      <a:pt x="476" y="484"/>
                    </a:lnTo>
                    <a:lnTo>
                      <a:pt x="476" y="488"/>
                    </a:lnTo>
                    <a:lnTo>
                      <a:pt x="478" y="494"/>
                    </a:lnTo>
                    <a:lnTo>
                      <a:pt x="480" y="496"/>
                    </a:lnTo>
                    <a:lnTo>
                      <a:pt x="484" y="498"/>
                    </a:lnTo>
                    <a:lnTo>
                      <a:pt x="486" y="494"/>
                    </a:lnTo>
                    <a:lnTo>
                      <a:pt x="488" y="486"/>
                    </a:lnTo>
                    <a:lnTo>
                      <a:pt x="490" y="474"/>
                    </a:lnTo>
                    <a:lnTo>
                      <a:pt x="492" y="464"/>
                    </a:lnTo>
                    <a:lnTo>
                      <a:pt x="492" y="456"/>
                    </a:lnTo>
                    <a:lnTo>
                      <a:pt x="490" y="456"/>
                    </a:lnTo>
                    <a:lnTo>
                      <a:pt x="488" y="454"/>
                    </a:lnTo>
                    <a:lnTo>
                      <a:pt x="484" y="450"/>
                    </a:lnTo>
                    <a:lnTo>
                      <a:pt x="478" y="444"/>
                    </a:lnTo>
                    <a:lnTo>
                      <a:pt x="474" y="438"/>
                    </a:lnTo>
                    <a:lnTo>
                      <a:pt x="470" y="430"/>
                    </a:lnTo>
                    <a:lnTo>
                      <a:pt x="468" y="426"/>
                    </a:lnTo>
                    <a:lnTo>
                      <a:pt x="462" y="418"/>
                    </a:lnTo>
                    <a:lnTo>
                      <a:pt x="454" y="406"/>
                    </a:lnTo>
                    <a:lnTo>
                      <a:pt x="444" y="392"/>
                    </a:lnTo>
                    <a:lnTo>
                      <a:pt x="434" y="380"/>
                    </a:lnTo>
                    <a:lnTo>
                      <a:pt x="426" y="370"/>
                    </a:lnTo>
                    <a:lnTo>
                      <a:pt x="420" y="366"/>
                    </a:lnTo>
                    <a:lnTo>
                      <a:pt x="418" y="366"/>
                    </a:lnTo>
                    <a:lnTo>
                      <a:pt x="416" y="368"/>
                    </a:lnTo>
                    <a:lnTo>
                      <a:pt x="412" y="372"/>
                    </a:lnTo>
                    <a:lnTo>
                      <a:pt x="408" y="374"/>
                    </a:lnTo>
                    <a:lnTo>
                      <a:pt x="402" y="378"/>
                    </a:lnTo>
                    <a:lnTo>
                      <a:pt x="398" y="378"/>
                    </a:lnTo>
                    <a:lnTo>
                      <a:pt x="396" y="376"/>
                    </a:lnTo>
                    <a:lnTo>
                      <a:pt x="388" y="370"/>
                    </a:lnTo>
                    <a:lnTo>
                      <a:pt x="378" y="362"/>
                    </a:lnTo>
                    <a:lnTo>
                      <a:pt x="368" y="354"/>
                    </a:lnTo>
                    <a:lnTo>
                      <a:pt x="358" y="348"/>
                    </a:lnTo>
                    <a:lnTo>
                      <a:pt x="350" y="342"/>
                    </a:lnTo>
                    <a:lnTo>
                      <a:pt x="338" y="342"/>
                    </a:lnTo>
                    <a:lnTo>
                      <a:pt x="338" y="50"/>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4" name="Google Shape;644;p8"/>
              <p:cNvSpPr/>
              <p:nvPr/>
            </p:nvSpPr>
            <p:spPr>
              <a:xfrm>
                <a:off x="3919" y="2134"/>
                <a:ext cx="738" cy="404"/>
              </a:xfrm>
              <a:custGeom>
                <a:avLst/>
                <a:gdLst/>
                <a:ahLst/>
                <a:cxnLst/>
                <a:rect l="l" t="t" r="r" b="b"/>
                <a:pathLst>
                  <a:path w="738" h="404" extrusionOk="0">
                    <a:moveTo>
                      <a:pt x="640" y="76"/>
                    </a:moveTo>
                    <a:lnTo>
                      <a:pt x="650" y="64"/>
                    </a:lnTo>
                    <a:lnTo>
                      <a:pt x="664" y="58"/>
                    </a:lnTo>
                    <a:lnTo>
                      <a:pt x="680" y="54"/>
                    </a:lnTo>
                    <a:lnTo>
                      <a:pt x="694" y="52"/>
                    </a:lnTo>
                    <a:lnTo>
                      <a:pt x="698" y="52"/>
                    </a:lnTo>
                    <a:lnTo>
                      <a:pt x="704" y="42"/>
                    </a:lnTo>
                    <a:lnTo>
                      <a:pt x="708" y="36"/>
                    </a:lnTo>
                    <a:lnTo>
                      <a:pt x="712" y="32"/>
                    </a:lnTo>
                    <a:lnTo>
                      <a:pt x="716" y="30"/>
                    </a:lnTo>
                    <a:lnTo>
                      <a:pt x="720" y="28"/>
                    </a:lnTo>
                    <a:lnTo>
                      <a:pt x="722" y="28"/>
                    </a:lnTo>
                    <a:lnTo>
                      <a:pt x="724" y="30"/>
                    </a:lnTo>
                    <a:lnTo>
                      <a:pt x="724" y="30"/>
                    </a:lnTo>
                    <a:lnTo>
                      <a:pt x="726" y="30"/>
                    </a:lnTo>
                    <a:lnTo>
                      <a:pt x="732" y="32"/>
                    </a:lnTo>
                    <a:lnTo>
                      <a:pt x="734" y="40"/>
                    </a:lnTo>
                    <a:lnTo>
                      <a:pt x="732" y="48"/>
                    </a:lnTo>
                    <a:lnTo>
                      <a:pt x="728" y="56"/>
                    </a:lnTo>
                    <a:lnTo>
                      <a:pt x="726" y="62"/>
                    </a:lnTo>
                    <a:lnTo>
                      <a:pt x="724" y="64"/>
                    </a:lnTo>
                    <a:lnTo>
                      <a:pt x="724" y="64"/>
                    </a:lnTo>
                    <a:lnTo>
                      <a:pt x="726" y="66"/>
                    </a:lnTo>
                    <a:lnTo>
                      <a:pt x="728" y="68"/>
                    </a:lnTo>
                    <a:lnTo>
                      <a:pt x="732" y="70"/>
                    </a:lnTo>
                    <a:lnTo>
                      <a:pt x="734" y="72"/>
                    </a:lnTo>
                    <a:lnTo>
                      <a:pt x="738" y="74"/>
                    </a:lnTo>
                    <a:lnTo>
                      <a:pt x="738" y="74"/>
                    </a:lnTo>
                    <a:lnTo>
                      <a:pt x="738" y="74"/>
                    </a:lnTo>
                    <a:lnTo>
                      <a:pt x="738" y="76"/>
                    </a:lnTo>
                    <a:lnTo>
                      <a:pt x="736" y="76"/>
                    </a:lnTo>
                    <a:lnTo>
                      <a:pt x="734" y="78"/>
                    </a:lnTo>
                    <a:lnTo>
                      <a:pt x="730" y="80"/>
                    </a:lnTo>
                    <a:lnTo>
                      <a:pt x="730" y="82"/>
                    </a:lnTo>
                    <a:lnTo>
                      <a:pt x="726" y="82"/>
                    </a:lnTo>
                    <a:lnTo>
                      <a:pt x="722" y="84"/>
                    </a:lnTo>
                    <a:lnTo>
                      <a:pt x="718" y="86"/>
                    </a:lnTo>
                    <a:lnTo>
                      <a:pt x="712" y="86"/>
                    </a:lnTo>
                    <a:lnTo>
                      <a:pt x="708" y="88"/>
                    </a:lnTo>
                    <a:lnTo>
                      <a:pt x="706" y="90"/>
                    </a:lnTo>
                    <a:lnTo>
                      <a:pt x="704" y="92"/>
                    </a:lnTo>
                    <a:lnTo>
                      <a:pt x="702" y="96"/>
                    </a:lnTo>
                    <a:lnTo>
                      <a:pt x="698" y="100"/>
                    </a:lnTo>
                    <a:lnTo>
                      <a:pt x="696" y="104"/>
                    </a:lnTo>
                    <a:lnTo>
                      <a:pt x="692" y="106"/>
                    </a:lnTo>
                    <a:lnTo>
                      <a:pt x="692" y="108"/>
                    </a:lnTo>
                    <a:lnTo>
                      <a:pt x="690" y="108"/>
                    </a:lnTo>
                    <a:lnTo>
                      <a:pt x="688" y="110"/>
                    </a:lnTo>
                    <a:lnTo>
                      <a:pt x="684" y="114"/>
                    </a:lnTo>
                    <a:lnTo>
                      <a:pt x="682" y="116"/>
                    </a:lnTo>
                    <a:lnTo>
                      <a:pt x="680" y="118"/>
                    </a:lnTo>
                    <a:lnTo>
                      <a:pt x="680" y="122"/>
                    </a:lnTo>
                    <a:lnTo>
                      <a:pt x="680" y="124"/>
                    </a:lnTo>
                    <a:lnTo>
                      <a:pt x="684" y="124"/>
                    </a:lnTo>
                    <a:lnTo>
                      <a:pt x="686" y="124"/>
                    </a:lnTo>
                    <a:lnTo>
                      <a:pt x="688" y="126"/>
                    </a:lnTo>
                    <a:lnTo>
                      <a:pt x="692" y="126"/>
                    </a:lnTo>
                    <a:lnTo>
                      <a:pt x="694" y="126"/>
                    </a:lnTo>
                    <a:lnTo>
                      <a:pt x="698" y="128"/>
                    </a:lnTo>
                    <a:lnTo>
                      <a:pt x="700" y="130"/>
                    </a:lnTo>
                    <a:lnTo>
                      <a:pt x="702" y="132"/>
                    </a:lnTo>
                    <a:lnTo>
                      <a:pt x="700" y="134"/>
                    </a:lnTo>
                    <a:lnTo>
                      <a:pt x="696" y="136"/>
                    </a:lnTo>
                    <a:lnTo>
                      <a:pt x="692" y="138"/>
                    </a:lnTo>
                    <a:lnTo>
                      <a:pt x="688" y="138"/>
                    </a:lnTo>
                    <a:lnTo>
                      <a:pt x="682" y="138"/>
                    </a:lnTo>
                    <a:lnTo>
                      <a:pt x="676" y="138"/>
                    </a:lnTo>
                    <a:lnTo>
                      <a:pt x="676" y="138"/>
                    </a:lnTo>
                    <a:lnTo>
                      <a:pt x="672" y="138"/>
                    </a:lnTo>
                    <a:lnTo>
                      <a:pt x="668" y="140"/>
                    </a:lnTo>
                    <a:lnTo>
                      <a:pt x="662" y="142"/>
                    </a:lnTo>
                    <a:lnTo>
                      <a:pt x="656" y="142"/>
                    </a:lnTo>
                    <a:lnTo>
                      <a:pt x="650" y="142"/>
                    </a:lnTo>
                    <a:lnTo>
                      <a:pt x="646" y="140"/>
                    </a:lnTo>
                    <a:lnTo>
                      <a:pt x="646" y="142"/>
                    </a:lnTo>
                    <a:lnTo>
                      <a:pt x="644" y="142"/>
                    </a:lnTo>
                    <a:lnTo>
                      <a:pt x="644" y="142"/>
                    </a:lnTo>
                    <a:lnTo>
                      <a:pt x="642" y="144"/>
                    </a:lnTo>
                    <a:lnTo>
                      <a:pt x="642" y="146"/>
                    </a:lnTo>
                    <a:lnTo>
                      <a:pt x="642" y="150"/>
                    </a:lnTo>
                    <a:lnTo>
                      <a:pt x="646" y="152"/>
                    </a:lnTo>
                    <a:lnTo>
                      <a:pt x="646" y="154"/>
                    </a:lnTo>
                    <a:lnTo>
                      <a:pt x="646" y="158"/>
                    </a:lnTo>
                    <a:lnTo>
                      <a:pt x="646" y="162"/>
                    </a:lnTo>
                    <a:lnTo>
                      <a:pt x="646" y="168"/>
                    </a:lnTo>
                    <a:lnTo>
                      <a:pt x="646" y="174"/>
                    </a:lnTo>
                    <a:lnTo>
                      <a:pt x="646" y="178"/>
                    </a:lnTo>
                    <a:lnTo>
                      <a:pt x="646" y="182"/>
                    </a:lnTo>
                    <a:lnTo>
                      <a:pt x="644" y="186"/>
                    </a:lnTo>
                    <a:lnTo>
                      <a:pt x="644" y="190"/>
                    </a:lnTo>
                    <a:lnTo>
                      <a:pt x="642" y="192"/>
                    </a:lnTo>
                    <a:lnTo>
                      <a:pt x="640" y="194"/>
                    </a:lnTo>
                    <a:lnTo>
                      <a:pt x="638" y="192"/>
                    </a:lnTo>
                    <a:lnTo>
                      <a:pt x="638" y="188"/>
                    </a:lnTo>
                    <a:lnTo>
                      <a:pt x="638" y="184"/>
                    </a:lnTo>
                    <a:lnTo>
                      <a:pt x="638" y="184"/>
                    </a:lnTo>
                    <a:lnTo>
                      <a:pt x="634" y="176"/>
                    </a:lnTo>
                    <a:lnTo>
                      <a:pt x="630" y="184"/>
                    </a:lnTo>
                    <a:lnTo>
                      <a:pt x="620" y="176"/>
                    </a:lnTo>
                    <a:lnTo>
                      <a:pt x="620" y="176"/>
                    </a:lnTo>
                    <a:lnTo>
                      <a:pt x="620" y="178"/>
                    </a:lnTo>
                    <a:lnTo>
                      <a:pt x="620" y="178"/>
                    </a:lnTo>
                    <a:lnTo>
                      <a:pt x="620" y="180"/>
                    </a:lnTo>
                    <a:lnTo>
                      <a:pt x="620" y="182"/>
                    </a:lnTo>
                    <a:lnTo>
                      <a:pt x="622" y="186"/>
                    </a:lnTo>
                    <a:lnTo>
                      <a:pt x="622" y="186"/>
                    </a:lnTo>
                    <a:lnTo>
                      <a:pt x="624" y="188"/>
                    </a:lnTo>
                    <a:lnTo>
                      <a:pt x="626" y="192"/>
                    </a:lnTo>
                    <a:lnTo>
                      <a:pt x="628" y="196"/>
                    </a:lnTo>
                    <a:lnTo>
                      <a:pt x="628" y="202"/>
                    </a:lnTo>
                    <a:lnTo>
                      <a:pt x="626" y="202"/>
                    </a:lnTo>
                    <a:lnTo>
                      <a:pt x="626" y="204"/>
                    </a:lnTo>
                    <a:lnTo>
                      <a:pt x="624" y="204"/>
                    </a:lnTo>
                    <a:lnTo>
                      <a:pt x="620" y="206"/>
                    </a:lnTo>
                    <a:lnTo>
                      <a:pt x="612" y="206"/>
                    </a:lnTo>
                    <a:lnTo>
                      <a:pt x="612" y="208"/>
                    </a:lnTo>
                    <a:lnTo>
                      <a:pt x="614" y="210"/>
                    </a:lnTo>
                    <a:lnTo>
                      <a:pt x="614" y="214"/>
                    </a:lnTo>
                    <a:lnTo>
                      <a:pt x="616" y="218"/>
                    </a:lnTo>
                    <a:lnTo>
                      <a:pt x="618" y="226"/>
                    </a:lnTo>
                    <a:lnTo>
                      <a:pt x="618" y="226"/>
                    </a:lnTo>
                    <a:lnTo>
                      <a:pt x="620" y="228"/>
                    </a:lnTo>
                    <a:lnTo>
                      <a:pt x="622" y="228"/>
                    </a:lnTo>
                    <a:lnTo>
                      <a:pt x="624" y="230"/>
                    </a:lnTo>
                    <a:lnTo>
                      <a:pt x="624" y="232"/>
                    </a:lnTo>
                    <a:lnTo>
                      <a:pt x="624" y="234"/>
                    </a:lnTo>
                    <a:lnTo>
                      <a:pt x="622" y="234"/>
                    </a:lnTo>
                    <a:lnTo>
                      <a:pt x="618" y="236"/>
                    </a:lnTo>
                    <a:lnTo>
                      <a:pt x="618" y="236"/>
                    </a:lnTo>
                    <a:lnTo>
                      <a:pt x="616" y="236"/>
                    </a:lnTo>
                    <a:lnTo>
                      <a:pt x="614" y="236"/>
                    </a:lnTo>
                    <a:lnTo>
                      <a:pt x="612" y="238"/>
                    </a:lnTo>
                    <a:lnTo>
                      <a:pt x="610" y="240"/>
                    </a:lnTo>
                    <a:lnTo>
                      <a:pt x="610" y="246"/>
                    </a:lnTo>
                    <a:lnTo>
                      <a:pt x="606" y="250"/>
                    </a:lnTo>
                    <a:lnTo>
                      <a:pt x="602" y="252"/>
                    </a:lnTo>
                    <a:lnTo>
                      <a:pt x="594" y="260"/>
                    </a:lnTo>
                    <a:lnTo>
                      <a:pt x="582" y="270"/>
                    </a:lnTo>
                    <a:lnTo>
                      <a:pt x="570" y="284"/>
                    </a:lnTo>
                    <a:lnTo>
                      <a:pt x="556" y="296"/>
                    </a:lnTo>
                    <a:lnTo>
                      <a:pt x="556" y="296"/>
                    </a:lnTo>
                    <a:lnTo>
                      <a:pt x="554" y="300"/>
                    </a:lnTo>
                    <a:lnTo>
                      <a:pt x="552" y="304"/>
                    </a:lnTo>
                    <a:lnTo>
                      <a:pt x="552" y="308"/>
                    </a:lnTo>
                    <a:lnTo>
                      <a:pt x="550" y="316"/>
                    </a:lnTo>
                    <a:lnTo>
                      <a:pt x="550" y="316"/>
                    </a:lnTo>
                    <a:lnTo>
                      <a:pt x="550" y="320"/>
                    </a:lnTo>
                    <a:lnTo>
                      <a:pt x="550" y="324"/>
                    </a:lnTo>
                    <a:lnTo>
                      <a:pt x="552" y="332"/>
                    </a:lnTo>
                    <a:lnTo>
                      <a:pt x="554" y="338"/>
                    </a:lnTo>
                    <a:lnTo>
                      <a:pt x="558" y="346"/>
                    </a:lnTo>
                    <a:lnTo>
                      <a:pt x="560" y="348"/>
                    </a:lnTo>
                    <a:lnTo>
                      <a:pt x="566" y="356"/>
                    </a:lnTo>
                    <a:lnTo>
                      <a:pt x="572" y="368"/>
                    </a:lnTo>
                    <a:lnTo>
                      <a:pt x="574" y="382"/>
                    </a:lnTo>
                    <a:lnTo>
                      <a:pt x="572" y="398"/>
                    </a:lnTo>
                    <a:lnTo>
                      <a:pt x="572" y="400"/>
                    </a:lnTo>
                    <a:lnTo>
                      <a:pt x="570" y="400"/>
                    </a:lnTo>
                    <a:lnTo>
                      <a:pt x="570" y="402"/>
                    </a:lnTo>
                    <a:lnTo>
                      <a:pt x="568" y="404"/>
                    </a:lnTo>
                    <a:lnTo>
                      <a:pt x="566" y="404"/>
                    </a:lnTo>
                    <a:lnTo>
                      <a:pt x="562" y="404"/>
                    </a:lnTo>
                    <a:lnTo>
                      <a:pt x="558" y="400"/>
                    </a:lnTo>
                    <a:lnTo>
                      <a:pt x="554" y="394"/>
                    </a:lnTo>
                    <a:lnTo>
                      <a:pt x="550" y="392"/>
                    </a:lnTo>
                    <a:lnTo>
                      <a:pt x="542" y="384"/>
                    </a:lnTo>
                    <a:lnTo>
                      <a:pt x="532" y="368"/>
                    </a:lnTo>
                    <a:lnTo>
                      <a:pt x="528" y="348"/>
                    </a:lnTo>
                    <a:lnTo>
                      <a:pt x="528" y="346"/>
                    </a:lnTo>
                    <a:lnTo>
                      <a:pt x="528" y="344"/>
                    </a:lnTo>
                    <a:lnTo>
                      <a:pt x="528" y="340"/>
                    </a:lnTo>
                    <a:lnTo>
                      <a:pt x="526" y="336"/>
                    </a:lnTo>
                    <a:lnTo>
                      <a:pt x="524" y="332"/>
                    </a:lnTo>
                    <a:lnTo>
                      <a:pt x="520" y="330"/>
                    </a:lnTo>
                    <a:lnTo>
                      <a:pt x="516" y="326"/>
                    </a:lnTo>
                    <a:lnTo>
                      <a:pt x="510" y="326"/>
                    </a:lnTo>
                    <a:lnTo>
                      <a:pt x="504" y="324"/>
                    </a:lnTo>
                    <a:lnTo>
                      <a:pt x="490" y="324"/>
                    </a:lnTo>
                    <a:lnTo>
                      <a:pt x="472" y="322"/>
                    </a:lnTo>
                    <a:lnTo>
                      <a:pt x="456" y="322"/>
                    </a:lnTo>
                    <a:lnTo>
                      <a:pt x="446" y="324"/>
                    </a:lnTo>
                    <a:lnTo>
                      <a:pt x="446" y="324"/>
                    </a:lnTo>
                    <a:lnTo>
                      <a:pt x="444" y="328"/>
                    </a:lnTo>
                    <a:lnTo>
                      <a:pt x="438" y="330"/>
                    </a:lnTo>
                    <a:lnTo>
                      <a:pt x="426" y="332"/>
                    </a:lnTo>
                    <a:lnTo>
                      <a:pt x="406" y="332"/>
                    </a:lnTo>
                    <a:lnTo>
                      <a:pt x="402" y="332"/>
                    </a:lnTo>
                    <a:lnTo>
                      <a:pt x="394" y="332"/>
                    </a:lnTo>
                    <a:lnTo>
                      <a:pt x="382" y="334"/>
                    </a:lnTo>
                    <a:lnTo>
                      <a:pt x="372" y="340"/>
                    </a:lnTo>
                    <a:lnTo>
                      <a:pt x="354" y="348"/>
                    </a:lnTo>
                    <a:lnTo>
                      <a:pt x="342" y="366"/>
                    </a:lnTo>
                    <a:lnTo>
                      <a:pt x="342" y="368"/>
                    </a:lnTo>
                    <a:lnTo>
                      <a:pt x="344" y="370"/>
                    </a:lnTo>
                    <a:lnTo>
                      <a:pt x="344" y="372"/>
                    </a:lnTo>
                    <a:lnTo>
                      <a:pt x="344" y="376"/>
                    </a:lnTo>
                    <a:lnTo>
                      <a:pt x="344" y="378"/>
                    </a:lnTo>
                    <a:lnTo>
                      <a:pt x="344" y="382"/>
                    </a:lnTo>
                    <a:lnTo>
                      <a:pt x="340" y="382"/>
                    </a:lnTo>
                    <a:lnTo>
                      <a:pt x="338" y="382"/>
                    </a:lnTo>
                    <a:lnTo>
                      <a:pt x="330" y="376"/>
                    </a:lnTo>
                    <a:lnTo>
                      <a:pt x="320" y="366"/>
                    </a:lnTo>
                    <a:lnTo>
                      <a:pt x="308" y="350"/>
                    </a:lnTo>
                    <a:lnTo>
                      <a:pt x="308" y="350"/>
                    </a:lnTo>
                    <a:lnTo>
                      <a:pt x="306" y="348"/>
                    </a:lnTo>
                    <a:lnTo>
                      <a:pt x="304" y="344"/>
                    </a:lnTo>
                    <a:lnTo>
                      <a:pt x="300" y="342"/>
                    </a:lnTo>
                    <a:lnTo>
                      <a:pt x="296" y="338"/>
                    </a:lnTo>
                    <a:lnTo>
                      <a:pt x="292" y="336"/>
                    </a:lnTo>
                    <a:lnTo>
                      <a:pt x="288" y="336"/>
                    </a:lnTo>
                    <a:lnTo>
                      <a:pt x="286" y="338"/>
                    </a:lnTo>
                    <a:lnTo>
                      <a:pt x="284" y="338"/>
                    </a:lnTo>
                    <a:lnTo>
                      <a:pt x="282" y="340"/>
                    </a:lnTo>
                    <a:lnTo>
                      <a:pt x="278" y="340"/>
                    </a:lnTo>
                    <a:lnTo>
                      <a:pt x="272" y="340"/>
                    </a:lnTo>
                    <a:lnTo>
                      <a:pt x="266" y="336"/>
                    </a:lnTo>
                    <a:lnTo>
                      <a:pt x="262" y="334"/>
                    </a:lnTo>
                    <a:lnTo>
                      <a:pt x="254" y="328"/>
                    </a:lnTo>
                    <a:lnTo>
                      <a:pt x="246" y="316"/>
                    </a:lnTo>
                    <a:lnTo>
                      <a:pt x="242" y="300"/>
                    </a:lnTo>
                    <a:lnTo>
                      <a:pt x="240" y="298"/>
                    </a:lnTo>
                    <a:lnTo>
                      <a:pt x="238" y="298"/>
                    </a:lnTo>
                    <a:lnTo>
                      <a:pt x="234" y="296"/>
                    </a:lnTo>
                    <a:lnTo>
                      <a:pt x="228" y="296"/>
                    </a:lnTo>
                    <a:lnTo>
                      <a:pt x="224" y="296"/>
                    </a:lnTo>
                    <a:lnTo>
                      <a:pt x="218" y="296"/>
                    </a:lnTo>
                    <a:lnTo>
                      <a:pt x="214" y="300"/>
                    </a:lnTo>
                    <a:lnTo>
                      <a:pt x="210" y="302"/>
                    </a:lnTo>
                    <a:lnTo>
                      <a:pt x="198" y="306"/>
                    </a:lnTo>
                    <a:lnTo>
                      <a:pt x="180" y="306"/>
                    </a:lnTo>
                    <a:lnTo>
                      <a:pt x="176" y="306"/>
                    </a:lnTo>
                    <a:lnTo>
                      <a:pt x="166" y="304"/>
                    </a:lnTo>
                    <a:lnTo>
                      <a:pt x="152" y="300"/>
                    </a:lnTo>
                    <a:lnTo>
                      <a:pt x="140" y="296"/>
                    </a:lnTo>
                    <a:lnTo>
                      <a:pt x="130" y="290"/>
                    </a:lnTo>
                    <a:lnTo>
                      <a:pt x="128" y="288"/>
                    </a:lnTo>
                    <a:lnTo>
                      <a:pt x="124" y="286"/>
                    </a:lnTo>
                    <a:lnTo>
                      <a:pt x="112" y="288"/>
                    </a:lnTo>
                    <a:lnTo>
                      <a:pt x="98" y="296"/>
                    </a:lnTo>
                    <a:lnTo>
                      <a:pt x="96" y="294"/>
                    </a:lnTo>
                    <a:lnTo>
                      <a:pt x="96" y="292"/>
                    </a:lnTo>
                    <a:lnTo>
                      <a:pt x="94" y="288"/>
                    </a:lnTo>
                    <a:lnTo>
                      <a:pt x="90" y="282"/>
                    </a:lnTo>
                    <a:lnTo>
                      <a:pt x="88" y="276"/>
                    </a:lnTo>
                    <a:lnTo>
                      <a:pt x="84" y="272"/>
                    </a:lnTo>
                    <a:lnTo>
                      <a:pt x="80" y="268"/>
                    </a:lnTo>
                    <a:lnTo>
                      <a:pt x="74" y="266"/>
                    </a:lnTo>
                    <a:lnTo>
                      <a:pt x="74" y="266"/>
                    </a:lnTo>
                    <a:lnTo>
                      <a:pt x="70" y="264"/>
                    </a:lnTo>
                    <a:lnTo>
                      <a:pt x="66" y="262"/>
                    </a:lnTo>
                    <a:lnTo>
                      <a:pt x="60" y="258"/>
                    </a:lnTo>
                    <a:lnTo>
                      <a:pt x="52" y="252"/>
                    </a:lnTo>
                    <a:lnTo>
                      <a:pt x="46" y="242"/>
                    </a:lnTo>
                    <a:lnTo>
                      <a:pt x="42" y="240"/>
                    </a:lnTo>
                    <a:lnTo>
                      <a:pt x="36" y="230"/>
                    </a:lnTo>
                    <a:lnTo>
                      <a:pt x="26" y="216"/>
                    </a:lnTo>
                    <a:lnTo>
                      <a:pt x="16" y="200"/>
                    </a:lnTo>
                    <a:lnTo>
                      <a:pt x="8" y="180"/>
                    </a:lnTo>
                    <a:lnTo>
                      <a:pt x="2" y="156"/>
                    </a:lnTo>
                    <a:lnTo>
                      <a:pt x="2" y="152"/>
                    </a:lnTo>
                    <a:lnTo>
                      <a:pt x="0" y="140"/>
                    </a:lnTo>
                    <a:lnTo>
                      <a:pt x="0" y="124"/>
                    </a:lnTo>
                    <a:lnTo>
                      <a:pt x="0" y="110"/>
                    </a:lnTo>
                    <a:lnTo>
                      <a:pt x="4" y="104"/>
                    </a:lnTo>
                    <a:lnTo>
                      <a:pt x="6" y="102"/>
                    </a:lnTo>
                    <a:lnTo>
                      <a:pt x="6" y="102"/>
                    </a:lnTo>
                    <a:lnTo>
                      <a:pt x="8" y="100"/>
                    </a:lnTo>
                    <a:lnTo>
                      <a:pt x="10" y="96"/>
                    </a:lnTo>
                    <a:lnTo>
                      <a:pt x="10" y="92"/>
                    </a:lnTo>
                    <a:lnTo>
                      <a:pt x="10" y="86"/>
                    </a:lnTo>
                    <a:lnTo>
                      <a:pt x="8" y="80"/>
                    </a:lnTo>
                    <a:lnTo>
                      <a:pt x="8" y="76"/>
                    </a:lnTo>
                    <a:lnTo>
                      <a:pt x="6" y="62"/>
                    </a:lnTo>
                    <a:lnTo>
                      <a:pt x="6" y="46"/>
                    </a:lnTo>
                    <a:lnTo>
                      <a:pt x="4" y="30"/>
                    </a:lnTo>
                    <a:lnTo>
                      <a:pt x="4" y="20"/>
                    </a:lnTo>
                    <a:lnTo>
                      <a:pt x="6" y="20"/>
                    </a:lnTo>
                    <a:lnTo>
                      <a:pt x="8" y="20"/>
                    </a:lnTo>
                    <a:lnTo>
                      <a:pt x="10" y="22"/>
                    </a:lnTo>
                    <a:lnTo>
                      <a:pt x="14" y="22"/>
                    </a:lnTo>
                    <a:lnTo>
                      <a:pt x="16" y="20"/>
                    </a:lnTo>
                    <a:lnTo>
                      <a:pt x="18" y="18"/>
                    </a:lnTo>
                    <a:lnTo>
                      <a:pt x="18" y="14"/>
                    </a:lnTo>
                    <a:lnTo>
                      <a:pt x="18" y="0"/>
                    </a:lnTo>
                    <a:lnTo>
                      <a:pt x="380" y="0"/>
                    </a:lnTo>
                    <a:lnTo>
                      <a:pt x="392" y="10"/>
                    </a:lnTo>
                    <a:lnTo>
                      <a:pt x="416" y="12"/>
                    </a:lnTo>
                    <a:lnTo>
                      <a:pt x="418" y="16"/>
                    </a:lnTo>
                    <a:lnTo>
                      <a:pt x="422" y="18"/>
                    </a:lnTo>
                    <a:lnTo>
                      <a:pt x="426" y="20"/>
                    </a:lnTo>
                    <a:lnTo>
                      <a:pt x="430" y="20"/>
                    </a:lnTo>
                    <a:lnTo>
                      <a:pt x="432" y="20"/>
                    </a:lnTo>
                    <a:lnTo>
                      <a:pt x="434" y="20"/>
                    </a:lnTo>
                    <a:lnTo>
                      <a:pt x="432" y="22"/>
                    </a:lnTo>
                    <a:lnTo>
                      <a:pt x="432" y="24"/>
                    </a:lnTo>
                    <a:lnTo>
                      <a:pt x="428" y="28"/>
                    </a:lnTo>
                    <a:lnTo>
                      <a:pt x="424" y="32"/>
                    </a:lnTo>
                    <a:lnTo>
                      <a:pt x="422" y="34"/>
                    </a:lnTo>
                    <a:lnTo>
                      <a:pt x="420" y="36"/>
                    </a:lnTo>
                    <a:lnTo>
                      <a:pt x="416" y="38"/>
                    </a:lnTo>
                    <a:lnTo>
                      <a:pt x="416" y="40"/>
                    </a:lnTo>
                    <a:lnTo>
                      <a:pt x="416" y="42"/>
                    </a:lnTo>
                    <a:lnTo>
                      <a:pt x="418" y="42"/>
                    </a:lnTo>
                    <a:lnTo>
                      <a:pt x="422" y="44"/>
                    </a:lnTo>
                    <a:lnTo>
                      <a:pt x="428" y="44"/>
                    </a:lnTo>
                    <a:lnTo>
                      <a:pt x="432" y="44"/>
                    </a:lnTo>
                    <a:lnTo>
                      <a:pt x="442" y="44"/>
                    </a:lnTo>
                    <a:lnTo>
                      <a:pt x="454" y="42"/>
                    </a:lnTo>
                    <a:lnTo>
                      <a:pt x="464" y="38"/>
                    </a:lnTo>
                    <a:lnTo>
                      <a:pt x="464" y="38"/>
                    </a:lnTo>
                    <a:lnTo>
                      <a:pt x="466" y="40"/>
                    </a:lnTo>
                    <a:lnTo>
                      <a:pt x="468" y="40"/>
                    </a:lnTo>
                    <a:lnTo>
                      <a:pt x="470" y="42"/>
                    </a:lnTo>
                    <a:lnTo>
                      <a:pt x="476" y="42"/>
                    </a:lnTo>
                    <a:lnTo>
                      <a:pt x="484" y="42"/>
                    </a:lnTo>
                    <a:lnTo>
                      <a:pt x="484" y="42"/>
                    </a:lnTo>
                    <a:lnTo>
                      <a:pt x="486" y="42"/>
                    </a:lnTo>
                    <a:lnTo>
                      <a:pt x="490" y="40"/>
                    </a:lnTo>
                    <a:lnTo>
                      <a:pt x="492" y="40"/>
                    </a:lnTo>
                    <a:lnTo>
                      <a:pt x="496" y="40"/>
                    </a:lnTo>
                    <a:lnTo>
                      <a:pt x="500" y="42"/>
                    </a:lnTo>
                    <a:lnTo>
                      <a:pt x="502" y="44"/>
                    </a:lnTo>
                    <a:lnTo>
                      <a:pt x="502" y="46"/>
                    </a:lnTo>
                    <a:lnTo>
                      <a:pt x="502" y="48"/>
                    </a:lnTo>
                    <a:lnTo>
                      <a:pt x="502" y="50"/>
                    </a:lnTo>
                    <a:lnTo>
                      <a:pt x="502" y="52"/>
                    </a:lnTo>
                    <a:lnTo>
                      <a:pt x="498" y="56"/>
                    </a:lnTo>
                    <a:lnTo>
                      <a:pt x="496" y="58"/>
                    </a:lnTo>
                    <a:lnTo>
                      <a:pt x="490" y="60"/>
                    </a:lnTo>
                    <a:lnTo>
                      <a:pt x="490" y="58"/>
                    </a:lnTo>
                    <a:lnTo>
                      <a:pt x="488" y="58"/>
                    </a:lnTo>
                    <a:lnTo>
                      <a:pt x="484" y="58"/>
                    </a:lnTo>
                    <a:lnTo>
                      <a:pt x="482" y="58"/>
                    </a:lnTo>
                    <a:lnTo>
                      <a:pt x="478" y="58"/>
                    </a:lnTo>
                    <a:lnTo>
                      <a:pt x="476" y="62"/>
                    </a:lnTo>
                    <a:lnTo>
                      <a:pt x="472" y="66"/>
                    </a:lnTo>
                    <a:lnTo>
                      <a:pt x="470" y="72"/>
                    </a:lnTo>
                    <a:lnTo>
                      <a:pt x="472" y="72"/>
                    </a:lnTo>
                    <a:lnTo>
                      <a:pt x="472" y="72"/>
                    </a:lnTo>
                    <a:lnTo>
                      <a:pt x="474" y="74"/>
                    </a:lnTo>
                    <a:lnTo>
                      <a:pt x="476" y="76"/>
                    </a:lnTo>
                    <a:lnTo>
                      <a:pt x="476" y="80"/>
                    </a:lnTo>
                    <a:lnTo>
                      <a:pt x="476" y="84"/>
                    </a:lnTo>
                    <a:lnTo>
                      <a:pt x="474" y="90"/>
                    </a:lnTo>
                    <a:lnTo>
                      <a:pt x="472" y="92"/>
                    </a:lnTo>
                    <a:lnTo>
                      <a:pt x="470" y="102"/>
                    </a:lnTo>
                    <a:lnTo>
                      <a:pt x="468" y="114"/>
                    </a:lnTo>
                    <a:lnTo>
                      <a:pt x="468" y="126"/>
                    </a:lnTo>
                    <a:lnTo>
                      <a:pt x="472" y="134"/>
                    </a:lnTo>
                    <a:lnTo>
                      <a:pt x="472" y="134"/>
                    </a:lnTo>
                    <a:lnTo>
                      <a:pt x="474" y="134"/>
                    </a:lnTo>
                    <a:lnTo>
                      <a:pt x="478" y="132"/>
                    </a:lnTo>
                    <a:lnTo>
                      <a:pt x="480" y="130"/>
                    </a:lnTo>
                    <a:lnTo>
                      <a:pt x="484" y="126"/>
                    </a:lnTo>
                    <a:lnTo>
                      <a:pt x="486" y="122"/>
                    </a:lnTo>
                    <a:lnTo>
                      <a:pt x="488" y="116"/>
                    </a:lnTo>
                    <a:lnTo>
                      <a:pt x="490" y="108"/>
                    </a:lnTo>
                    <a:lnTo>
                      <a:pt x="494" y="82"/>
                    </a:lnTo>
                    <a:lnTo>
                      <a:pt x="500" y="78"/>
                    </a:lnTo>
                    <a:lnTo>
                      <a:pt x="500" y="78"/>
                    </a:lnTo>
                    <a:lnTo>
                      <a:pt x="500" y="74"/>
                    </a:lnTo>
                    <a:lnTo>
                      <a:pt x="500" y="72"/>
                    </a:lnTo>
                    <a:lnTo>
                      <a:pt x="502" y="68"/>
                    </a:lnTo>
                    <a:lnTo>
                      <a:pt x="504" y="64"/>
                    </a:lnTo>
                    <a:lnTo>
                      <a:pt x="506" y="62"/>
                    </a:lnTo>
                    <a:lnTo>
                      <a:pt x="508" y="62"/>
                    </a:lnTo>
                    <a:lnTo>
                      <a:pt x="508" y="62"/>
                    </a:lnTo>
                    <a:lnTo>
                      <a:pt x="510" y="62"/>
                    </a:lnTo>
                    <a:lnTo>
                      <a:pt x="514" y="62"/>
                    </a:lnTo>
                    <a:lnTo>
                      <a:pt x="516" y="64"/>
                    </a:lnTo>
                    <a:lnTo>
                      <a:pt x="520" y="64"/>
                    </a:lnTo>
                    <a:lnTo>
                      <a:pt x="522" y="68"/>
                    </a:lnTo>
                    <a:lnTo>
                      <a:pt x="524" y="72"/>
                    </a:lnTo>
                    <a:lnTo>
                      <a:pt x="524" y="76"/>
                    </a:lnTo>
                    <a:lnTo>
                      <a:pt x="520" y="86"/>
                    </a:lnTo>
                    <a:lnTo>
                      <a:pt x="520" y="88"/>
                    </a:lnTo>
                    <a:lnTo>
                      <a:pt x="520" y="88"/>
                    </a:lnTo>
                    <a:lnTo>
                      <a:pt x="518" y="90"/>
                    </a:lnTo>
                    <a:lnTo>
                      <a:pt x="518" y="92"/>
                    </a:lnTo>
                    <a:lnTo>
                      <a:pt x="520" y="92"/>
                    </a:lnTo>
                    <a:lnTo>
                      <a:pt x="524" y="92"/>
                    </a:lnTo>
                    <a:lnTo>
                      <a:pt x="526" y="90"/>
                    </a:lnTo>
                    <a:lnTo>
                      <a:pt x="528" y="88"/>
                    </a:lnTo>
                    <a:lnTo>
                      <a:pt x="528" y="90"/>
                    </a:lnTo>
                    <a:lnTo>
                      <a:pt x="530" y="92"/>
                    </a:lnTo>
                    <a:lnTo>
                      <a:pt x="534" y="96"/>
                    </a:lnTo>
                    <a:lnTo>
                      <a:pt x="536" y="100"/>
                    </a:lnTo>
                    <a:lnTo>
                      <a:pt x="536" y="104"/>
                    </a:lnTo>
                    <a:lnTo>
                      <a:pt x="536" y="108"/>
                    </a:lnTo>
                    <a:lnTo>
                      <a:pt x="536" y="114"/>
                    </a:lnTo>
                    <a:lnTo>
                      <a:pt x="536" y="118"/>
                    </a:lnTo>
                    <a:lnTo>
                      <a:pt x="536" y="120"/>
                    </a:lnTo>
                    <a:lnTo>
                      <a:pt x="534" y="122"/>
                    </a:lnTo>
                    <a:lnTo>
                      <a:pt x="534" y="124"/>
                    </a:lnTo>
                    <a:lnTo>
                      <a:pt x="534" y="126"/>
                    </a:lnTo>
                    <a:lnTo>
                      <a:pt x="536" y="126"/>
                    </a:lnTo>
                    <a:lnTo>
                      <a:pt x="536" y="128"/>
                    </a:lnTo>
                    <a:lnTo>
                      <a:pt x="540" y="128"/>
                    </a:lnTo>
                    <a:lnTo>
                      <a:pt x="546" y="128"/>
                    </a:lnTo>
                    <a:lnTo>
                      <a:pt x="554" y="128"/>
                    </a:lnTo>
                    <a:lnTo>
                      <a:pt x="560" y="128"/>
                    </a:lnTo>
                    <a:lnTo>
                      <a:pt x="568" y="126"/>
                    </a:lnTo>
                    <a:lnTo>
                      <a:pt x="572" y="124"/>
                    </a:lnTo>
                    <a:lnTo>
                      <a:pt x="576" y="122"/>
                    </a:lnTo>
                    <a:lnTo>
                      <a:pt x="582" y="118"/>
                    </a:lnTo>
                    <a:lnTo>
                      <a:pt x="586" y="114"/>
                    </a:lnTo>
                    <a:lnTo>
                      <a:pt x="590" y="110"/>
                    </a:lnTo>
                    <a:lnTo>
                      <a:pt x="592" y="106"/>
                    </a:lnTo>
                    <a:lnTo>
                      <a:pt x="594" y="104"/>
                    </a:lnTo>
                    <a:lnTo>
                      <a:pt x="592" y="102"/>
                    </a:lnTo>
                    <a:lnTo>
                      <a:pt x="592" y="98"/>
                    </a:lnTo>
                    <a:lnTo>
                      <a:pt x="594" y="96"/>
                    </a:lnTo>
                    <a:lnTo>
                      <a:pt x="596" y="94"/>
                    </a:lnTo>
                    <a:lnTo>
                      <a:pt x="600" y="92"/>
                    </a:lnTo>
                    <a:lnTo>
                      <a:pt x="606" y="90"/>
                    </a:lnTo>
                    <a:lnTo>
                      <a:pt x="614" y="90"/>
                    </a:lnTo>
                    <a:lnTo>
                      <a:pt x="620" y="90"/>
                    </a:lnTo>
                    <a:lnTo>
                      <a:pt x="626" y="88"/>
                    </a:lnTo>
                    <a:lnTo>
                      <a:pt x="630" y="86"/>
                    </a:lnTo>
                    <a:lnTo>
                      <a:pt x="634" y="82"/>
                    </a:lnTo>
                    <a:lnTo>
                      <a:pt x="638" y="78"/>
                    </a:lnTo>
                    <a:lnTo>
                      <a:pt x="640" y="76"/>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5" name="Google Shape;645;p8"/>
              <p:cNvSpPr/>
              <p:nvPr/>
            </p:nvSpPr>
            <p:spPr>
              <a:xfrm>
                <a:off x="5068" y="1750"/>
                <a:ext cx="136" cy="98"/>
              </a:xfrm>
              <a:custGeom>
                <a:avLst/>
                <a:gdLst/>
                <a:ahLst/>
                <a:cxnLst/>
                <a:rect l="l" t="t" r="r" b="b"/>
                <a:pathLst>
                  <a:path w="136" h="98" extrusionOk="0">
                    <a:moveTo>
                      <a:pt x="12" y="4"/>
                    </a:moveTo>
                    <a:lnTo>
                      <a:pt x="0" y="32"/>
                    </a:lnTo>
                    <a:lnTo>
                      <a:pt x="16" y="36"/>
                    </a:lnTo>
                    <a:lnTo>
                      <a:pt x="22" y="48"/>
                    </a:lnTo>
                    <a:lnTo>
                      <a:pt x="6" y="54"/>
                    </a:lnTo>
                    <a:lnTo>
                      <a:pt x="6" y="54"/>
                    </a:lnTo>
                    <a:lnTo>
                      <a:pt x="4" y="54"/>
                    </a:lnTo>
                    <a:lnTo>
                      <a:pt x="2" y="54"/>
                    </a:lnTo>
                    <a:lnTo>
                      <a:pt x="2" y="56"/>
                    </a:lnTo>
                    <a:lnTo>
                      <a:pt x="0" y="58"/>
                    </a:lnTo>
                    <a:lnTo>
                      <a:pt x="0" y="60"/>
                    </a:lnTo>
                    <a:lnTo>
                      <a:pt x="2" y="64"/>
                    </a:lnTo>
                    <a:lnTo>
                      <a:pt x="6" y="68"/>
                    </a:lnTo>
                    <a:lnTo>
                      <a:pt x="20" y="68"/>
                    </a:lnTo>
                    <a:lnTo>
                      <a:pt x="38" y="86"/>
                    </a:lnTo>
                    <a:lnTo>
                      <a:pt x="56" y="98"/>
                    </a:lnTo>
                    <a:lnTo>
                      <a:pt x="58" y="98"/>
                    </a:lnTo>
                    <a:lnTo>
                      <a:pt x="60" y="96"/>
                    </a:lnTo>
                    <a:lnTo>
                      <a:pt x="66" y="94"/>
                    </a:lnTo>
                    <a:lnTo>
                      <a:pt x="70" y="92"/>
                    </a:lnTo>
                    <a:lnTo>
                      <a:pt x="74" y="90"/>
                    </a:lnTo>
                    <a:lnTo>
                      <a:pt x="76" y="88"/>
                    </a:lnTo>
                    <a:lnTo>
                      <a:pt x="82" y="86"/>
                    </a:lnTo>
                    <a:lnTo>
                      <a:pt x="86" y="86"/>
                    </a:lnTo>
                    <a:lnTo>
                      <a:pt x="90" y="86"/>
                    </a:lnTo>
                    <a:lnTo>
                      <a:pt x="94" y="88"/>
                    </a:lnTo>
                    <a:lnTo>
                      <a:pt x="96" y="88"/>
                    </a:lnTo>
                    <a:lnTo>
                      <a:pt x="100" y="86"/>
                    </a:lnTo>
                    <a:lnTo>
                      <a:pt x="110" y="80"/>
                    </a:lnTo>
                    <a:lnTo>
                      <a:pt x="122" y="72"/>
                    </a:lnTo>
                    <a:lnTo>
                      <a:pt x="132" y="58"/>
                    </a:lnTo>
                    <a:lnTo>
                      <a:pt x="136" y="44"/>
                    </a:lnTo>
                    <a:lnTo>
                      <a:pt x="136" y="42"/>
                    </a:lnTo>
                    <a:lnTo>
                      <a:pt x="134" y="40"/>
                    </a:lnTo>
                    <a:lnTo>
                      <a:pt x="132" y="36"/>
                    </a:lnTo>
                    <a:lnTo>
                      <a:pt x="130" y="32"/>
                    </a:lnTo>
                    <a:lnTo>
                      <a:pt x="126" y="28"/>
                    </a:lnTo>
                    <a:lnTo>
                      <a:pt x="124" y="24"/>
                    </a:lnTo>
                    <a:lnTo>
                      <a:pt x="120" y="22"/>
                    </a:lnTo>
                    <a:lnTo>
                      <a:pt x="118" y="22"/>
                    </a:lnTo>
                    <a:lnTo>
                      <a:pt x="118" y="20"/>
                    </a:lnTo>
                    <a:lnTo>
                      <a:pt x="118" y="20"/>
                    </a:lnTo>
                    <a:lnTo>
                      <a:pt x="118" y="18"/>
                    </a:lnTo>
                    <a:lnTo>
                      <a:pt x="118" y="16"/>
                    </a:lnTo>
                    <a:lnTo>
                      <a:pt x="118" y="12"/>
                    </a:lnTo>
                    <a:lnTo>
                      <a:pt x="114" y="10"/>
                    </a:lnTo>
                    <a:lnTo>
                      <a:pt x="112" y="10"/>
                    </a:lnTo>
                    <a:lnTo>
                      <a:pt x="106" y="8"/>
                    </a:lnTo>
                    <a:lnTo>
                      <a:pt x="104" y="10"/>
                    </a:lnTo>
                    <a:lnTo>
                      <a:pt x="102" y="10"/>
                    </a:lnTo>
                    <a:lnTo>
                      <a:pt x="98" y="12"/>
                    </a:lnTo>
                    <a:lnTo>
                      <a:pt x="94" y="14"/>
                    </a:lnTo>
                    <a:lnTo>
                      <a:pt x="90" y="16"/>
                    </a:lnTo>
                    <a:lnTo>
                      <a:pt x="86" y="18"/>
                    </a:lnTo>
                    <a:lnTo>
                      <a:pt x="84" y="20"/>
                    </a:lnTo>
                    <a:lnTo>
                      <a:pt x="82" y="22"/>
                    </a:lnTo>
                    <a:lnTo>
                      <a:pt x="78" y="22"/>
                    </a:lnTo>
                    <a:lnTo>
                      <a:pt x="76" y="20"/>
                    </a:lnTo>
                    <a:lnTo>
                      <a:pt x="72" y="18"/>
                    </a:lnTo>
                    <a:lnTo>
                      <a:pt x="70" y="16"/>
                    </a:lnTo>
                    <a:lnTo>
                      <a:pt x="70" y="14"/>
                    </a:lnTo>
                    <a:lnTo>
                      <a:pt x="68" y="12"/>
                    </a:lnTo>
                    <a:lnTo>
                      <a:pt x="64" y="8"/>
                    </a:lnTo>
                    <a:lnTo>
                      <a:pt x="60" y="6"/>
                    </a:lnTo>
                    <a:lnTo>
                      <a:pt x="56" y="6"/>
                    </a:lnTo>
                    <a:lnTo>
                      <a:pt x="50" y="8"/>
                    </a:lnTo>
                    <a:lnTo>
                      <a:pt x="46" y="12"/>
                    </a:lnTo>
                    <a:lnTo>
                      <a:pt x="44" y="16"/>
                    </a:lnTo>
                    <a:lnTo>
                      <a:pt x="44" y="20"/>
                    </a:lnTo>
                    <a:lnTo>
                      <a:pt x="44" y="24"/>
                    </a:lnTo>
                    <a:lnTo>
                      <a:pt x="44" y="26"/>
                    </a:lnTo>
                    <a:lnTo>
                      <a:pt x="44" y="28"/>
                    </a:lnTo>
                    <a:lnTo>
                      <a:pt x="42" y="28"/>
                    </a:lnTo>
                    <a:lnTo>
                      <a:pt x="40" y="28"/>
                    </a:lnTo>
                    <a:lnTo>
                      <a:pt x="38" y="24"/>
                    </a:lnTo>
                    <a:lnTo>
                      <a:pt x="34" y="22"/>
                    </a:lnTo>
                    <a:lnTo>
                      <a:pt x="34" y="18"/>
                    </a:lnTo>
                    <a:lnTo>
                      <a:pt x="32" y="16"/>
                    </a:lnTo>
                    <a:lnTo>
                      <a:pt x="28" y="12"/>
                    </a:lnTo>
                    <a:lnTo>
                      <a:pt x="26" y="8"/>
                    </a:lnTo>
                    <a:lnTo>
                      <a:pt x="22" y="4"/>
                    </a:lnTo>
                    <a:lnTo>
                      <a:pt x="18" y="0"/>
                    </a:lnTo>
                    <a:lnTo>
                      <a:pt x="16" y="0"/>
                    </a:lnTo>
                    <a:lnTo>
                      <a:pt x="14" y="0"/>
                    </a:lnTo>
                    <a:lnTo>
                      <a:pt x="12" y="4"/>
                    </a:lnTo>
                  </a:path>
                </a:pathLst>
              </a:custGeom>
              <a:gradFill>
                <a:gsLst>
                  <a:gs pos="0">
                    <a:schemeClr val="accent1"/>
                  </a:gs>
                  <a:gs pos="100000">
                    <a:srgbClr val="B9C7DE"/>
                  </a:gs>
                </a:gsLst>
                <a:lin ang="5400000" scaled="0"/>
              </a:gra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646" name="Google Shape;646;p8"/>
          <p:cNvSpPr/>
          <p:nvPr/>
        </p:nvSpPr>
        <p:spPr>
          <a:xfrm rot="7352750" flipH="1">
            <a:off x="2620567" y="3961586"/>
            <a:ext cx="1616866" cy="1679991"/>
          </a:xfrm>
          <a:prstGeom prst="arc">
            <a:avLst>
              <a:gd name="adj1" fmla="val 17633171"/>
              <a:gd name="adj2" fmla="val 2544683"/>
            </a:avLst>
          </a:prstGeom>
          <a:noFill/>
          <a:ln w="25400" cap="flat" cmpd="sng">
            <a:solidFill>
              <a:schemeClr val="accent5"/>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7" name="Google Shape;647;p8"/>
          <p:cNvSpPr/>
          <p:nvPr/>
        </p:nvSpPr>
        <p:spPr>
          <a:xfrm rot="152149">
            <a:off x="2313882" y="2704592"/>
            <a:ext cx="1728026" cy="1298618"/>
          </a:xfrm>
          <a:prstGeom prst="arc">
            <a:avLst>
              <a:gd name="adj1" fmla="val 311975"/>
              <a:gd name="adj2" fmla="val 4752763"/>
            </a:avLst>
          </a:prstGeom>
          <a:noFill/>
          <a:ln w="28575" cap="flat" cmpd="sng">
            <a:solidFill>
              <a:srgbClr val="FFFF00"/>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8" name="Google Shape;648;p8"/>
          <p:cNvSpPr/>
          <p:nvPr/>
        </p:nvSpPr>
        <p:spPr>
          <a:xfrm rot="4609156" flipH="1">
            <a:off x="3036911" y="3616004"/>
            <a:ext cx="1582164" cy="1116191"/>
          </a:xfrm>
          <a:prstGeom prst="arc">
            <a:avLst>
              <a:gd name="adj1" fmla="val 21472109"/>
              <a:gd name="adj2" fmla="val 3536606"/>
            </a:avLst>
          </a:prstGeom>
          <a:noFill/>
          <a:ln w="28575" cap="flat" cmpd="sng">
            <a:solidFill>
              <a:srgbClr val="99FF33"/>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49" name="Google Shape;649;p8"/>
          <p:cNvSpPr txBox="1"/>
          <p:nvPr/>
        </p:nvSpPr>
        <p:spPr>
          <a:xfrm>
            <a:off x="457200" y="2785646"/>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3F3F3F"/>
                </a:solidFill>
                <a:latin typeface="Calibri"/>
                <a:ea typeface="Calibri"/>
                <a:cs typeface="Calibri"/>
                <a:sym typeface="Calibri"/>
              </a:rPr>
              <a:t> </a:t>
            </a:r>
            <a:r>
              <a:rPr lang="en-US" sz="1600" b="1">
                <a:solidFill>
                  <a:srgbClr val="3F3F3F"/>
                </a:solidFill>
                <a:latin typeface="Calibri"/>
                <a:ea typeface="Calibri"/>
                <a:cs typeface="Calibri"/>
                <a:sym typeface="Calibri"/>
              </a:rPr>
              <a:t>Czech</a:t>
            </a:r>
            <a:endParaRPr/>
          </a:p>
        </p:txBody>
      </p:sp>
      <p:sp>
        <p:nvSpPr>
          <p:cNvPr id="650" name="Google Shape;650;p8"/>
          <p:cNvSpPr txBox="1"/>
          <p:nvPr/>
        </p:nvSpPr>
        <p:spPr>
          <a:xfrm>
            <a:off x="2895600" y="2907268"/>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Korean</a:t>
            </a:r>
            <a:endParaRPr/>
          </a:p>
        </p:txBody>
      </p:sp>
      <p:sp>
        <p:nvSpPr>
          <p:cNvPr id="651" name="Google Shape;651;p8"/>
          <p:cNvSpPr txBox="1"/>
          <p:nvPr/>
        </p:nvSpPr>
        <p:spPr>
          <a:xfrm>
            <a:off x="4038600" y="31242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Japan</a:t>
            </a:r>
            <a:endParaRPr/>
          </a:p>
        </p:txBody>
      </p:sp>
      <p:sp>
        <p:nvSpPr>
          <p:cNvPr id="652" name="Google Shape;652;p8"/>
          <p:cNvSpPr txBox="1"/>
          <p:nvPr/>
        </p:nvSpPr>
        <p:spPr>
          <a:xfrm>
            <a:off x="4267200" y="48768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Australia</a:t>
            </a:r>
            <a:endParaRPr/>
          </a:p>
        </p:txBody>
      </p:sp>
      <p:sp>
        <p:nvSpPr>
          <p:cNvPr id="653" name="Google Shape;653;p8"/>
          <p:cNvSpPr/>
          <p:nvPr/>
        </p:nvSpPr>
        <p:spPr>
          <a:xfrm rot="-5738260" flipH="1">
            <a:off x="1931512" y="3171565"/>
            <a:ext cx="1582164" cy="1116191"/>
          </a:xfrm>
          <a:prstGeom prst="arc">
            <a:avLst>
              <a:gd name="adj1" fmla="val 1618644"/>
              <a:gd name="adj2" fmla="val 3204782"/>
            </a:avLst>
          </a:prstGeom>
          <a:noFill/>
          <a:ln w="25400" cap="flat" cmpd="sng">
            <a:solidFill>
              <a:schemeClr val="accent2"/>
            </a:solidFill>
            <a:prstDash val="solid"/>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8"/>
          <p:cNvSpPr txBox="1"/>
          <p:nvPr/>
        </p:nvSpPr>
        <p:spPr>
          <a:xfrm>
            <a:off x="2362200" y="42672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Singapore</a:t>
            </a:r>
            <a:endParaRPr/>
          </a:p>
        </p:txBody>
      </p:sp>
      <p:sp>
        <p:nvSpPr>
          <p:cNvPr id="655" name="Google Shape;655;p8"/>
          <p:cNvSpPr/>
          <p:nvPr/>
        </p:nvSpPr>
        <p:spPr>
          <a:xfrm rot="4609156" flipH="1">
            <a:off x="3053921" y="2195891"/>
            <a:ext cx="3901914" cy="3575420"/>
          </a:xfrm>
          <a:prstGeom prst="arc">
            <a:avLst>
              <a:gd name="adj1" fmla="val 18638074"/>
              <a:gd name="adj2" fmla="val 4529762"/>
            </a:avLst>
          </a:prstGeom>
          <a:noFill/>
          <a:ln w="25400" cap="flat" cmpd="sng">
            <a:solidFill>
              <a:schemeClr val="accent2"/>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6" name="Google Shape;656;p8"/>
          <p:cNvSpPr txBox="1"/>
          <p:nvPr/>
        </p:nvSpPr>
        <p:spPr>
          <a:xfrm>
            <a:off x="6019800" y="25908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Canada</a:t>
            </a:r>
            <a:endParaRPr/>
          </a:p>
        </p:txBody>
      </p:sp>
      <p:sp>
        <p:nvSpPr>
          <p:cNvPr id="657" name="Google Shape;657;p8"/>
          <p:cNvSpPr/>
          <p:nvPr/>
        </p:nvSpPr>
        <p:spPr>
          <a:xfrm rot="-2587799">
            <a:off x="939191" y="2575795"/>
            <a:ext cx="2297943" cy="2541156"/>
          </a:xfrm>
          <a:prstGeom prst="arc">
            <a:avLst>
              <a:gd name="adj1" fmla="val 15200296"/>
              <a:gd name="adj2" fmla="val 2946140"/>
            </a:avLst>
          </a:prstGeom>
          <a:noFill/>
          <a:ln w="25400" cap="flat" cmpd="sng">
            <a:solidFill>
              <a:srgbClr val="3F3F3F"/>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8" name="Google Shape;658;p8"/>
          <p:cNvSpPr/>
          <p:nvPr/>
        </p:nvSpPr>
        <p:spPr>
          <a:xfrm rot="-6521654" flipH="1">
            <a:off x="938529" y="1771756"/>
            <a:ext cx="2313943" cy="2997901"/>
          </a:xfrm>
          <a:prstGeom prst="arc">
            <a:avLst>
              <a:gd name="adj1" fmla="val 15133263"/>
              <a:gd name="adj2" fmla="val 2544683"/>
            </a:avLst>
          </a:prstGeom>
          <a:noFill/>
          <a:ln w="25400" cap="flat" cmpd="sng">
            <a:solidFill>
              <a:srgbClr val="FF7C80"/>
            </a:solidFill>
            <a:prstDash val="dash"/>
            <a:round/>
            <a:headEnd type="stealth" w="lg" len="lg"/>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59" name="Google Shape;659;p8"/>
          <p:cNvSpPr txBox="1"/>
          <p:nvPr/>
        </p:nvSpPr>
        <p:spPr>
          <a:xfrm>
            <a:off x="685800" y="3657600"/>
            <a:ext cx="1752600"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latin typeface="Calibri"/>
                <a:ea typeface="Calibri"/>
                <a:cs typeface="Calibri"/>
                <a:sym typeface="Calibri"/>
              </a:rPr>
              <a:t>Germani</a:t>
            </a:r>
            <a:endParaRPr/>
          </a:p>
        </p:txBody>
      </p:sp>
      <p:sp>
        <p:nvSpPr>
          <p:cNvPr id="660" name="Google Shape;660;p8"/>
          <p:cNvSpPr/>
          <p:nvPr/>
        </p:nvSpPr>
        <p:spPr>
          <a:xfrm>
            <a:off x="3172326" y="3886200"/>
            <a:ext cx="180474" cy="192505"/>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1" name="Google Shape;661;p8"/>
          <p:cNvSpPr/>
          <p:nvPr/>
        </p:nvSpPr>
        <p:spPr>
          <a:xfrm>
            <a:off x="152400" y="533110"/>
            <a:ext cx="8839200" cy="2092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alibri"/>
                <a:ea typeface="Calibri"/>
                <a:cs typeface="Calibri"/>
                <a:sym typeface="Calibri"/>
              </a:rPr>
              <a:t>We currently has close relationship with many domestic institute or UNIVERSITY:</a:t>
            </a:r>
            <a:endParaRPr sz="16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1    Department of engineering physics (College of Technology, Hanoi National UNIVERSITY); </a:t>
            </a:r>
            <a:endParaRPr sz="1400">
              <a:solidFill>
                <a:schemeClr val="dk1"/>
              </a:solidFill>
              <a:latin typeface="Calibri"/>
              <a:ea typeface="Calibri"/>
              <a:cs typeface="Calibri"/>
              <a:sym typeface="Calibri"/>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2    Institute of Material (Vietnam Academy of Science), ... .</a:t>
            </a:r>
            <a:endParaRPr/>
          </a:p>
          <a:p>
            <a:pPr marL="0" marR="0" lvl="0" indent="0" algn="l" rtl="0">
              <a:spcBef>
                <a:spcPts val="0"/>
              </a:spcBef>
              <a:spcAft>
                <a:spcPts val="0"/>
              </a:spcAft>
              <a:buNone/>
            </a:pPr>
            <a:r>
              <a:rPr lang="en-US" sz="1600" b="1">
                <a:solidFill>
                  <a:schemeClr val="dk1"/>
                </a:solidFill>
                <a:latin typeface="Calibri"/>
                <a:ea typeface="Calibri"/>
                <a:cs typeface="Calibri"/>
                <a:sym typeface="Calibri"/>
              </a:rPr>
              <a:t>We also established cooperation with a number of foreign UNIVERSITY :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1    Physics Department, UNIVERSITY of Moncton (Canada)</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2    Nanolab ‐ Czech Technology UNIVERSITY in Prague (Czech republic).;</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3    Department of Physics, Latrobe UNIVERSITY (Melbourne, Australia);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4    Faculty of Physics, Tohoku UNIVERSITY (Sendai), Osaka UNIVERSITY (Osaka) Japan; </a:t>
            </a:r>
            <a:endParaRPr/>
          </a:p>
          <a:p>
            <a:pPr marL="0" marR="0" lvl="0" indent="0" algn="l" rtl="0">
              <a:spcBef>
                <a:spcPts val="0"/>
              </a:spcBef>
              <a:spcAft>
                <a:spcPts val="0"/>
              </a:spcAft>
              <a:buNone/>
            </a:pPr>
            <a:r>
              <a:rPr lang="en-US" sz="1400">
                <a:solidFill>
                  <a:schemeClr val="dk1"/>
                </a:solidFill>
                <a:latin typeface="Calibri"/>
                <a:ea typeface="Calibri"/>
                <a:cs typeface="Calibri"/>
                <a:sym typeface="Calibri"/>
              </a:rPr>
              <a:t>5    Department of Material Science, Pusan UNIVERSITY, Ulsan UNIVERSITY (Korean); </a:t>
            </a:r>
            <a:endParaRPr/>
          </a:p>
        </p:txBody>
      </p:sp>
      <p:sp>
        <p:nvSpPr>
          <p:cNvPr id="662" name="Google Shape;662;p8"/>
          <p:cNvSpPr txBox="1"/>
          <p:nvPr/>
        </p:nvSpPr>
        <p:spPr>
          <a:xfrm>
            <a:off x="2092582" y="6227802"/>
            <a:ext cx="6060818"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663" name="Google Shape;663;p8"/>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16</a:t>
            </a:r>
            <a:endParaRPr sz="1300">
              <a:solidFill>
                <a:schemeClr val="dk1"/>
              </a:solidFill>
              <a:latin typeface="Calibri"/>
              <a:ea typeface="Calibri"/>
              <a:cs typeface="Calibri"/>
              <a:sym typeface="Calibri"/>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4"/>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78" name="Google Shape;178;p4"/>
          <p:cNvCxnSpPr>
            <a:stCxn id="17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80" name="Google Shape;180;p4"/>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9" name="Google Shape;179;p4"/>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1" name="Google Shape;181;p4"/>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82" name="Google Shape;182;p4"/>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4"/>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a:t>
            </a:r>
            <a:r>
              <a:rPr lang="en-US" sz="1600" b="1">
                <a:solidFill>
                  <a:srgbClr val="366092"/>
                </a:solidFill>
                <a:latin typeface="Calibri"/>
                <a:ea typeface="Calibri"/>
                <a:cs typeface="Calibri"/>
                <a:sym typeface="Calibri"/>
              </a:rPr>
              <a:t>UNIVERSITY</a:t>
            </a:r>
            <a:r>
              <a:rPr lang="en-US" sz="1600" b="1">
                <a:solidFill>
                  <a:srgbClr val="366092"/>
                </a:solidFill>
                <a:latin typeface="Federo"/>
                <a:ea typeface="Federo"/>
                <a:cs typeface="Federo"/>
                <a:sym typeface="Federo"/>
              </a:rPr>
              <a:t> OF SCIENCE – VNUHCM</a:t>
            </a:r>
            <a:endParaRPr/>
          </a:p>
        </p:txBody>
      </p:sp>
      <p:sp>
        <p:nvSpPr>
          <p:cNvPr id="184" name="Google Shape;184;p4"/>
          <p:cNvSpPr txBox="1"/>
          <p:nvPr/>
        </p:nvSpPr>
        <p:spPr>
          <a:xfrm>
            <a:off x="149998" y="19250"/>
            <a:ext cx="9128833"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
        <p:nvSpPr>
          <p:cNvPr id="185" name="Google Shape;185;p4"/>
          <p:cNvSpPr/>
          <p:nvPr/>
        </p:nvSpPr>
        <p:spPr>
          <a:xfrm>
            <a:off x="27269"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4"/>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12</a:t>
            </a:r>
            <a:endParaRPr/>
          </a:p>
        </p:txBody>
      </p:sp>
      <p:grpSp>
        <p:nvGrpSpPr>
          <p:cNvPr id="187" name="Google Shape;187;p4"/>
          <p:cNvGrpSpPr/>
          <p:nvPr/>
        </p:nvGrpSpPr>
        <p:grpSpPr>
          <a:xfrm>
            <a:off x="1007741" y="986499"/>
            <a:ext cx="7272658" cy="4345257"/>
            <a:chOff x="855340" y="129243"/>
            <a:chExt cx="7272658" cy="4345257"/>
          </a:xfrm>
        </p:grpSpPr>
        <p:sp>
          <p:nvSpPr>
            <p:cNvPr id="188" name="Google Shape;188;p4"/>
            <p:cNvSpPr/>
            <p:nvPr/>
          </p:nvSpPr>
          <p:spPr>
            <a:xfrm>
              <a:off x="2514599" y="129243"/>
              <a:ext cx="3974709" cy="2674004"/>
            </a:xfrm>
            <a:prstGeom prst="ellipse">
              <a:avLst/>
            </a:prstGeom>
            <a:solidFill>
              <a:srgbClr val="C0DB1B">
                <a:alpha val="49803"/>
              </a:srgbClr>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txBox="1"/>
            <p:nvPr/>
          </p:nvSpPr>
          <p:spPr>
            <a:xfrm>
              <a:off x="2780454" y="597194"/>
              <a:ext cx="3420532" cy="1203301"/>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4400" b="1" dirty="0">
                  <a:solidFill>
                    <a:schemeClr val="dk1"/>
                  </a:solidFill>
                  <a:latin typeface="Times New Roman"/>
                  <a:ea typeface="Times New Roman"/>
                  <a:cs typeface="Times New Roman"/>
                  <a:sym typeface="Times New Roman"/>
                </a:rPr>
                <a:t>Nanomaterial</a:t>
              </a:r>
              <a:endParaRPr dirty="0"/>
            </a:p>
          </p:txBody>
        </p:sp>
        <p:sp>
          <p:nvSpPr>
            <p:cNvPr id="190" name="Google Shape;190;p4"/>
            <p:cNvSpPr/>
            <p:nvPr/>
          </p:nvSpPr>
          <p:spPr>
            <a:xfrm>
              <a:off x="4085337" y="1800496"/>
              <a:ext cx="4042661" cy="2674004"/>
            </a:xfrm>
            <a:prstGeom prst="ellipse">
              <a:avLst/>
            </a:prstGeom>
            <a:solidFill>
              <a:srgbClr val="FF0000">
                <a:alpha val="34901"/>
              </a:srgbClr>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4"/>
            <p:cNvSpPr txBox="1"/>
            <p:nvPr/>
          </p:nvSpPr>
          <p:spPr>
            <a:xfrm>
              <a:off x="4921425" y="2491280"/>
              <a:ext cx="3025851" cy="1470702"/>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US" sz="3600" b="1" dirty="0">
                  <a:solidFill>
                    <a:schemeClr val="dk1"/>
                  </a:solidFill>
                  <a:latin typeface="Times New Roman"/>
                  <a:ea typeface="Times New Roman"/>
                  <a:cs typeface="Times New Roman"/>
                  <a:sym typeface="Times New Roman"/>
                </a:rPr>
                <a:t>Semiconductor device</a:t>
              </a:r>
              <a:endParaRPr sz="3600" b="1" dirty="0">
                <a:solidFill>
                  <a:schemeClr val="dk1"/>
                </a:solidFill>
                <a:latin typeface="Times New Roman"/>
                <a:ea typeface="Times New Roman"/>
                <a:cs typeface="Times New Roman"/>
                <a:sym typeface="Times New Roman"/>
              </a:endParaRPr>
            </a:p>
          </p:txBody>
        </p:sp>
        <p:sp>
          <p:nvSpPr>
            <p:cNvPr id="192" name="Google Shape;192;p4"/>
            <p:cNvSpPr/>
            <p:nvPr/>
          </p:nvSpPr>
          <p:spPr>
            <a:xfrm>
              <a:off x="910203" y="1800496"/>
              <a:ext cx="3919399" cy="2674004"/>
            </a:xfrm>
            <a:prstGeom prst="ellipse">
              <a:avLst/>
            </a:prstGeom>
            <a:solidFill>
              <a:srgbClr val="0070C0">
                <a:alpha val="20000"/>
              </a:srgbClr>
            </a:soli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
            <p:cNvSpPr txBox="1"/>
            <p:nvPr/>
          </p:nvSpPr>
          <p:spPr>
            <a:xfrm>
              <a:off x="855340" y="2436416"/>
              <a:ext cx="3462807" cy="1470702"/>
            </a:xfrm>
            <a:prstGeom prst="rect">
              <a:avLst/>
            </a:prstGeom>
            <a:noFill/>
            <a:ln>
              <a:noFill/>
            </a:ln>
          </p:spPr>
          <p:txBody>
            <a:bodyPr spcFirstLastPara="1" wrap="square" lIns="0" tIns="0" rIns="0" bIns="0" anchor="ctr" anchorCtr="0">
              <a:noAutofit/>
            </a:bodyPr>
            <a:lstStyle/>
            <a:p>
              <a:pPr lvl="0" algn="ctr">
                <a:lnSpc>
                  <a:spcPct val="90000"/>
                </a:lnSpc>
              </a:pPr>
              <a:r>
                <a:rPr lang="en-US" sz="4400" b="1" dirty="0">
                  <a:solidFill>
                    <a:schemeClr val="dk1"/>
                  </a:solidFill>
                  <a:latin typeface="Times New Roman"/>
                  <a:ea typeface="Times New Roman"/>
                  <a:cs typeface="Times New Roman"/>
                  <a:sym typeface="Times New Roman"/>
                </a:rPr>
                <a:t>Automation</a:t>
              </a:r>
              <a:endParaRPr sz="4400" b="1" dirty="0">
                <a:solidFill>
                  <a:schemeClr val="dk1"/>
                </a:solidFill>
                <a:latin typeface="Times New Roman"/>
                <a:ea typeface="Times New Roman"/>
                <a:cs typeface="Times New Roman"/>
                <a:sym typeface="Times New Roman"/>
              </a:endParaRPr>
            </a:p>
          </p:txBody>
        </p:sp>
      </p:grpSp>
      <p:sp>
        <p:nvSpPr>
          <p:cNvPr id="194" name="Google Shape;194;p4"/>
          <p:cNvSpPr/>
          <p:nvPr/>
        </p:nvSpPr>
        <p:spPr>
          <a:xfrm>
            <a:off x="1045876" y="693663"/>
            <a:ext cx="1543978" cy="40011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1400" b="0" i="0" u="none" strike="noStrike" cap="none" dirty="0">
                <a:solidFill>
                  <a:schemeClr val="dk1"/>
                </a:solidFill>
                <a:latin typeface="Lustria"/>
                <a:ea typeface="Lustria"/>
                <a:cs typeface="Lustria"/>
                <a:sym typeface="Lustria"/>
              </a:rPr>
              <a:t> </a:t>
            </a:r>
            <a:r>
              <a:rPr lang="en-US" sz="2000" b="1" dirty="0">
                <a:solidFill>
                  <a:schemeClr val="dk1"/>
                </a:solidFill>
                <a:latin typeface="Arial"/>
                <a:ea typeface="Arial"/>
                <a:cs typeface="Arial"/>
                <a:sym typeface="Arial"/>
              </a:rPr>
              <a:t>0D, 1D, 2D</a:t>
            </a:r>
            <a:endParaRPr sz="1000" b="0" i="0" u="none" strike="noStrike" cap="none" dirty="0">
              <a:solidFill>
                <a:schemeClr val="dk1"/>
              </a:solidFill>
              <a:latin typeface="Lustria"/>
              <a:ea typeface="Lustria"/>
              <a:cs typeface="Lustria"/>
              <a:sym typeface="Lustria"/>
            </a:endParaRPr>
          </a:p>
        </p:txBody>
      </p:sp>
      <p:sp>
        <p:nvSpPr>
          <p:cNvPr id="195" name="Google Shape;195;p4"/>
          <p:cNvSpPr/>
          <p:nvPr/>
        </p:nvSpPr>
        <p:spPr>
          <a:xfrm>
            <a:off x="-69855" y="971699"/>
            <a:ext cx="4507778" cy="147728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sym typeface="Arial"/>
              </a:rPr>
              <a:t>B</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lack phosphor – Phosphorene</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cs typeface="Lustria"/>
                <a:sym typeface="Lustria"/>
              </a:rPr>
              <a:t>G</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raphene – nano Graphene</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cs typeface="Lustria"/>
                <a:sym typeface="Lustria"/>
              </a:rPr>
              <a:t>M</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agnetic material</a:t>
            </a:r>
            <a:endParaRPr sz="2000" b="1" dirty="0">
              <a:solidFill>
                <a:schemeClr val="dk1"/>
              </a:solidFill>
              <a:latin typeface="Cambria Math" panose="02040503050406030204" pitchFamily="18" charset="0"/>
              <a:ea typeface="Cambria Math" panose="02040503050406030204" pitchFamily="18" charset="0"/>
              <a:cs typeface="Lustria"/>
              <a:sym typeface="Lustria"/>
            </a:endParaRPr>
          </a:p>
        </p:txBody>
      </p:sp>
      <p:cxnSp>
        <p:nvCxnSpPr>
          <p:cNvPr id="196" name="Google Shape;196;p4"/>
          <p:cNvCxnSpPr>
            <a:cxnSpLocks/>
          </p:cNvCxnSpPr>
          <p:nvPr/>
        </p:nvCxnSpPr>
        <p:spPr>
          <a:xfrm flipH="1">
            <a:off x="2667000" y="760259"/>
            <a:ext cx="1940975" cy="0"/>
          </a:xfrm>
          <a:prstGeom prst="straightConnector1">
            <a:avLst/>
          </a:prstGeom>
          <a:noFill/>
          <a:ln w="57150" cap="flat" cmpd="sng">
            <a:solidFill>
              <a:srgbClr val="4A7DBA"/>
            </a:solidFill>
            <a:prstDash val="solid"/>
            <a:round/>
            <a:headEnd type="none" w="sm" len="sm"/>
            <a:tailEnd type="triangle" w="med" len="med"/>
          </a:ln>
        </p:spPr>
      </p:cxnSp>
      <p:cxnSp>
        <p:nvCxnSpPr>
          <p:cNvPr id="197" name="Google Shape;197;p4"/>
          <p:cNvCxnSpPr/>
          <p:nvPr/>
        </p:nvCxnSpPr>
        <p:spPr>
          <a:xfrm>
            <a:off x="4629497" y="739780"/>
            <a:ext cx="0" cy="361944"/>
          </a:xfrm>
          <a:prstGeom prst="straightConnector1">
            <a:avLst/>
          </a:prstGeom>
          <a:noFill/>
          <a:ln w="57150" cap="flat" cmpd="sng">
            <a:solidFill>
              <a:srgbClr val="4A7DBA"/>
            </a:solidFill>
            <a:prstDash val="solid"/>
            <a:round/>
            <a:headEnd type="none" w="sm" len="sm"/>
            <a:tailEnd type="none" w="sm" len="sm"/>
          </a:ln>
        </p:spPr>
      </p:cxnSp>
      <p:sp>
        <p:nvSpPr>
          <p:cNvPr id="198" name="Google Shape;198;p4"/>
          <p:cNvSpPr/>
          <p:nvPr/>
        </p:nvSpPr>
        <p:spPr>
          <a:xfrm>
            <a:off x="7226599" y="1493919"/>
            <a:ext cx="2755699" cy="17850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sym typeface="Arial"/>
              </a:rPr>
              <a:t>O</a:t>
            </a:r>
            <a:r>
              <a:rPr lang="en-US" sz="2000" b="1" i="0" u="none" strike="noStrike" cap="none" dirty="0">
                <a:solidFill>
                  <a:srgbClr val="B00000"/>
                </a:solidFill>
                <a:latin typeface="Cambria Math" panose="02040503050406030204" pitchFamily="18" charset="0"/>
                <a:ea typeface="Cambria Math" panose="02040503050406030204" pitchFamily="18" charset="0"/>
                <a:cs typeface="Lustria"/>
                <a:sym typeface="Lustria"/>
              </a:rPr>
              <a:t>pto-electronics</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i="0" u="none" strike="noStrike" cap="none" dirty="0">
                <a:solidFill>
                  <a:srgbClr val="B00000"/>
                </a:solidFill>
                <a:latin typeface="Cambria Math" panose="02040503050406030204" pitchFamily="18" charset="0"/>
                <a:ea typeface="Cambria Math" panose="02040503050406030204" pitchFamily="18" charset="0"/>
                <a:sym typeface="Arial"/>
              </a:rPr>
              <a:t>S</a:t>
            </a:r>
            <a:r>
              <a:rPr lang="en-US" sz="2000" b="1" i="0" u="none" strike="noStrike" cap="none" dirty="0">
                <a:solidFill>
                  <a:srgbClr val="B00000"/>
                </a:solidFill>
                <a:latin typeface="Cambria Math" panose="02040503050406030204" pitchFamily="18" charset="0"/>
                <a:ea typeface="Cambria Math" panose="02040503050406030204" pitchFamily="18" charset="0"/>
                <a:cs typeface="Lustria"/>
                <a:sym typeface="Lustria"/>
              </a:rPr>
              <a:t>ensors</a:t>
            </a:r>
            <a:endParaRPr sz="2000" b="1" dirty="0">
              <a:latin typeface="Cambria Math" panose="02040503050406030204" pitchFamily="18" charset="0"/>
              <a:ea typeface="Cambria Math" panose="02040503050406030204" pitchFamily="18" charset="0"/>
            </a:endParaRPr>
          </a:p>
          <a:p>
            <a:pPr marL="0" marR="0" lvl="0" indent="0" algn="just" rtl="0">
              <a:spcBef>
                <a:spcPts val="0"/>
              </a:spcBef>
              <a:spcAft>
                <a:spcPts val="0"/>
              </a:spcAft>
              <a:buNone/>
            </a:pPr>
            <a:r>
              <a:rPr lang="en-US" sz="3000" b="1" dirty="0">
                <a:solidFill>
                  <a:srgbClr val="B00000"/>
                </a:solidFill>
                <a:latin typeface="Cambria Math" panose="02040503050406030204" pitchFamily="18" charset="0"/>
                <a:ea typeface="Cambria Math" panose="02040503050406030204" pitchFamily="18" charset="0"/>
                <a:cs typeface="Lustria"/>
                <a:sym typeface="Lustria"/>
              </a:rPr>
              <a:t>S</a:t>
            </a:r>
            <a:r>
              <a:rPr lang="en-US" sz="2000" b="1" dirty="0">
                <a:solidFill>
                  <a:srgbClr val="B00000"/>
                </a:solidFill>
                <a:latin typeface="Cambria Math" panose="02040503050406030204" pitchFamily="18" charset="0"/>
                <a:ea typeface="Cambria Math" panose="02040503050406030204" pitchFamily="18" charset="0"/>
                <a:cs typeface="Lustria"/>
                <a:sym typeface="Lustria"/>
              </a:rPr>
              <a:t>pintronics</a:t>
            </a:r>
            <a:endParaRPr sz="2000" b="1" i="0" u="none" strike="noStrike" cap="none" dirty="0">
              <a:solidFill>
                <a:schemeClr val="dk1"/>
              </a:solidFill>
              <a:latin typeface="Cambria Math" panose="02040503050406030204" pitchFamily="18" charset="0"/>
              <a:ea typeface="Cambria Math" panose="02040503050406030204" pitchFamily="18" charset="0"/>
              <a:cs typeface="Lustria"/>
              <a:sym typeface="Lustria"/>
            </a:endParaRPr>
          </a:p>
          <a:p>
            <a:pPr marL="0" marR="0" lvl="0" indent="0" algn="just" rtl="0">
              <a:spcBef>
                <a:spcPts val="0"/>
              </a:spcBef>
              <a:spcAft>
                <a:spcPts val="0"/>
              </a:spcAft>
              <a:buNone/>
            </a:pPr>
            <a:endParaRPr sz="2000" b="1" i="0" u="none" strike="noStrike" cap="none" dirty="0">
              <a:solidFill>
                <a:schemeClr val="dk1"/>
              </a:solidFill>
              <a:latin typeface="Cambria Math" panose="02040503050406030204" pitchFamily="18" charset="0"/>
              <a:ea typeface="Cambria Math" panose="02040503050406030204" pitchFamily="18" charset="0"/>
              <a:cs typeface="Lustria"/>
              <a:sym typeface="Lustria"/>
            </a:endParaRPr>
          </a:p>
        </p:txBody>
      </p:sp>
      <p:sp>
        <p:nvSpPr>
          <p:cNvPr id="199" name="Google Shape;199;p4"/>
          <p:cNvSpPr/>
          <p:nvPr/>
        </p:nvSpPr>
        <p:spPr>
          <a:xfrm>
            <a:off x="236023" y="5316810"/>
            <a:ext cx="4335977" cy="55395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dirty="0">
                <a:solidFill>
                  <a:srgbClr val="C00000"/>
                </a:solidFill>
                <a:latin typeface="Cambria Math" panose="02040503050406030204" pitchFamily="18" charset="0"/>
                <a:ea typeface="Cambria Math" panose="02040503050406030204" pitchFamily="18" charset="0"/>
                <a:sym typeface="Arial"/>
              </a:rPr>
              <a:t>C</a:t>
            </a:r>
            <a:r>
              <a:rPr lang="en-US" sz="2000" b="1" dirty="0">
                <a:solidFill>
                  <a:srgbClr val="C00000"/>
                </a:solidFill>
                <a:latin typeface="Cambria Math" panose="02040503050406030204" pitchFamily="18" charset="0"/>
                <a:ea typeface="Cambria Math" panose="02040503050406030204" pitchFamily="18" charset="0"/>
                <a:cs typeface="Lustria"/>
                <a:sym typeface="Lustria"/>
              </a:rPr>
              <a:t>ontrolling peripheral devices.</a:t>
            </a:r>
            <a:endParaRPr sz="2000" b="1" dirty="0">
              <a:latin typeface="Cambria Math" panose="02040503050406030204" pitchFamily="18" charset="0"/>
              <a:ea typeface="Cambria Math" panose="02040503050406030204" pitchFamily="18" charset="0"/>
            </a:endParaRPr>
          </a:p>
        </p:txBody>
      </p:sp>
      <p:cxnSp>
        <p:nvCxnSpPr>
          <p:cNvPr id="200" name="Google Shape;200;p4"/>
          <p:cNvCxnSpPr>
            <a:cxnSpLocks/>
          </p:cNvCxnSpPr>
          <p:nvPr/>
        </p:nvCxnSpPr>
        <p:spPr>
          <a:xfrm>
            <a:off x="6801600" y="2343912"/>
            <a:ext cx="427875" cy="0"/>
          </a:xfrm>
          <a:prstGeom prst="straightConnector1">
            <a:avLst/>
          </a:prstGeom>
          <a:noFill/>
          <a:ln w="57150" cap="flat" cmpd="sng">
            <a:solidFill>
              <a:srgbClr val="4A7DBA"/>
            </a:solidFill>
            <a:prstDash val="solid"/>
            <a:round/>
            <a:headEnd type="none" w="sm" len="sm"/>
            <a:tailEnd type="triangle" w="med" len="med"/>
          </a:ln>
        </p:spPr>
      </p:cxnSp>
      <p:cxnSp>
        <p:nvCxnSpPr>
          <p:cNvPr id="201" name="Google Shape;201;p4"/>
          <p:cNvCxnSpPr>
            <a:cxnSpLocks/>
          </p:cNvCxnSpPr>
          <p:nvPr/>
        </p:nvCxnSpPr>
        <p:spPr>
          <a:xfrm>
            <a:off x="6801600" y="2323501"/>
            <a:ext cx="0" cy="515222"/>
          </a:xfrm>
          <a:prstGeom prst="straightConnector1">
            <a:avLst/>
          </a:prstGeom>
          <a:noFill/>
          <a:ln w="57150" cap="flat" cmpd="sng">
            <a:solidFill>
              <a:srgbClr val="4A7DBA"/>
            </a:solidFill>
            <a:prstDash val="solid"/>
            <a:round/>
            <a:headEnd type="none" w="sm" len="sm"/>
            <a:tailEnd type="none" w="sm" len="sm"/>
          </a:ln>
        </p:spPr>
      </p:cxnSp>
      <p:cxnSp>
        <p:nvCxnSpPr>
          <p:cNvPr id="202" name="Google Shape;202;p4"/>
          <p:cNvCxnSpPr>
            <a:cxnSpLocks/>
          </p:cNvCxnSpPr>
          <p:nvPr/>
        </p:nvCxnSpPr>
        <p:spPr>
          <a:xfrm>
            <a:off x="939342" y="4764374"/>
            <a:ext cx="0" cy="567382"/>
          </a:xfrm>
          <a:prstGeom prst="straightConnector1">
            <a:avLst/>
          </a:prstGeom>
          <a:noFill/>
          <a:ln w="57150" cap="flat" cmpd="sng">
            <a:solidFill>
              <a:srgbClr val="4A7DBA"/>
            </a:solidFill>
            <a:prstDash val="solid"/>
            <a:round/>
            <a:headEnd type="none" w="sm" len="sm"/>
            <a:tailEnd type="triangle" w="med" len="med"/>
          </a:ln>
        </p:spPr>
      </p:cxnSp>
      <p:cxnSp>
        <p:nvCxnSpPr>
          <p:cNvPr id="203" name="Google Shape;203;p4"/>
          <p:cNvCxnSpPr>
            <a:cxnSpLocks/>
          </p:cNvCxnSpPr>
          <p:nvPr/>
        </p:nvCxnSpPr>
        <p:spPr>
          <a:xfrm rot="16200000">
            <a:off x="1405229" y="4329306"/>
            <a:ext cx="0" cy="931773"/>
          </a:xfrm>
          <a:prstGeom prst="straightConnector1">
            <a:avLst/>
          </a:prstGeom>
          <a:noFill/>
          <a:ln w="57150" cap="flat" cmpd="sng">
            <a:solidFill>
              <a:srgbClr val="4A7DBA"/>
            </a:solidFill>
            <a:prstDash val="solid"/>
            <a:round/>
            <a:headEnd type="none" w="sm" len="sm"/>
            <a:tailEnd type="none" w="sm" len="sm"/>
          </a:ln>
        </p:spPr>
      </p:cxn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pic>
        <p:nvPicPr>
          <p:cNvPr id="669" name="Google Shape;669;p9"/>
          <p:cNvPicPr preferRelativeResize="0"/>
          <p:nvPr/>
        </p:nvPicPr>
        <p:blipFill rotWithShape="1">
          <a:blip r:embed="rId3">
            <a:alphaModFix/>
          </a:blip>
          <a:srcRect/>
          <a:stretch/>
        </p:blipFill>
        <p:spPr>
          <a:xfrm>
            <a:off x="5943600" y="3547409"/>
            <a:ext cx="3082725" cy="1828800"/>
          </a:xfrm>
          <a:prstGeom prst="rect">
            <a:avLst/>
          </a:prstGeom>
          <a:noFill/>
          <a:ln>
            <a:noFill/>
          </a:ln>
        </p:spPr>
      </p:pic>
      <p:pic>
        <p:nvPicPr>
          <p:cNvPr id="670" name="Google Shape;670;p9" descr="G:\luan van\hinh chup pho\hinh SEM\thuan\utf-8''GO(2k)\GO(2k)\GO(2k)_m04.jpg"/>
          <p:cNvPicPr preferRelativeResize="0"/>
          <p:nvPr/>
        </p:nvPicPr>
        <p:blipFill rotWithShape="1">
          <a:blip r:embed="rId4">
            <a:alphaModFix/>
          </a:blip>
          <a:srcRect/>
          <a:stretch/>
        </p:blipFill>
        <p:spPr>
          <a:xfrm>
            <a:off x="8746426" y="4513399"/>
            <a:ext cx="397574" cy="477170"/>
          </a:xfrm>
          <a:prstGeom prst="rect">
            <a:avLst/>
          </a:prstGeom>
          <a:noFill/>
          <a:ln>
            <a:noFill/>
          </a:ln>
        </p:spPr>
      </p:pic>
      <p:pic>
        <p:nvPicPr>
          <p:cNvPr id="671" name="Google Shape;671;p9" descr="anh mau sic"/>
          <p:cNvPicPr preferRelativeResize="0"/>
          <p:nvPr/>
        </p:nvPicPr>
        <p:blipFill rotWithShape="1">
          <a:blip r:embed="rId5">
            <a:alphaModFix/>
          </a:blip>
          <a:srcRect t="27102" b="33135"/>
          <a:stretch/>
        </p:blipFill>
        <p:spPr>
          <a:xfrm>
            <a:off x="5943600" y="1794809"/>
            <a:ext cx="1600199" cy="457200"/>
          </a:xfrm>
          <a:prstGeom prst="rect">
            <a:avLst/>
          </a:prstGeom>
          <a:noFill/>
          <a:ln>
            <a:noFill/>
          </a:ln>
        </p:spPr>
      </p:pic>
      <p:sp>
        <p:nvSpPr>
          <p:cNvPr id="672" name="Google Shape;672;p9"/>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673" name="Google Shape;673;p9"/>
          <p:cNvCxnSpPr>
            <a:stCxn id="674"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675" name="Google Shape;675;p9"/>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4" name="Google Shape;674;p9"/>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76" name="Google Shape;676;p9"/>
          <p:cNvPicPr preferRelativeResize="0"/>
          <p:nvPr/>
        </p:nvPicPr>
        <p:blipFill rotWithShape="1">
          <a:blip r:embed="rId6">
            <a:alphaModFix/>
          </a:blip>
          <a:srcRect/>
          <a:stretch/>
        </p:blipFill>
        <p:spPr>
          <a:xfrm>
            <a:off x="8218026" y="5924544"/>
            <a:ext cx="774032" cy="608058"/>
          </a:xfrm>
          <a:prstGeom prst="rect">
            <a:avLst/>
          </a:prstGeom>
          <a:noFill/>
          <a:ln>
            <a:noFill/>
          </a:ln>
        </p:spPr>
      </p:pic>
      <p:sp>
        <p:nvSpPr>
          <p:cNvPr id="677" name="Google Shape;677;p9"/>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8" name="Google Shape;678;p9"/>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680" name="Google Shape;680;p9"/>
          <p:cNvSpPr/>
          <p:nvPr/>
        </p:nvSpPr>
        <p:spPr>
          <a:xfrm>
            <a:off x="33867"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1" name="Google Shape;681;p9"/>
          <p:cNvSpPr txBox="1"/>
          <p:nvPr/>
        </p:nvSpPr>
        <p:spPr>
          <a:xfrm>
            <a:off x="-228600" y="244607"/>
            <a:ext cx="81534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7F7F7F"/>
                </a:solidFill>
                <a:latin typeface="Arial"/>
                <a:ea typeface="Arial"/>
                <a:cs typeface="Arial"/>
                <a:sym typeface="Arial"/>
              </a:rPr>
              <a:t>  </a:t>
            </a:r>
            <a:r>
              <a:rPr lang="en-US" sz="2400" b="1" dirty="0">
                <a:solidFill>
                  <a:srgbClr val="7F7F7F"/>
                </a:solidFill>
                <a:latin typeface="Arial"/>
                <a:ea typeface="Arial"/>
                <a:cs typeface="Arial"/>
                <a:sym typeface="Arial"/>
              </a:rPr>
              <a:t>1.</a:t>
            </a:r>
            <a:r>
              <a:rPr lang="en-US" sz="4400" b="1" dirty="0">
                <a:solidFill>
                  <a:srgbClr val="7F7F7F"/>
                </a:solidFill>
                <a:latin typeface="Arial"/>
                <a:ea typeface="Arial"/>
                <a:cs typeface="Arial"/>
                <a:sym typeface="Arial"/>
              </a:rPr>
              <a:t> </a:t>
            </a:r>
            <a:r>
              <a:rPr lang="en-US" sz="2400" b="1" dirty="0">
                <a:solidFill>
                  <a:srgbClr val="0070C0"/>
                </a:solidFill>
                <a:latin typeface="Arial"/>
                <a:ea typeface="Arial"/>
                <a:cs typeface="Arial"/>
                <a:sym typeface="Arial"/>
              </a:rPr>
              <a:t>Materials</a:t>
            </a:r>
            <a:endParaRPr b="1" dirty="0"/>
          </a:p>
        </p:txBody>
      </p:sp>
      <p:pic>
        <p:nvPicPr>
          <p:cNvPr id="682" name="Google Shape;682;p9"/>
          <p:cNvPicPr preferRelativeResize="0"/>
          <p:nvPr/>
        </p:nvPicPr>
        <p:blipFill rotWithShape="1">
          <a:blip r:embed="rId7">
            <a:alphaModFix/>
          </a:blip>
          <a:srcRect/>
          <a:stretch/>
        </p:blipFill>
        <p:spPr>
          <a:xfrm rot="-5400000">
            <a:off x="49219" y="899883"/>
            <a:ext cx="381000" cy="381000"/>
          </a:xfrm>
          <a:prstGeom prst="rect">
            <a:avLst/>
          </a:prstGeom>
          <a:noFill/>
          <a:ln>
            <a:noFill/>
          </a:ln>
        </p:spPr>
      </p:pic>
      <p:sp>
        <p:nvSpPr>
          <p:cNvPr id="683" name="Google Shape;683;p9"/>
          <p:cNvSpPr/>
          <p:nvPr/>
        </p:nvSpPr>
        <p:spPr>
          <a:xfrm>
            <a:off x="430219" y="2854704"/>
            <a:ext cx="5529401" cy="10771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dirty="0">
                <a:solidFill>
                  <a:srgbClr val="B00000"/>
                </a:solidFill>
                <a:latin typeface="Arial"/>
                <a:ea typeface="Arial"/>
                <a:cs typeface="Arial"/>
                <a:sym typeface="Arial"/>
              </a:rPr>
              <a:t>O</a:t>
            </a:r>
            <a:r>
              <a:rPr lang="en-US" sz="2000" b="1" i="0" u="none" strike="noStrike" cap="none" dirty="0">
                <a:solidFill>
                  <a:srgbClr val="B00000"/>
                </a:solidFill>
                <a:latin typeface="Lustria"/>
                <a:ea typeface="Lustria"/>
                <a:cs typeface="Lustria"/>
                <a:sym typeface="Lustria"/>
              </a:rPr>
              <a:t>pto-electronic devices </a:t>
            </a:r>
            <a:r>
              <a:rPr lang="en-US" sz="1800" b="0" i="0" u="none" strike="noStrike" cap="none" dirty="0">
                <a:solidFill>
                  <a:schemeClr val="dk1"/>
                </a:solidFill>
                <a:latin typeface="Lustria"/>
                <a:ea typeface="Lustria"/>
                <a:cs typeface="Lustria"/>
                <a:sym typeface="Lustria"/>
              </a:rPr>
              <a:t>(</a:t>
            </a:r>
            <a:r>
              <a:rPr lang="en-US" sz="1800" b="0" i="0" u="none" strike="noStrike" cap="none" dirty="0" err="1">
                <a:solidFill>
                  <a:schemeClr val="dk1"/>
                </a:solidFill>
                <a:latin typeface="Lustria"/>
                <a:ea typeface="Lustria"/>
                <a:cs typeface="Lustria"/>
                <a:sym typeface="Lustria"/>
              </a:rPr>
              <a:t>Solarcell</a:t>
            </a:r>
            <a:r>
              <a:rPr lang="en-US" sz="1800" b="0" i="0" u="none" strike="noStrike" cap="none" dirty="0">
                <a:solidFill>
                  <a:schemeClr val="dk1"/>
                </a:solidFill>
                <a:latin typeface="Lustria"/>
                <a:ea typeface="Lustria"/>
                <a:cs typeface="Lustria"/>
                <a:sym typeface="Lustria"/>
              </a:rPr>
              <a:t> and LED) based on </a:t>
            </a:r>
            <a:r>
              <a:rPr lang="en-US" sz="1800" b="1" i="0" u="none" strike="noStrike" cap="none" dirty="0">
                <a:solidFill>
                  <a:schemeClr val="dk1"/>
                </a:solidFill>
                <a:latin typeface="Lustria"/>
                <a:ea typeface="Lustria"/>
                <a:cs typeface="Lustria"/>
                <a:sym typeface="Lustria"/>
              </a:rPr>
              <a:t>inorganic</a:t>
            </a:r>
            <a:r>
              <a:rPr lang="en-US" sz="1800" b="0" i="0" u="none" strike="noStrike" cap="none" dirty="0">
                <a:solidFill>
                  <a:schemeClr val="dk1"/>
                </a:solidFill>
                <a:latin typeface="Lustria"/>
                <a:ea typeface="Lustria"/>
                <a:cs typeface="Lustria"/>
                <a:sym typeface="Lustria"/>
              </a:rPr>
              <a:t> (</a:t>
            </a:r>
            <a:r>
              <a:rPr lang="en-US" sz="1800" b="0" i="0" u="none" strike="noStrike" cap="none" dirty="0" err="1">
                <a:solidFill>
                  <a:schemeClr val="dk1"/>
                </a:solidFill>
                <a:latin typeface="Lustria"/>
                <a:ea typeface="Lustria"/>
                <a:cs typeface="Lustria"/>
                <a:sym typeface="Lustria"/>
              </a:rPr>
              <a:t>Si:H</a:t>
            </a:r>
            <a:r>
              <a:rPr lang="en-US" sz="1800" b="0" i="0" u="none" strike="noStrike" cap="none" dirty="0">
                <a:solidFill>
                  <a:schemeClr val="dk1"/>
                </a:solidFill>
                <a:latin typeface="Lustria"/>
                <a:ea typeface="Lustria"/>
                <a:cs typeface="Lustria"/>
                <a:sym typeface="Lustria"/>
              </a:rPr>
              <a:t>) and </a:t>
            </a:r>
            <a:r>
              <a:rPr lang="en-US" sz="1800" b="1" i="0" u="none" strike="noStrike" cap="none" dirty="0">
                <a:solidFill>
                  <a:schemeClr val="dk1"/>
                </a:solidFill>
                <a:latin typeface="Lustria"/>
                <a:ea typeface="Lustria"/>
                <a:cs typeface="Lustria"/>
                <a:sym typeface="Lustria"/>
              </a:rPr>
              <a:t>conducting polymer</a:t>
            </a:r>
            <a:endParaRPr sz="1100" b="1" i="0" u="none" strike="noStrike" cap="none" dirty="0">
              <a:solidFill>
                <a:schemeClr val="dk1"/>
              </a:solidFill>
              <a:latin typeface="Lustria"/>
              <a:ea typeface="Lustria"/>
              <a:cs typeface="Lustria"/>
              <a:sym typeface="Lustria"/>
            </a:endParaRPr>
          </a:p>
        </p:txBody>
      </p:sp>
      <p:pic>
        <p:nvPicPr>
          <p:cNvPr id="684" name="Google Shape;684;p9" descr="aSiH"/>
          <p:cNvPicPr preferRelativeResize="0"/>
          <p:nvPr/>
        </p:nvPicPr>
        <p:blipFill rotWithShape="1">
          <a:blip r:embed="rId8">
            <a:alphaModFix/>
          </a:blip>
          <a:srcRect/>
          <a:stretch/>
        </p:blipFill>
        <p:spPr>
          <a:xfrm>
            <a:off x="7543800" y="991334"/>
            <a:ext cx="1447800" cy="1219200"/>
          </a:xfrm>
          <a:prstGeom prst="rect">
            <a:avLst/>
          </a:prstGeom>
          <a:noFill/>
          <a:ln>
            <a:noFill/>
          </a:ln>
        </p:spPr>
      </p:pic>
      <p:sp>
        <p:nvSpPr>
          <p:cNvPr id="685" name="Google Shape;685;p9"/>
          <p:cNvSpPr txBox="1"/>
          <p:nvPr/>
        </p:nvSpPr>
        <p:spPr>
          <a:xfrm>
            <a:off x="7578525" y="991334"/>
            <a:ext cx="1524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FF"/>
                </a:solidFill>
                <a:latin typeface="Calibri"/>
                <a:ea typeface="Calibri"/>
                <a:cs typeface="Calibri"/>
                <a:sym typeface="Calibri"/>
              </a:rPr>
              <a:t>a-Si:H</a:t>
            </a:r>
            <a:endParaRPr sz="3200" b="1">
              <a:solidFill>
                <a:schemeClr val="dk1"/>
              </a:solidFill>
              <a:latin typeface="Calibri"/>
              <a:ea typeface="Calibri"/>
              <a:cs typeface="Calibri"/>
              <a:sym typeface="Calibri"/>
            </a:endParaRPr>
          </a:p>
        </p:txBody>
      </p:sp>
      <p:pic>
        <p:nvPicPr>
          <p:cNvPr id="686" name="Google Shape;686;p9"/>
          <p:cNvPicPr preferRelativeResize="0"/>
          <p:nvPr/>
        </p:nvPicPr>
        <p:blipFill rotWithShape="1">
          <a:blip r:embed="rId9">
            <a:alphaModFix/>
          </a:blip>
          <a:srcRect/>
          <a:stretch/>
        </p:blipFill>
        <p:spPr>
          <a:xfrm>
            <a:off x="7543800" y="2252009"/>
            <a:ext cx="1447800" cy="1263424"/>
          </a:xfrm>
          <a:prstGeom prst="rect">
            <a:avLst/>
          </a:prstGeom>
          <a:noFill/>
          <a:ln>
            <a:noFill/>
          </a:ln>
        </p:spPr>
      </p:pic>
      <p:pic>
        <p:nvPicPr>
          <p:cNvPr id="687" name="Google Shape;687;p9"/>
          <p:cNvPicPr preferRelativeResize="0"/>
          <p:nvPr/>
        </p:nvPicPr>
        <p:blipFill rotWithShape="1">
          <a:blip r:embed="rId10">
            <a:alphaModFix/>
          </a:blip>
          <a:srcRect/>
          <a:stretch/>
        </p:blipFill>
        <p:spPr>
          <a:xfrm>
            <a:off x="5981700" y="2244388"/>
            <a:ext cx="1524000" cy="1283369"/>
          </a:xfrm>
          <a:prstGeom prst="rect">
            <a:avLst/>
          </a:prstGeom>
          <a:noFill/>
          <a:ln>
            <a:noFill/>
          </a:ln>
        </p:spPr>
      </p:pic>
      <p:sp>
        <p:nvSpPr>
          <p:cNvPr id="688" name="Google Shape;688;p9"/>
          <p:cNvSpPr/>
          <p:nvPr/>
        </p:nvSpPr>
        <p:spPr>
          <a:xfrm>
            <a:off x="403594" y="3778119"/>
            <a:ext cx="5471337" cy="10771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i="0" u="none" strike="noStrike" cap="none" dirty="0">
                <a:solidFill>
                  <a:srgbClr val="B00000"/>
                </a:solidFill>
                <a:latin typeface="Arial"/>
                <a:ea typeface="Arial"/>
                <a:cs typeface="Arial"/>
                <a:sym typeface="Arial"/>
              </a:rPr>
              <a:t>S</a:t>
            </a:r>
            <a:r>
              <a:rPr lang="en-US" sz="2000" b="1" i="0" u="none" strike="noStrike" cap="none" dirty="0">
                <a:solidFill>
                  <a:srgbClr val="B00000"/>
                </a:solidFill>
                <a:latin typeface="Lustria"/>
                <a:ea typeface="Lustria"/>
                <a:cs typeface="Lustria"/>
                <a:sym typeface="Lustria"/>
              </a:rPr>
              <a:t>ensor: </a:t>
            </a:r>
            <a:r>
              <a:rPr lang="en-US" sz="2000" dirty="0">
                <a:solidFill>
                  <a:schemeClr val="dk1"/>
                </a:solidFill>
                <a:latin typeface="Lustria"/>
                <a:ea typeface="Lustria"/>
                <a:cs typeface="Lustria"/>
                <a:sym typeface="Lustria"/>
              </a:rPr>
              <a:t>Gas sensor</a:t>
            </a:r>
            <a:r>
              <a:rPr lang="en-US" sz="1800" b="0" i="0" u="none" strike="noStrike" cap="none" dirty="0">
                <a:solidFill>
                  <a:schemeClr val="dk1"/>
                </a:solidFill>
                <a:latin typeface="Lustria"/>
                <a:ea typeface="Lustria"/>
                <a:cs typeface="Lustria"/>
                <a:sym typeface="Lustria"/>
              </a:rPr>
              <a:t> based on </a:t>
            </a:r>
            <a:r>
              <a:rPr lang="en-US" sz="1800" b="1" dirty="0" err="1">
                <a:solidFill>
                  <a:schemeClr val="dk1"/>
                </a:solidFill>
                <a:latin typeface="Lustria"/>
                <a:ea typeface="Lustria"/>
                <a:cs typeface="Lustria"/>
                <a:sym typeface="Lustria"/>
              </a:rPr>
              <a:t>ZnO</a:t>
            </a:r>
            <a:r>
              <a:rPr lang="en-US" sz="1800" b="1" dirty="0">
                <a:solidFill>
                  <a:schemeClr val="dk1"/>
                </a:solidFill>
                <a:latin typeface="Lustria"/>
                <a:ea typeface="Lustria"/>
                <a:cs typeface="Lustria"/>
                <a:sym typeface="Lustria"/>
              </a:rPr>
              <a:t>, AuNP, </a:t>
            </a:r>
            <a:r>
              <a:rPr lang="en-US" sz="1800" b="1" dirty="0" err="1">
                <a:solidFill>
                  <a:schemeClr val="dk1"/>
                </a:solidFill>
                <a:latin typeface="Lustria"/>
                <a:ea typeface="Lustria"/>
                <a:cs typeface="Lustria"/>
                <a:sym typeface="Lustria"/>
              </a:rPr>
              <a:t>AgNW</a:t>
            </a:r>
            <a:r>
              <a:rPr lang="en-US" sz="1800" b="1" dirty="0">
                <a:solidFill>
                  <a:schemeClr val="dk1"/>
                </a:solidFill>
                <a:latin typeface="Lustria"/>
                <a:ea typeface="Lustria"/>
                <a:cs typeface="Lustria"/>
                <a:sym typeface="Lustria"/>
              </a:rPr>
              <a:t>,</a:t>
            </a:r>
            <a:r>
              <a:rPr lang="en-US" sz="1800" b="0" i="0" u="none" strike="noStrike" cap="none" dirty="0">
                <a:solidFill>
                  <a:schemeClr val="dk1"/>
                </a:solidFill>
                <a:latin typeface="Lustria"/>
                <a:ea typeface="Lustria"/>
                <a:cs typeface="Lustria"/>
                <a:sym typeface="Lustria"/>
              </a:rPr>
              <a:t> </a:t>
            </a:r>
            <a:r>
              <a:rPr lang="en-US" sz="1800" b="1" i="0" u="none" strike="noStrike" cap="none" dirty="0">
                <a:solidFill>
                  <a:schemeClr val="dk1"/>
                </a:solidFill>
                <a:latin typeface="Lustria"/>
                <a:ea typeface="Lustria"/>
                <a:cs typeface="Lustria"/>
                <a:sym typeface="Lustria"/>
              </a:rPr>
              <a:t>graphene, </a:t>
            </a:r>
            <a:r>
              <a:rPr lang="en-US" sz="1800" b="1" i="0" u="none" strike="noStrike" cap="none" dirty="0" err="1">
                <a:solidFill>
                  <a:schemeClr val="dk1"/>
                </a:solidFill>
                <a:latin typeface="Lustria"/>
                <a:ea typeface="Lustria"/>
                <a:cs typeface="Lustria"/>
                <a:sym typeface="Lustria"/>
              </a:rPr>
              <a:t>Phosphorence</a:t>
            </a:r>
            <a:r>
              <a:rPr lang="en-US" sz="1800" b="1" i="0" u="none" strike="noStrike" cap="none" dirty="0">
                <a:solidFill>
                  <a:schemeClr val="dk1"/>
                </a:solidFill>
                <a:latin typeface="Lustria"/>
                <a:ea typeface="Lustria"/>
                <a:cs typeface="Lustria"/>
                <a:sym typeface="Lustria"/>
              </a:rPr>
              <a:t> </a:t>
            </a:r>
            <a:r>
              <a:rPr lang="en-US" sz="1800" b="0" i="0" u="none" strike="noStrike" cap="none" dirty="0">
                <a:solidFill>
                  <a:schemeClr val="dk1"/>
                </a:solidFill>
                <a:latin typeface="Lustria"/>
                <a:ea typeface="Lustria"/>
                <a:cs typeface="Lustria"/>
                <a:sym typeface="Lustria"/>
              </a:rPr>
              <a:t>and conducting </a:t>
            </a:r>
            <a:r>
              <a:rPr lang="en-US" sz="1800" b="1" i="0" u="none" strike="noStrike" cap="none" dirty="0">
                <a:solidFill>
                  <a:schemeClr val="dk1"/>
                </a:solidFill>
                <a:latin typeface="Lustria"/>
                <a:ea typeface="Lustria"/>
                <a:cs typeface="Lustria"/>
                <a:sym typeface="Lustria"/>
              </a:rPr>
              <a:t>polymer….</a:t>
            </a:r>
            <a:endParaRPr sz="1100" b="1" i="0" u="none" strike="noStrike" cap="none" dirty="0">
              <a:solidFill>
                <a:schemeClr val="dk1"/>
              </a:solidFill>
              <a:latin typeface="Lustria"/>
              <a:ea typeface="Lustria"/>
              <a:cs typeface="Lustria"/>
              <a:sym typeface="Lustria"/>
            </a:endParaRPr>
          </a:p>
        </p:txBody>
      </p:sp>
      <p:sp>
        <p:nvSpPr>
          <p:cNvPr id="689" name="Google Shape;689;p9"/>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dirty="0">
                <a:solidFill>
                  <a:schemeClr val="dk1"/>
                </a:solidFill>
                <a:latin typeface="Calibri"/>
                <a:ea typeface="Calibri"/>
                <a:cs typeface="Calibri"/>
                <a:sym typeface="Calibri"/>
              </a:rPr>
              <a:t>Slide 17</a:t>
            </a:r>
            <a:endParaRPr sz="1300" dirty="0">
              <a:solidFill>
                <a:schemeClr val="dk1"/>
              </a:solidFill>
              <a:latin typeface="Calibri"/>
              <a:ea typeface="Calibri"/>
              <a:cs typeface="Calibri"/>
              <a:sym typeface="Calibri"/>
            </a:endParaRPr>
          </a:p>
        </p:txBody>
      </p:sp>
      <p:sp>
        <p:nvSpPr>
          <p:cNvPr id="690" name="Google Shape;690;p9"/>
          <p:cNvSpPr/>
          <p:nvPr/>
        </p:nvSpPr>
        <p:spPr>
          <a:xfrm>
            <a:off x="419658" y="837486"/>
            <a:ext cx="5702968" cy="52318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1800" b="0" i="0" u="none" strike="noStrike" cap="none" dirty="0">
                <a:solidFill>
                  <a:schemeClr val="dk1"/>
                </a:solidFill>
                <a:latin typeface="Lustria"/>
                <a:ea typeface="Lustria"/>
                <a:cs typeface="Lustria"/>
                <a:sym typeface="Lustria"/>
              </a:rPr>
              <a:t> </a:t>
            </a:r>
            <a:r>
              <a:rPr lang="en-US" sz="2800" b="1" dirty="0">
                <a:solidFill>
                  <a:schemeClr val="dk1"/>
                </a:solidFill>
                <a:latin typeface="Arial"/>
                <a:ea typeface="Arial"/>
                <a:cs typeface="Arial"/>
                <a:sym typeface="Arial"/>
              </a:rPr>
              <a:t>0D, 1D, 2D </a:t>
            </a:r>
            <a:r>
              <a:rPr lang="en-US" sz="1800" b="0" i="0" u="none" strike="noStrike" cap="none" dirty="0">
                <a:solidFill>
                  <a:schemeClr val="dk1"/>
                </a:solidFill>
                <a:latin typeface="Lustria"/>
                <a:ea typeface="Lustria"/>
                <a:cs typeface="Lustria"/>
                <a:sym typeface="Lustria"/>
              </a:rPr>
              <a:t>by </a:t>
            </a:r>
            <a:r>
              <a:rPr lang="en-US" sz="1800" b="1" dirty="0">
                <a:solidFill>
                  <a:srgbClr val="3F3F3F"/>
                </a:solidFill>
                <a:latin typeface="Lustria"/>
                <a:ea typeface="Lustria"/>
                <a:cs typeface="Lustria"/>
                <a:sym typeface="Lustria"/>
              </a:rPr>
              <a:t>PVD, CVD, </a:t>
            </a:r>
            <a:r>
              <a:rPr lang="en-US" sz="1800" b="0" i="0" u="none" strike="noStrike" cap="none" dirty="0">
                <a:solidFill>
                  <a:schemeClr val="dk1"/>
                </a:solidFill>
                <a:latin typeface="Lustria"/>
                <a:ea typeface="Lustria"/>
                <a:cs typeface="Lustria"/>
                <a:sym typeface="Lustria"/>
              </a:rPr>
              <a:t>solution methods.</a:t>
            </a:r>
            <a:endParaRPr sz="1100" b="0" i="0" u="none" strike="noStrike" cap="none" dirty="0">
              <a:solidFill>
                <a:schemeClr val="dk1"/>
              </a:solidFill>
              <a:latin typeface="Lustria"/>
              <a:ea typeface="Lustria"/>
              <a:cs typeface="Lustria"/>
              <a:sym typeface="Lustria"/>
            </a:endParaRPr>
          </a:p>
        </p:txBody>
      </p:sp>
      <p:pic>
        <p:nvPicPr>
          <p:cNvPr id="691" name="Google Shape;691;p9"/>
          <p:cNvPicPr preferRelativeResize="0"/>
          <p:nvPr/>
        </p:nvPicPr>
        <p:blipFill rotWithShape="1">
          <a:blip r:embed="rId7">
            <a:alphaModFix/>
          </a:blip>
          <a:srcRect/>
          <a:stretch/>
        </p:blipFill>
        <p:spPr>
          <a:xfrm rot="-5400000">
            <a:off x="49219" y="2939111"/>
            <a:ext cx="381000" cy="381000"/>
          </a:xfrm>
          <a:prstGeom prst="rect">
            <a:avLst/>
          </a:prstGeom>
          <a:noFill/>
          <a:ln>
            <a:noFill/>
          </a:ln>
        </p:spPr>
      </p:pic>
      <p:sp>
        <p:nvSpPr>
          <p:cNvPr id="692" name="Google Shape;692;p9"/>
          <p:cNvSpPr txBox="1"/>
          <p:nvPr/>
        </p:nvSpPr>
        <p:spPr>
          <a:xfrm>
            <a:off x="-228600" y="2250248"/>
            <a:ext cx="8153400" cy="11387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7F7F7F"/>
                </a:solidFill>
                <a:latin typeface="Arial"/>
                <a:ea typeface="Arial"/>
                <a:cs typeface="Arial"/>
                <a:sym typeface="Arial"/>
              </a:rPr>
              <a:t>  </a:t>
            </a:r>
            <a:r>
              <a:rPr lang="en-US" sz="2400" b="1" dirty="0">
                <a:solidFill>
                  <a:srgbClr val="3F3F3F"/>
                </a:solidFill>
                <a:latin typeface="Arial"/>
                <a:ea typeface="Arial"/>
                <a:cs typeface="Arial"/>
                <a:sym typeface="Arial"/>
              </a:rPr>
              <a:t>2.</a:t>
            </a:r>
            <a:r>
              <a:rPr lang="en-US" sz="2400" b="1" dirty="0">
                <a:solidFill>
                  <a:srgbClr val="7F7F7F"/>
                </a:solidFill>
                <a:latin typeface="Arial"/>
                <a:ea typeface="Arial"/>
                <a:cs typeface="Arial"/>
                <a:sym typeface="Arial"/>
              </a:rPr>
              <a:t> </a:t>
            </a:r>
            <a:r>
              <a:rPr lang="en-US" sz="2400" b="1" dirty="0">
                <a:solidFill>
                  <a:srgbClr val="92D050"/>
                </a:solidFill>
                <a:latin typeface="Arial"/>
                <a:ea typeface="Arial"/>
                <a:cs typeface="Arial"/>
                <a:sym typeface="Arial"/>
              </a:rPr>
              <a:t>Devices</a:t>
            </a:r>
            <a:endParaRPr sz="2400" dirty="0">
              <a:solidFill>
                <a:srgbClr val="0070C0"/>
              </a:solidFill>
              <a:latin typeface="Arial"/>
              <a:ea typeface="Arial"/>
              <a:cs typeface="Arial"/>
              <a:sym typeface="Arial"/>
            </a:endParaRPr>
          </a:p>
          <a:p>
            <a:pPr marL="0" marR="0" lvl="0" indent="0" algn="l" rtl="0">
              <a:spcBef>
                <a:spcPts val="0"/>
              </a:spcBef>
              <a:spcAft>
                <a:spcPts val="0"/>
              </a:spcAft>
              <a:buNone/>
            </a:pPr>
            <a:endParaRPr sz="2400" b="1" dirty="0">
              <a:solidFill>
                <a:srgbClr val="92D050"/>
              </a:solidFill>
              <a:latin typeface="Arial"/>
              <a:ea typeface="Arial"/>
              <a:cs typeface="Arial"/>
              <a:sym typeface="Arial"/>
            </a:endParaRPr>
          </a:p>
        </p:txBody>
      </p:sp>
      <p:sp>
        <p:nvSpPr>
          <p:cNvPr id="693" name="Google Shape;693;p9"/>
          <p:cNvSpPr txBox="1"/>
          <p:nvPr/>
        </p:nvSpPr>
        <p:spPr>
          <a:xfrm>
            <a:off x="-228600" y="4892572"/>
            <a:ext cx="81534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dirty="0">
                <a:solidFill>
                  <a:srgbClr val="7F7F7F"/>
                </a:solidFill>
                <a:latin typeface="Arial"/>
                <a:ea typeface="Arial"/>
                <a:cs typeface="Arial"/>
                <a:sym typeface="Arial"/>
              </a:rPr>
              <a:t>  </a:t>
            </a:r>
            <a:r>
              <a:rPr lang="en-US" sz="2400" b="1" dirty="0">
                <a:solidFill>
                  <a:srgbClr val="3F3F3F"/>
                </a:solidFill>
                <a:latin typeface="Arial"/>
                <a:ea typeface="Arial"/>
                <a:cs typeface="Arial"/>
                <a:sym typeface="Arial"/>
              </a:rPr>
              <a:t>3.</a:t>
            </a:r>
            <a:r>
              <a:rPr lang="en-US" sz="2400" b="1" dirty="0">
                <a:solidFill>
                  <a:srgbClr val="7F7F7F"/>
                </a:solidFill>
                <a:latin typeface="Arial"/>
                <a:ea typeface="Arial"/>
                <a:cs typeface="Arial"/>
                <a:sym typeface="Arial"/>
              </a:rPr>
              <a:t> </a:t>
            </a:r>
            <a:r>
              <a:rPr lang="en-US" sz="2400" b="1" dirty="0">
                <a:solidFill>
                  <a:srgbClr val="E2AC00"/>
                </a:solidFill>
                <a:latin typeface="Arial"/>
                <a:ea typeface="Arial"/>
                <a:cs typeface="Arial"/>
                <a:sym typeface="Arial"/>
              </a:rPr>
              <a:t>Automation</a:t>
            </a:r>
            <a:endParaRPr sz="2400" b="1" dirty="0">
              <a:solidFill>
                <a:srgbClr val="E2AC00"/>
              </a:solidFill>
              <a:latin typeface="Arial"/>
              <a:ea typeface="Arial"/>
              <a:cs typeface="Arial"/>
              <a:sym typeface="Arial"/>
            </a:endParaRPr>
          </a:p>
        </p:txBody>
      </p:sp>
      <p:sp>
        <p:nvSpPr>
          <p:cNvPr id="694" name="Google Shape;694;p9"/>
          <p:cNvSpPr/>
          <p:nvPr/>
        </p:nvSpPr>
        <p:spPr>
          <a:xfrm>
            <a:off x="243663" y="1331550"/>
            <a:ext cx="5791200"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Lustria"/>
                <a:ea typeface="Lustria"/>
                <a:cs typeface="Lustria"/>
                <a:sym typeface="Lustria"/>
              </a:rPr>
              <a:t>0D: Au, Ag,, TiO</a:t>
            </a:r>
            <a:r>
              <a:rPr lang="en-US" sz="1800" baseline="-25000" dirty="0">
                <a:solidFill>
                  <a:schemeClr val="dk1"/>
                </a:solidFill>
                <a:latin typeface="Lustria"/>
                <a:ea typeface="Lustria"/>
                <a:cs typeface="Lustria"/>
                <a:sym typeface="Lustria"/>
              </a:rPr>
              <a:t>2</a:t>
            </a:r>
            <a:r>
              <a:rPr lang="en-US" sz="1800" dirty="0">
                <a:solidFill>
                  <a:schemeClr val="dk1"/>
                </a:solidFill>
                <a:latin typeface="Lustria"/>
                <a:ea typeface="Lustria"/>
                <a:cs typeface="Lustria"/>
                <a:sym typeface="Lustria"/>
              </a:rPr>
              <a:t>, Cu, SnO</a:t>
            </a:r>
            <a:r>
              <a:rPr lang="en-US" sz="1800" baseline="-25000" dirty="0">
                <a:solidFill>
                  <a:schemeClr val="dk1"/>
                </a:solidFill>
                <a:latin typeface="Lustria"/>
                <a:ea typeface="Lustria"/>
                <a:cs typeface="Lustria"/>
                <a:sym typeface="Lustria"/>
              </a:rPr>
              <a:t>2</a:t>
            </a:r>
            <a:r>
              <a:rPr lang="en-US" sz="1800" dirty="0">
                <a:solidFill>
                  <a:schemeClr val="dk1"/>
                </a:solidFill>
                <a:latin typeface="Lustria"/>
                <a:ea typeface="Lustria"/>
                <a:cs typeface="Lustria"/>
                <a:sym typeface="Lustria"/>
              </a:rPr>
              <a:t>…nano particle</a:t>
            </a:r>
            <a:endParaRPr lang="en-US" dirty="0">
              <a:ea typeface="Lustria"/>
            </a:endParaRPr>
          </a:p>
          <a:p>
            <a:pPr marL="0" marR="0" lvl="0" indent="0" algn="just" rtl="0">
              <a:spcBef>
                <a:spcPts val="0"/>
              </a:spcBef>
              <a:spcAft>
                <a:spcPts val="0"/>
              </a:spcAft>
              <a:buNone/>
            </a:pPr>
            <a:r>
              <a:rPr lang="en-US" sz="1800" dirty="0">
                <a:solidFill>
                  <a:schemeClr val="dk1"/>
                </a:solidFill>
                <a:latin typeface="Lustria"/>
                <a:ea typeface="Lustria"/>
                <a:cs typeface="Lustria"/>
                <a:sym typeface="Lustria"/>
              </a:rPr>
              <a:t>1D: Au rod, Ag rod, </a:t>
            </a:r>
            <a:r>
              <a:rPr lang="en-US" sz="1800" dirty="0" err="1">
                <a:solidFill>
                  <a:schemeClr val="dk1"/>
                </a:solidFill>
                <a:latin typeface="Lustria"/>
                <a:ea typeface="Lustria"/>
                <a:cs typeface="Lustria"/>
                <a:sym typeface="Lustria"/>
              </a:rPr>
              <a:t>ZnO</a:t>
            </a:r>
            <a:r>
              <a:rPr lang="en-US" sz="1800" dirty="0">
                <a:solidFill>
                  <a:schemeClr val="dk1"/>
                </a:solidFill>
                <a:latin typeface="Lustria"/>
                <a:ea typeface="Lustria"/>
                <a:cs typeface="Lustria"/>
                <a:sym typeface="Lustria"/>
              </a:rPr>
              <a:t> rod, Cu rod…</a:t>
            </a:r>
            <a:endParaRPr lang="en-US" dirty="0">
              <a:ea typeface="Lustria"/>
            </a:endParaRPr>
          </a:p>
          <a:p>
            <a:pPr marL="0" marR="0" lvl="0" indent="0" algn="just" rtl="0">
              <a:spcBef>
                <a:spcPts val="0"/>
              </a:spcBef>
              <a:spcAft>
                <a:spcPts val="0"/>
              </a:spcAft>
              <a:buNone/>
            </a:pPr>
            <a:r>
              <a:rPr lang="en-US" sz="1800" dirty="0">
                <a:solidFill>
                  <a:schemeClr val="dk1"/>
                </a:solidFill>
                <a:latin typeface="Lustria"/>
                <a:ea typeface="Lustria"/>
                <a:cs typeface="Lustria"/>
                <a:sym typeface="Lustria"/>
              </a:rPr>
              <a:t>2D: </a:t>
            </a:r>
            <a:r>
              <a:rPr lang="en-US" sz="1800" dirty="0" err="1">
                <a:solidFill>
                  <a:schemeClr val="dk1"/>
                </a:solidFill>
                <a:latin typeface="Lustria"/>
                <a:ea typeface="Lustria"/>
                <a:cs typeface="Lustria"/>
                <a:sym typeface="Lustria"/>
              </a:rPr>
              <a:t>Phosphorence</a:t>
            </a:r>
            <a:r>
              <a:rPr lang="en-US" sz="1800" dirty="0">
                <a:solidFill>
                  <a:schemeClr val="dk1"/>
                </a:solidFill>
                <a:latin typeface="Lustria"/>
                <a:ea typeface="Lustria"/>
                <a:cs typeface="Lustria"/>
                <a:sym typeface="Lustria"/>
              </a:rPr>
              <a:t>, Graphene, MoS</a:t>
            </a:r>
            <a:r>
              <a:rPr lang="en-US" sz="1800" baseline="-25000" dirty="0">
                <a:solidFill>
                  <a:schemeClr val="dk1"/>
                </a:solidFill>
                <a:latin typeface="Lustria"/>
                <a:ea typeface="Lustria"/>
                <a:cs typeface="Lustria"/>
                <a:sym typeface="Lustria"/>
              </a:rPr>
              <a:t>2</a:t>
            </a:r>
            <a:r>
              <a:rPr lang="en-US" sz="1800" dirty="0">
                <a:solidFill>
                  <a:schemeClr val="dk1"/>
                </a:solidFill>
                <a:latin typeface="Lustria"/>
                <a:ea typeface="Lustria"/>
                <a:cs typeface="Lustria"/>
                <a:sym typeface="Lustria"/>
              </a:rPr>
              <a:t>, </a:t>
            </a:r>
            <a:r>
              <a:rPr lang="en-US" sz="1800" dirty="0" err="1">
                <a:solidFill>
                  <a:schemeClr val="dk1"/>
                </a:solidFill>
                <a:latin typeface="Lustria"/>
                <a:ea typeface="Lustria"/>
                <a:cs typeface="Lustria"/>
                <a:sym typeface="Lustria"/>
              </a:rPr>
              <a:t>SiH</a:t>
            </a:r>
            <a:r>
              <a:rPr lang="en-US" sz="1800" dirty="0">
                <a:solidFill>
                  <a:schemeClr val="dk1"/>
                </a:solidFill>
                <a:latin typeface="Lustria"/>
                <a:ea typeface="Lustria"/>
                <a:cs typeface="Lustria"/>
                <a:sym typeface="Lustria"/>
              </a:rPr>
              <a:t>, P</a:t>
            </a:r>
            <a:r>
              <a:rPr lang="en-US" sz="1800" baseline="-25000" dirty="0">
                <a:solidFill>
                  <a:schemeClr val="dk1"/>
                </a:solidFill>
                <a:latin typeface="Lustria"/>
                <a:ea typeface="Lustria"/>
                <a:cs typeface="Lustria"/>
                <a:sym typeface="Lustria"/>
              </a:rPr>
              <a:t>3</a:t>
            </a:r>
            <a:r>
              <a:rPr lang="en-US" sz="1800" dirty="0">
                <a:solidFill>
                  <a:schemeClr val="dk1"/>
                </a:solidFill>
                <a:latin typeface="Lustria"/>
                <a:ea typeface="Lustria"/>
                <a:cs typeface="Lustria"/>
                <a:sym typeface="Lustria"/>
              </a:rPr>
              <a:t>HT….</a:t>
            </a:r>
            <a:endParaRPr lang="en-US" dirty="0">
              <a:ea typeface="Lustria"/>
            </a:endParaRPr>
          </a:p>
          <a:p>
            <a:pPr marL="0" marR="0" lvl="0" indent="0" algn="just" rtl="0">
              <a:spcBef>
                <a:spcPts val="0"/>
              </a:spcBef>
              <a:spcAft>
                <a:spcPts val="0"/>
              </a:spcAft>
              <a:buNone/>
            </a:pPr>
            <a:r>
              <a:rPr lang="en-US" sz="1800" dirty="0" err="1">
                <a:solidFill>
                  <a:schemeClr val="dk1"/>
                </a:solidFill>
                <a:latin typeface="Lustria"/>
                <a:ea typeface="Lustria"/>
                <a:cs typeface="Lustria"/>
                <a:sym typeface="Lustria"/>
              </a:rPr>
              <a:t>Vật</a:t>
            </a:r>
            <a:r>
              <a:rPr lang="en-US" sz="1800" dirty="0">
                <a:solidFill>
                  <a:schemeClr val="dk1"/>
                </a:solidFill>
                <a:latin typeface="Lustria"/>
                <a:ea typeface="Lustria"/>
                <a:cs typeface="Lustria"/>
                <a:sym typeface="Lustria"/>
              </a:rPr>
              <a:t> </a:t>
            </a:r>
            <a:r>
              <a:rPr lang="en-US" sz="1800" dirty="0" err="1">
                <a:solidFill>
                  <a:schemeClr val="dk1"/>
                </a:solidFill>
                <a:latin typeface="Lustria"/>
                <a:ea typeface="Lustria"/>
                <a:cs typeface="Lustria"/>
                <a:sym typeface="Lustria"/>
              </a:rPr>
              <a:t>liệu</a:t>
            </a:r>
            <a:r>
              <a:rPr lang="en-US" sz="1800" dirty="0">
                <a:solidFill>
                  <a:schemeClr val="dk1"/>
                </a:solidFill>
                <a:latin typeface="Lustria"/>
                <a:ea typeface="Lustria"/>
                <a:cs typeface="Lustria"/>
                <a:sym typeface="Lustria"/>
              </a:rPr>
              <a:t> </a:t>
            </a:r>
            <a:r>
              <a:rPr lang="en-US" sz="1800" dirty="0" err="1">
                <a:solidFill>
                  <a:schemeClr val="dk1"/>
                </a:solidFill>
                <a:latin typeface="Lustria"/>
                <a:ea typeface="Lustria"/>
                <a:cs typeface="Lustria"/>
                <a:sym typeface="Lustria"/>
              </a:rPr>
              <a:t>từ</a:t>
            </a:r>
            <a:r>
              <a:rPr lang="en-US" sz="1800" dirty="0">
                <a:solidFill>
                  <a:schemeClr val="dk1"/>
                </a:solidFill>
                <a:latin typeface="Lustria"/>
                <a:ea typeface="Lustria"/>
                <a:cs typeface="Lustria"/>
                <a:sym typeface="Lustria"/>
              </a:rPr>
              <a:t>: Fe</a:t>
            </a:r>
            <a:r>
              <a:rPr lang="en-US" sz="1800" baseline="-25000" dirty="0">
                <a:solidFill>
                  <a:schemeClr val="dk1"/>
                </a:solidFill>
                <a:latin typeface="Lustria"/>
                <a:ea typeface="Lustria"/>
                <a:cs typeface="Lustria"/>
                <a:sym typeface="Lustria"/>
              </a:rPr>
              <a:t>3</a:t>
            </a:r>
            <a:r>
              <a:rPr lang="en-US" sz="1800" dirty="0">
                <a:solidFill>
                  <a:schemeClr val="dk1"/>
                </a:solidFill>
                <a:latin typeface="Lustria"/>
                <a:ea typeface="Lustria"/>
                <a:cs typeface="Lustria"/>
                <a:sym typeface="Lustria"/>
              </a:rPr>
              <a:t>O</a:t>
            </a:r>
            <a:r>
              <a:rPr lang="en-US" sz="1800" baseline="-25000" dirty="0">
                <a:solidFill>
                  <a:schemeClr val="dk1"/>
                </a:solidFill>
                <a:latin typeface="Lustria"/>
                <a:ea typeface="Lustria"/>
                <a:cs typeface="Lustria"/>
                <a:sym typeface="Lustria"/>
              </a:rPr>
              <a:t>4</a:t>
            </a:r>
            <a:r>
              <a:rPr lang="en-US" sz="1800" dirty="0">
                <a:solidFill>
                  <a:schemeClr val="dk1"/>
                </a:solidFill>
                <a:latin typeface="Lustria"/>
                <a:ea typeface="Lustria"/>
                <a:cs typeface="Lustria"/>
                <a:sym typeface="Lustria"/>
              </a:rPr>
              <a:t> nano, Co, </a:t>
            </a:r>
            <a:r>
              <a:rPr lang="en-US" sz="1800" dirty="0" err="1">
                <a:solidFill>
                  <a:schemeClr val="dk1"/>
                </a:solidFill>
                <a:latin typeface="Lustria"/>
                <a:ea typeface="Lustria"/>
                <a:cs typeface="Lustria"/>
                <a:sym typeface="Lustria"/>
              </a:rPr>
              <a:t>CoFeB</a:t>
            </a:r>
            <a:r>
              <a:rPr lang="en-US" sz="1800" dirty="0">
                <a:solidFill>
                  <a:schemeClr val="dk1"/>
                </a:solidFill>
                <a:latin typeface="Lustria"/>
                <a:ea typeface="Lustria"/>
                <a:cs typeface="Lustria"/>
                <a:sym typeface="Lustria"/>
              </a:rPr>
              <a:t>, IrMn</a:t>
            </a:r>
            <a:r>
              <a:rPr lang="en-US" sz="1800" baseline="-25000" dirty="0">
                <a:solidFill>
                  <a:schemeClr val="dk1"/>
                </a:solidFill>
                <a:latin typeface="Lustria"/>
                <a:ea typeface="Lustria"/>
                <a:cs typeface="Lustria"/>
                <a:sym typeface="Lustria"/>
              </a:rPr>
              <a:t>3</a:t>
            </a:r>
            <a:r>
              <a:rPr lang="en-US" sz="1800" dirty="0">
                <a:solidFill>
                  <a:schemeClr val="dk1"/>
                </a:solidFill>
                <a:latin typeface="Lustria"/>
                <a:ea typeface="Lustria"/>
                <a:cs typeface="Lustria"/>
                <a:sym typeface="Lustria"/>
              </a:rPr>
              <a:t>...thin layer</a:t>
            </a:r>
            <a:endParaRPr sz="1800" dirty="0">
              <a:solidFill>
                <a:schemeClr val="dk1"/>
              </a:solidFill>
              <a:latin typeface="Lustria"/>
              <a:ea typeface="Lustria"/>
              <a:cs typeface="Lustria"/>
              <a:sym typeface="Lustria"/>
            </a:endParaRPr>
          </a:p>
        </p:txBody>
      </p:sp>
      <p:sp>
        <p:nvSpPr>
          <p:cNvPr id="695" name="Google Shape;695;p9"/>
          <p:cNvSpPr/>
          <p:nvPr/>
        </p:nvSpPr>
        <p:spPr>
          <a:xfrm>
            <a:off x="434163" y="5430162"/>
            <a:ext cx="10278816" cy="8617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rgbClr val="B00000"/>
                </a:solidFill>
                <a:latin typeface="Arial"/>
                <a:ea typeface="Arial"/>
                <a:cs typeface="Arial"/>
                <a:sym typeface="Arial"/>
              </a:rPr>
              <a:t>C</a:t>
            </a:r>
            <a:r>
              <a:rPr lang="en-US" sz="1800" dirty="0">
                <a:solidFill>
                  <a:schemeClr val="dk1"/>
                </a:solidFill>
                <a:latin typeface="Lustria"/>
                <a:ea typeface="Lustria"/>
                <a:cs typeface="Lustria"/>
                <a:sym typeface="Lustria"/>
              </a:rPr>
              <a:t>ontrolling peripheral devices: Measurement device, </a:t>
            </a:r>
          </a:p>
          <a:p>
            <a:pPr marL="0" marR="0" lvl="0" indent="0" algn="l" rtl="0">
              <a:spcBef>
                <a:spcPts val="0"/>
              </a:spcBef>
              <a:spcAft>
                <a:spcPts val="0"/>
              </a:spcAft>
              <a:buNone/>
            </a:pPr>
            <a:r>
              <a:rPr lang="en-US" sz="1800" dirty="0">
                <a:solidFill>
                  <a:schemeClr val="dk1"/>
                </a:solidFill>
                <a:latin typeface="Lustria"/>
                <a:ea typeface="Lustria"/>
                <a:cs typeface="Lustria"/>
                <a:sym typeface="Lustria"/>
              </a:rPr>
              <a:t>Material Fabrication process </a:t>
            </a:r>
            <a:endParaRPr lang="en-US" dirty="0"/>
          </a:p>
        </p:txBody>
      </p:sp>
      <p:pic>
        <p:nvPicPr>
          <p:cNvPr id="696" name="Google Shape;696;p9"/>
          <p:cNvPicPr preferRelativeResize="0"/>
          <p:nvPr/>
        </p:nvPicPr>
        <p:blipFill rotWithShape="1">
          <a:blip r:embed="rId7">
            <a:alphaModFix/>
          </a:blip>
          <a:srcRect/>
          <a:stretch/>
        </p:blipFill>
        <p:spPr>
          <a:xfrm rot="-5400000">
            <a:off x="49219" y="3921547"/>
            <a:ext cx="381000" cy="381000"/>
          </a:xfrm>
          <a:prstGeom prst="rect">
            <a:avLst/>
          </a:prstGeom>
          <a:noFill/>
          <a:ln>
            <a:noFill/>
          </a:ln>
        </p:spPr>
      </p:pic>
      <p:pic>
        <p:nvPicPr>
          <p:cNvPr id="697" name="Google Shape;697;p9"/>
          <p:cNvPicPr preferRelativeResize="0"/>
          <p:nvPr/>
        </p:nvPicPr>
        <p:blipFill rotWithShape="1">
          <a:blip r:embed="rId7">
            <a:alphaModFix/>
          </a:blip>
          <a:srcRect/>
          <a:stretch/>
        </p:blipFill>
        <p:spPr>
          <a:xfrm rot="-5400000">
            <a:off x="53163" y="5585185"/>
            <a:ext cx="381000" cy="381000"/>
          </a:xfrm>
          <a:prstGeom prst="rect">
            <a:avLst/>
          </a:prstGeom>
          <a:noFill/>
          <a:ln>
            <a:noFill/>
          </a:ln>
        </p:spPr>
      </p:pic>
      <p:pic>
        <p:nvPicPr>
          <p:cNvPr id="698" name="Google Shape;698;p9"/>
          <p:cNvPicPr preferRelativeResize="0"/>
          <p:nvPr/>
        </p:nvPicPr>
        <p:blipFill rotWithShape="1">
          <a:blip r:embed="rId11">
            <a:alphaModFix/>
          </a:blip>
          <a:srcRect/>
          <a:stretch/>
        </p:blipFill>
        <p:spPr>
          <a:xfrm>
            <a:off x="5981700" y="3596482"/>
            <a:ext cx="924588" cy="849973"/>
          </a:xfrm>
          <a:prstGeom prst="rect">
            <a:avLst/>
          </a:prstGeom>
          <a:noFill/>
          <a:ln>
            <a:noFill/>
          </a:ln>
        </p:spPr>
      </p:pic>
      <p:pic>
        <p:nvPicPr>
          <p:cNvPr id="699" name="Google Shape;699;p9" descr="Hình ảnh có liên quan"/>
          <p:cNvPicPr preferRelativeResize="0"/>
          <p:nvPr/>
        </p:nvPicPr>
        <p:blipFill rotWithShape="1">
          <a:blip r:embed="rId12">
            <a:alphaModFix/>
          </a:blip>
          <a:srcRect t="961"/>
          <a:stretch/>
        </p:blipFill>
        <p:spPr>
          <a:xfrm>
            <a:off x="5981701" y="762000"/>
            <a:ext cx="1528018" cy="1032809"/>
          </a:xfrm>
          <a:prstGeom prst="rect">
            <a:avLst/>
          </a:prstGeom>
          <a:noFill/>
          <a:ln>
            <a:noFill/>
          </a:ln>
        </p:spPr>
      </p:pic>
      <p:pic>
        <p:nvPicPr>
          <p:cNvPr id="700" name="Google Shape;700;p9"/>
          <p:cNvPicPr preferRelativeResize="0"/>
          <p:nvPr/>
        </p:nvPicPr>
        <p:blipFill rotWithShape="1">
          <a:blip r:embed="rId7">
            <a:alphaModFix/>
          </a:blip>
          <a:srcRect/>
          <a:stretch/>
        </p:blipFill>
        <p:spPr>
          <a:xfrm rot="-5400000">
            <a:off x="53163" y="4786618"/>
            <a:ext cx="381000" cy="381000"/>
          </a:xfrm>
          <a:prstGeom prst="rect">
            <a:avLst/>
          </a:prstGeom>
          <a:noFill/>
          <a:ln>
            <a:noFill/>
          </a:ln>
        </p:spPr>
      </p:pic>
      <p:sp>
        <p:nvSpPr>
          <p:cNvPr id="701" name="Google Shape;701;p9"/>
          <p:cNvSpPr/>
          <p:nvPr/>
        </p:nvSpPr>
        <p:spPr>
          <a:xfrm>
            <a:off x="381000" y="4720114"/>
            <a:ext cx="544927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rgbClr val="B00000"/>
                </a:solidFill>
                <a:latin typeface="Arial"/>
                <a:ea typeface="Arial"/>
                <a:cs typeface="Arial"/>
                <a:sym typeface="Arial"/>
              </a:rPr>
              <a:t>S</a:t>
            </a:r>
            <a:r>
              <a:rPr lang="en-US" sz="1800" b="1" dirty="0">
                <a:solidFill>
                  <a:srgbClr val="B00000"/>
                </a:solidFill>
                <a:latin typeface="Lustria"/>
                <a:ea typeface="Lustria"/>
                <a:cs typeface="Lustria"/>
                <a:sym typeface="Lustria"/>
              </a:rPr>
              <a:t>pintronic device </a:t>
            </a:r>
            <a:r>
              <a:rPr lang="en-US" sz="1800" b="1" dirty="0">
                <a:solidFill>
                  <a:schemeClr val="dk1"/>
                </a:solidFill>
                <a:latin typeface="Lustria"/>
                <a:ea typeface="Lustria"/>
                <a:cs typeface="Lustria"/>
                <a:sym typeface="Lustria"/>
              </a:rPr>
              <a:t>(based on </a:t>
            </a:r>
            <a:r>
              <a:rPr lang="en-US" sz="1800" b="1" dirty="0" err="1">
                <a:solidFill>
                  <a:schemeClr val="dk1"/>
                </a:solidFill>
                <a:latin typeface="Lustria"/>
                <a:ea typeface="Lustria"/>
                <a:cs typeface="Lustria"/>
                <a:sym typeface="Lustria"/>
              </a:rPr>
              <a:t>Co,Fe,Mn</a:t>
            </a:r>
            <a:r>
              <a:rPr lang="en-US" sz="1800" b="1" dirty="0">
                <a:solidFill>
                  <a:schemeClr val="dk1"/>
                </a:solidFill>
                <a:latin typeface="Lustria"/>
                <a:ea typeface="Lustria"/>
                <a:cs typeface="Lustria"/>
                <a:sym typeface="Lustria"/>
              </a:rPr>
              <a:t>...) </a:t>
            </a:r>
            <a:endParaRPr sz="1800" dirty="0">
              <a:solidFill>
                <a:schemeClr val="dk1"/>
              </a:solidFill>
              <a:latin typeface="Calibri"/>
              <a:ea typeface="Calibri"/>
              <a:cs typeface="Calibri"/>
              <a:sym typeface="Calibri"/>
            </a:endParaRPr>
          </a:p>
        </p:txBody>
      </p:sp>
      <p:sp>
        <p:nvSpPr>
          <p:cNvPr id="2" name="Google Shape;184;p4">
            <a:extLst>
              <a:ext uri="{FF2B5EF4-FFF2-40B4-BE49-F238E27FC236}">
                <a16:creationId xmlns:a16="http://schemas.microsoft.com/office/drawing/2014/main" id="{C46E7CCF-9677-353F-9874-E01E2B3D9B62}"/>
              </a:ext>
            </a:extLst>
          </p:cNvPr>
          <p:cNvSpPr txBox="1"/>
          <p:nvPr/>
        </p:nvSpPr>
        <p:spPr>
          <a:xfrm>
            <a:off x="135465" y="10134"/>
            <a:ext cx="9217459"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10"/>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08" name="Google Shape;708;p10"/>
          <p:cNvCxnSpPr>
            <a:stCxn id="70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710" name="Google Shape;710;p10"/>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9" name="Google Shape;709;p10"/>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11" name="Google Shape;711;p10"/>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712" name="Google Shape;712;p10"/>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3" name="Google Shape;713;p10"/>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714" name="Google Shape;714;p10"/>
          <p:cNvSpPr/>
          <p:nvPr/>
        </p:nvSpPr>
        <p:spPr>
          <a:xfrm>
            <a:off x="50801"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5" name="Google Shape;715;p10"/>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18</a:t>
            </a:r>
            <a:endParaRPr/>
          </a:p>
        </p:txBody>
      </p:sp>
      <p:sp>
        <p:nvSpPr>
          <p:cNvPr id="716" name="Google Shape;716;p10"/>
          <p:cNvSpPr txBox="1"/>
          <p:nvPr/>
        </p:nvSpPr>
        <p:spPr>
          <a:xfrm>
            <a:off x="266700" y="588956"/>
            <a:ext cx="5648048"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What is the role of nanomaterial ?</a:t>
            </a:r>
            <a:endParaRPr dirty="0"/>
          </a:p>
        </p:txBody>
      </p:sp>
      <p:pic>
        <p:nvPicPr>
          <p:cNvPr id="717" name="Google Shape;717;p10" descr="C:\Users\My Hoa\Desktop\gioi thieu chuyen nganh\front-square.jpg"/>
          <p:cNvPicPr preferRelativeResize="0"/>
          <p:nvPr/>
        </p:nvPicPr>
        <p:blipFill rotWithShape="1">
          <a:blip r:embed="rId4">
            <a:alphaModFix/>
          </a:blip>
          <a:srcRect/>
          <a:stretch/>
        </p:blipFill>
        <p:spPr>
          <a:xfrm>
            <a:off x="12525" y="1193104"/>
            <a:ext cx="2895601" cy="2606041"/>
          </a:xfrm>
          <a:prstGeom prst="rect">
            <a:avLst/>
          </a:prstGeom>
          <a:noFill/>
          <a:ln>
            <a:noFill/>
          </a:ln>
          <a:effectLst>
            <a:outerShdw blurRad="190500" algn="tl" rotWithShape="0">
              <a:srgbClr val="000000">
                <a:alpha val="69803"/>
              </a:srgbClr>
            </a:outerShdw>
          </a:effectLst>
        </p:spPr>
      </p:pic>
      <p:pic>
        <p:nvPicPr>
          <p:cNvPr id="718" name="Google Shape;718;p10" descr="C:\Users\My Hoa\Desktop\gioi thieu chuyen nganh\transparent1.jpg"/>
          <p:cNvPicPr preferRelativeResize="0"/>
          <p:nvPr/>
        </p:nvPicPr>
        <p:blipFill rotWithShape="1">
          <a:blip r:embed="rId5">
            <a:alphaModFix/>
          </a:blip>
          <a:srcRect/>
          <a:stretch/>
        </p:blipFill>
        <p:spPr>
          <a:xfrm>
            <a:off x="3240574" y="4114800"/>
            <a:ext cx="2780270" cy="2057400"/>
          </a:xfrm>
          <a:prstGeom prst="rect">
            <a:avLst/>
          </a:prstGeom>
          <a:noFill/>
          <a:ln>
            <a:noFill/>
          </a:ln>
          <a:effectLst>
            <a:outerShdw blurRad="190500" algn="tl" rotWithShape="0">
              <a:srgbClr val="000000">
                <a:alpha val="69803"/>
              </a:srgbClr>
            </a:outerShdw>
          </a:effectLst>
        </p:spPr>
      </p:pic>
      <p:pic>
        <p:nvPicPr>
          <p:cNvPr id="719" name="Google Shape;719;p10" descr="C:\Users\My Hoa\Desktop\gioi thieu chuyen nganh\graphic_solar_cell.jpg"/>
          <p:cNvPicPr preferRelativeResize="0"/>
          <p:nvPr/>
        </p:nvPicPr>
        <p:blipFill rotWithShape="1">
          <a:blip r:embed="rId6">
            <a:alphaModFix/>
          </a:blip>
          <a:srcRect/>
          <a:stretch/>
        </p:blipFill>
        <p:spPr>
          <a:xfrm>
            <a:off x="5969770" y="1209642"/>
            <a:ext cx="3021830" cy="2601402"/>
          </a:xfrm>
          <a:prstGeom prst="rect">
            <a:avLst/>
          </a:prstGeom>
          <a:noFill/>
          <a:ln>
            <a:noFill/>
          </a:ln>
          <a:effectLst>
            <a:outerShdw blurRad="190500" algn="tl" rotWithShape="0">
              <a:srgbClr val="000000">
                <a:alpha val="69803"/>
              </a:srgbClr>
            </a:outerShdw>
          </a:effectLst>
        </p:spPr>
      </p:pic>
      <p:pic>
        <p:nvPicPr>
          <p:cNvPr id="720" name="Google Shape;720;p10" descr="C:\Users\My Hoa\Desktop\gioi thieu chuyen nganh\images.jpg"/>
          <p:cNvPicPr preferRelativeResize="0"/>
          <p:nvPr/>
        </p:nvPicPr>
        <p:blipFill rotWithShape="1">
          <a:blip r:embed="rId7">
            <a:alphaModFix/>
          </a:blip>
          <a:srcRect/>
          <a:stretch/>
        </p:blipFill>
        <p:spPr>
          <a:xfrm>
            <a:off x="6119064" y="4114800"/>
            <a:ext cx="3024936" cy="2057400"/>
          </a:xfrm>
          <a:prstGeom prst="rect">
            <a:avLst/>
          </a:prstGeom>
          <a:noFill/>
          <a:ln>
            <a:noFill/>
          </a:ln>
          <a:effectLst>
            <a:outerShdw blurRad="190500" algn="tl" rotWithShape="0">
              <a:srgbClr val="000000">
                <a:alpha val="69803"/>
              </a:srgbClr>
            </a:outerShdw>
          </a:effectLst>
        </p:spPr>
      </p:pic>
      <p:pic>
        <p:nvPicPr>
          <p:cNvPr id="721" name="Google Shape;721;p10" descr="C:\Users\My Hoa\Desktop\gioi thieu chuyen nganh\oled-02d.gif"/>
          <p:cNvPicPr preferRelativeResize="0"/>
          <p:nvPr/>
        </p:nvPicPr>
        <p:blipFill rotWithShape="1">
          <a:blip r:embed="rId8">
            <a:alphaModFix/>
          </a:blip>
          <a:srcRect/>
          <a:stretch/>
        </p:blipFill>
        <p:spPr>
          <a:xfrm>
            <a:off x="3053735" y="1194148"/>
            <a:ext cx="2813665" cy="2616708"/>
          </a:xfrm>
          <a:prstGeom prst="rect">
            <a:avLst/>
          </a:prstGeom>
          <a:noFill/>
          <a:ln>
            <a:noFill/>
          </a:ln>
          <a:effectLst>
            <a:outerShdw blurRad="190500" algn="tl" rotWithShape="0">
              <a:srgbClr val="000000">
                <a:alpha val="69803"/>
              </a:srgbClr>
            </a:outerShdw>
          </a:effectLst>
        </p:spPr>
      </p:pic>
      <p:pic>
        <p:nvPicPr>
          <p:cNvPr id="722" name="Google Shape;722;p10" descr="G:\GRAPHENE\hinhthuc nghiem + pho\hinh minh hoa\sensor.jpg"/>
          <p:cNvPicPr preferRelativeResize="0"/>
          <p:nvPr/>
        </p:nvPicPr>
        <p:blipFill rotWithShape="1">
          <a:blip r:embed="rId9">
            <a:alphaModFix/>
          </a:blip>
          <a:srcRect/>
          <a:stretch/>
        </p:blipFill>
        <p:spPr>
          <a:xfrm>
            <a:off x="228600" y="4114799"/>
            <a:ext cx="2602555" cy="2090309"/>
          </a:xfrm>
          <a:prstGeom prst="rect">
            <a:avLst/>
          </a:prstGeom>
          <a:noFill/>
          <a:ln>
            <a:noFill/>
          </a:ln>
        </p:spPr>
      </p:pic>
      <p:sp>
        <p:nvSpPr>
          <p:cNvPr id="2" name="Google Shape;184;p4">
            <a:extLst>
              <a:ext uri="{FF2B5EF4-FFF2-40B4-BE49-F238E27FC236}">
                <a16:creationId xmlns:a16="http://schemas.microsoft.com/office/drawing/2014/main" id="{99F55C04-5893-57FE-B663-4918A97A01C1}"/>
              </a:ext>
            </a:extLst>
          </p:cNvPr>
          <p:cNvSpPr txBox="1"/>
          <p:nvPr/>
        </p:nvSpPr>
        <p:spPr>
          <a:xfrm>
            <a:off x="127001" y="18385"/>
            <a:ext cx="9217459"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
        <p:nvSpPr>
          <p:cNvPr id="3" name="Google Shape;943;p15">
            <a:extLst>
              <a:ext uri="{FF2B5EF4-FFF2-40B4-BE49-F238E27FC236}">
                <a16:creationId xmlns:a16="http://schemas.microsoft.com/office/drawing/2014/main" id="{9DD5BAC2-3B26-8D65-9732-1E8853023BAF}"/>
              </a:ext>
            </a:extLst>
          </p:cNvPr>
          <p:cNvSpPr txBox="1"/>
          <p:nvPr/>
        </p:nvSpPr>
        <p:spPr>
          <a:xfrm>
            <a:off x="7227423" y="588916"/>
            <a:ext cx="19223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00B0F0"/>
                </a:solidFill>
                <a:latin typeface="Federo"/>
                <a:ea typeface="Federo"/>
                <a:cs typeface="Federo"/>
                <a:sym typeface="Federo"/>
              </a:rPr>
              <a:t>SOLAR Cell</a:t>
            </a:r>
            <a:endParaRPr sz="2800" b="1" dirty="0">
              <a:solidFill>
                <a:schemeClr val="lt1"/>
              </a:solidFill>
              <a:latin typeface="Federo"/>
              <a:ea typeface="Federo"/>
              <a:cs typeface="Federo"/>
              <a:sym typeface="Federo"/>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11"/>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0" name="Google Shape;730;p11"/>
          <p:cNvSpPr/>
          <p:nvPr/>
        </p:nvSpPr>
        <p:spPr>
          <a:xfrm>
            <a:off x="38100" y="181423"/>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1" name="Google Shape;731;p11"/>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17</a:t>
            </a:r>
            <a:endParaRPr/>
          </a:p>
        </p:txBody>
      </p:sp>
      <p:sp>
        <p:nvSpPr>
          <p:cNvPr id="732" name="Google Shape;732;p11"/>
          <p:cNvSpPr txBox="1"/>
          <p:nvPr/>
        </p:nvSpPr>
        <p:spPr>
          <a:xfrm>
            <a:off x="266700" y="557562"/>
            <a:ext cx="5412819" cy="523180"/>
          </a:xfrm>
          <a:prstGeom prst="rect">
            <a:avLst/>
          </a:prstGeom>
          <a:solidFill>
            <a:srgbClr val="C2D59B"/>
          </a:solidFill>
          <a:ln>
            <a:noFill/>
          </a:ln>
        </p:spPr>
        <p:txBody>
          <a:bodyPr spcFirstLastPara="1" wrap="square" lIns="91425" tIns="45700" rIns="91425" bIns="45700" anchor="t" anchorCtr="0">
            <a:spAutoFit/>
          </a:bodyPr>
          <a:lstStyle/>
          <a:p>
            <a:pPr lvl="0" algn="ctr"/>
            <a:r>
              <a:rPr lang="en-US" sz="2800" b="1" dirty="0">
                <a:solidFill>
                  <a:srgbClr val="2108B8"/>
                </a:solidFill>
                <a:latin typeface="Times New Roman"/>
                <a:cs typeface="Times New Roman"/>
                <a:sym typeface="Times New Roman"/>
              </a:rPr>
              <a:t>What is the role of nanomaterial ?</a:t>
            </a:r>
            <a:endParaRPr lang="en-US" sz="2800" dirty="0"/>
          </a:p>
        </p:txBody>
      </p:sp>
      <p:grpSp>
        <p:nvGrpSpPr>
          <p:cNvPr id="733" name="Google Shape;733;p11"/>
          <p:cNvGrpSpPr/>
          <p:nvPr/>
        </p:nvGrpSpPr>
        <p:grpSpPr>
          <a:xfrm>
            <a:off x="3143240" y="1008970"/>
            <a:ext cx="2857520" cy="2421686"/>
            <a:chOff x="3143240" y="1027114"/>
            <a:chExt cx="2857520" cy="2421686"/>
          </a:xfrm>
        </p:grpSpPr>
        <p:pic>
          <p:nvPicPr>
            <p:cNvPr id="734" name="Google Shape;734;p11"/>
            <p:cNvPicPr preferRelativeResize="0"/>
            <p:nvPr/>
          </p:nvPicPr>
          <p:blipFill rotWithShape="1">
            <a:blip r:embed="rId3">
              <a:alphaModFix/>
            </a:blip>
            <a:srcRect/>
            <a:stretch/>
          </p:blipFill>
          <p:spPr>
            <a:xfrm>
              <a:off x="3143240" y="1812932"/>
              <a:ext cx="2857520" cy="1635868"/>
            </a:xfrm>
            <a:prstGeom prst="rect">
              <a:avLst/>
            </a:prstGeom>
            <a:noFill/>
            <a:ln>
              <a:noFill/>
            </a:ln>
          </p:spPr>
        </p:pic>
        <p:sp>
          <p:nvSpPr>
            <p:cNvPr id="735" name="Google Shape;735;p11"/>
            <p:cNvSpPr txBox="1"/>
            <p:nvPr/>
          </p:nvSpPr>
          <p:spPr>
            <a:xfrm>
              <a:off x="4643438" y="2098684"/>
              <a:ext cx="46476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NH</a:t>
              </a:r>
              <a:r>
                <a:rPr lang="en-US" sz="1200" baseline="-25000">
                  <a:solidFill>
                    <a:schemeClr val="dk1"/>
                  </a:solidFill>
                  <a:latin typeface="Times New Roman"/>
                  <a:ea typeface="Times New Roman"/>
                  <a:cs typeface="Times New Roman"/>
                  <a:sym typeface="Times New Roman"/>
                </a:rPr>
                <a:t>3</a:t>
              </a:r>
              <a:endParaRPr sz="1200" baseline="-25000">
                <a:solidFill>
                  <a:schemeClr val="dk1"/>
                </a:solidFill>
                <a:latin typeface="Times New Roman"/>
                <a:ea typeface="Times New Roman"/>
                <a:cs typeface="Times New Roman"/>
                <a:sym typeface="Times New Roman"/>
              </a:endParaRPr>
            </a:p>
          </p:txBody>
        </p:sp>
        <p:sp>
          <p:nvSpPr>
            <p:cNvPr id="736" name="Google Shape;736;p11"/>
            <p:cNvSpPr txBox="1"/>
            <p:nvPr/>
          </p:nvSpPr>
          <p:spPr>
            <a:xfrm>
              <a:off x="4035800" y="2312998"/>
              <a:ext cx="46476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NH</a:t>
              </a:r>
              <a:r>
                <a:rPr lang="en-US" sz="1200" baseline="-25000">
                  <a:solidFill>
                    <a:schemeClr val="dk1"/>
                  </a:solidFill>
                  <a:latin typeface="Times New Roman"/>
                  <a:ea typeface="Times New Roman"/>
                  <a:cs typeface="Times New Roman"/>
                  <a:sym typeface="Times New Roman"/>
                </a:rPr>
                <a:t>3</a:t>
              </a:r>
              <a:endParaRPr sz="1200" baseline="-25000">
                <a:solidFill>
                  <a:schemeClr val="dk1"/>
                </a:solidFill>
                <a:latin typeface="Times New Roman"/>
                <a:ea typeface="Times New Roman"/>
                <a:cs typeface="Times New Roman"/>
                <a:sym typeface="Times New Roman"/>
              </a:endParaRPr>
            </a:p>
          </p:txBody>
        </p:sp>
        <p:cxnSp>
          <p:nvCxnSpPr>
            <p:cNvPr id="737" name="Google Shape;737;p11"/>
            <p:cNvCxnSpPr/>
            <p:nvPr/>
          </p:nvCxnSpPr>
          <p:spPr>
            <a:xfrm>
              <a:off x="3632402" y="1638157"/>
              <a:ext cx="1639464" cy="136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38" name="Google Shape;738;p11"/>
            <p:cNvCxnSpPr/>
            <p:nvPr/>
          </p:nvCxnSpPr>
          <p:spPr>
            <a:xfrm rot="5400000">
              <a:off x="5102077" y="1626213"/>
              <a:ext cx="341055"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39" name="Google Shape;739;p11"/>
            <p:cNvCxnSpPr/>
            <p:nvPr/>
          </p:nvCxnSpPr>
          <p:spPr>
            <a:xfrm rot="5400000">
              <a:off x="5251753" y="1640679"/>
              <a:ext cx="184578"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40" name="Google Shape;740;p11"/>
            <p:cNvCxnSpPr/>
            <p:nvPr/>
          </p:nvCxnSpPr>
          <p:spPr>
            <a:xfrm>
              <a:off x="5343304" y="1638157"/>
              <a:ext cx="256727" cy="158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grpSp>
          <p:nvGrpSpPr>
            <p:cNvPr id="741" name="Google Shape;741;p11"/>
            <p:cNvGrpSpPr/>
            <p:nvPr/>
          </p:nvGrpSpPr>
          <p:grpSpPr>
            <a:xfrm>
              <a:off x="4343172" y="1503305"/>
              <a:ext cx="265578" cy="238565"/>
              <a:chOff x="5847251" y="2836230"/>
              <a:chExt cx="285752" cy="276999"/>
            </a:xfrm>
          </p:grpSpPr>
          <p:sp>
            <p:nvSpPr>
              <p:cNvPr id="742" name="Google Shape;742;p11"/>
              <p:cNvSpPr/>
              <p:nvPr/>
            </p:nvSpPr>
            <p:spPr>
              <a:xfrm>
                <a:off x="5857884" y="2857496"/>
                <a:ext cx="252000" cy="2520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43" name="Google Shape;743;p11"/>
              <p:cNvSpPr txBox="1"/>
              <p:nvPr/>
            </p:nvSpPr>
            <p:spPr>
              <a:xfrm>
                <a:off x="5847251" y="2836230"/>
                <a:ext cx="2857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cxnSp>
          <p:nvCxnSpPr>
            <p:cNvPr id="744" name="Google Shape;744;p11"/>
            <p:cNvCxnSpPr/>
            <p:nvPr/>
          </p:nvCxnSpPr>
          <p:spPr>
            <a:xfrm rot="5400000">
              <a:off x="5045836" y="2165858"/>
              <a:ext cx="1080000"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45" name="Google Shape;745;p11"/>
            <p:cNvCxnSpPr/>
            <p:nvPr/>
          </p:nvCxnSpPr>
          <p:spPr>
            <a:xfrm rot="-5400000">
              <a:off x="3103306" y="2186854"/>
              <a:ext cx="1080000"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sp>
          <p:nvSpPr>
            <p:cNvPr id="746" name="Google Shape;746;p11"/>
            <p:cNvSpPr txBox="1"/>
            <p:nvPr/>
          </p:nvSpPr>
          <p:spPr>
            <a:xfrm>
              <a:off x="4572000" y="1027114"/>
              <a:ext cx="10715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R</a:t>
              </a:r>
              <a:endParaRPr sz="1800" baseline="-25000">
                <a:solidFill>
                  <a:schemeClr val="dk1"/>
                </a:solidFill>
                <a:latin typeface="Times New Roman"/>
                <a:ea typeface="Times New Roman"/>
                <a:cs typeface="Times New Roman"/>
                <a:sym typeface="Times New Roman"/>
              </a:endParaRPr>
            </a:p>
          </p:txBody>
        </p:sp>
      </p:grpSp>
      <p:grpSp>
        <p:nvGrpSpPr>
          <p:cNvPr id="747" name="Google Shape;747;p11"/>
          <p:cNvGrpSpPr/>
          <p:nvPr/>
        </p:nvGrpSpPr>
        <p:grpSpPr>
          <a:xfrm>
            <a:off x="142876" y="1074582"/>
            <a:ext cx="3000364" cy="2410895"/>
            <a:chOff x="142876" y="1092726"/>
            <a:chExt cx="3000364" cy="2410895"/>
          </a:xfrm>
        </p:grpSpPr>
        <p:pic>
          <p:nvPicPr>
            <p:cNvPr id="748" name="Google Shape;748;p11"/>
            <p:cNvPicPr preferRelativeResize="0"/>
            <p:nvPr/>
          </p:nvPicPr>
          <p:blipFill rotWithShape="1">
            <a:blip r:embed="rId4">
              <a:alphaModFix/>
            </a:blip>
            <a:srcRect/>
            <a:stretch/>
          </p:blipFill>
          <p:spPr>
            <a:xfrm>
              <a:off x="142876" y="2170122"/>
              <a:ext cx="3000364" cy="1333499"/>
            </a:xfrm>
            <a:prstGeom prst="rect">
              <a:avLst/>
            </a:prstGeom>
            <a:noFill/>
            <a:ln>
              <a:noFill/>
            </a:ln>
          </p:spPr>
        </p:pic>
        <p:cxnSp>
          <p:nvCxnSpPr>
            <p:cNvPr id="749" name="Google Shape;749;p11"/>
            <p:cNvCxnSpPr/>
            <p:nvPr/>
          </p:nvCxnSpPr>
          <p:spPr>
            <a:xfrm>
              <a:off x="732469" y="1566720"/>
              <a:ext cx="1639464" cy="136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0" name="Google Shape;750;p11"/>
            <p:cNvCxnSpPr/>
            <p:nvPr/>
          </p:nvCxnSpPr>
          <p:spPr>
            <a:xfrm rot="5400000">
              <a:off x="2202144" y="1554776"/>
              <a:ext cx="341055"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1" name="Google Shape;751;p11"/>
            <p:cNvCxnSpPr/>
            <p:nvPr/>
          </p:nvCxnSpPr>
          <p:spPr>
            <a:xfrm rot="5400000">
              <a:off x="2351820" y="1569242"/>
              <a:ext cx="184578"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2" name="Google Shape;752;p11"/>
            <p:cNvCxnSpPr/>
            <p:nvPr/>
          </p:nvCxnSpPr>
          <p:spPr>
            <a:xfrm>
              <a:off x="2443371" y="1566720"/>
              <a:ext cx="256727" cy="158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grpSp>
          <p:nvGrpSpPr>
            <p:cNvPr id="753" name="Google Shape;753;p11"/>
            <p:cNvGrpSpPr/>
            <p:nvPr/>
          </p:nvGrpSpPr>
          <p:grpSpPr>
            <a:xfrm>
              <a:off x="1443239" y="1431868"/>
              <a:ext cx="265578" cy="238565"/>
              <a:chOff x="5847251" y="2836230"/>
              <a:chExt cx="285752" cy="276999"/>
            </a:xfrm>
          </p:grpSpPr>
          <p:sp>
            <p:nvSpPr>
              <p:cNvPr id="754" name="Google Shape;754;p11"/>
              <p:cNvSpPr/>
              <p:nvPr/>
            </p:nvSpPr>
            <p:spPr>
              <a:xfrm>
                <a:off x="5857884" y="2857496"/>
                <a:ext cx="252000" cy="2520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55" name="Google Shape;755;p11"/>
              <p:cNvSpPr txBox="1"/>
              <p:nvPr/>
            </p:nvSpPr>
            <p:spPr>
              <a:xfrm>
                <a:off x="5847251" y="2836230"/>
                <a:ext cx="2857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cxnSp>
          <p:nvCxnSpPr>
            <p:cNvPr id="756" name="Google Shape;756;p11"/>
            <p:cNvCxnSpPr/>
            <p:nvPr/>
          </p:nvCxnSpPr>
          <p:spPr>
            <a:xfrm rot="5400000">
              <a:off x="2145903" y="2094421"/>
              <a:ext cx="1080000"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57" name="Google Shape;757;p11"/>
            <p:cNvCxnSpPr/>
            <p:nvPr/>
          </p:nvCxnSpPr>
          <p:spPr>
            <a:xfrm rot="-5400000">
              <a:off x="203373" y="2115417"/>
              <a:ext cx="1080000"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sp>
          <p:nvSpPr>
            <p:cNvPr id="758" name="Google Shape;758;p11"/>
            <p:cNvSpPr txBox="1"/>
            <p:nvPr/>
          </p:nvSpPr>
          <p:spPr>
            <a:xfrm>
              <a:off x="1500279" y="1092726"/>
              <a:ext cx="464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R</a:t>
              </a:r>
              <a:r>
                <a:rPr lang="en-US" sz="1800" baseline="-25000" dirty="0">
                  <a:solidFill>
                    <a:schemeClr val="dk1"/>
                  </a:solidFill>
                  <a:latin typeface="Times New Roman"/>
                  <a:ea typeface="Times New Roman"/>
                  <a:cs typeface="Times New Roman"/>
                  <a:sym typeface="Times New Roman"/>
                </a:rPr>
                <a:t>0</a:t>
              </a:r>
              <a:endParaRPr sz="1800" baseline="-25000" dirty="0">
                <a:solidFill>
                  <a:schemeClr val="dk1"/>
                </a:solidFill>
                <a:latin typeface="Times New Roman"/>
                <a:ea typeface="Times New Roman"/>
                <a:cs typeface="Times New Roman"/>
                <a:sym typeface="Times New Roman"/>
              </a:endParaRPr>
            </a:p>
          </p:txBody>
        </p:sp>
      </p:grpSp>
      <p:grpSp>
        <p:nvGrpSpPr>
          <p:cNvPr id="759" name="Google Shape;759;p11"/>
          <p:cNvGrpSpPr/>
          <p:nvPr/>
        </p:nvGrpSpPr>
        <p:grpSpPr>
          <a:xfrm>
            <a:off x="6143636" y="1029608"/>
            <a:ext cx="3000364" cy="2405069"/>
            <a:chOff x="6143636" y="1047752"/>
            <a:chExt cx="3000364" cy="2405069"/>
          </a:xfrm>
        </p:grpSpPr>
        <p:pic>
          <p:nvPicPr>
            <p:cNvPr id="760" name="Google Shape;760;p11"/>
            <p:cNvPicPr preferRelativeResize="0"/>
            <p:nvPr/>
          </p:nvPicPr>
          <p:blipFill rotWithShape="1">
            <a:blip r:embed="rId4">
              <a:alphaModFix/>
            </a:blip>
            <a:srcRect/>
            <a:stretch/>
          </p:blipFill>
          <p:spPr>
            <a:xfrm>
              <a:off x="6143636" y="2119322"/>
              <a:ext cx="3000364" cy="1333499"/>
            </a:xfrm>
            <a:prstGeom prst="rect">
              <a:avLst/>
            </a:prstGeom>
            <a:noFill/>
            <a:ln>
              <a:noFill/>
            </a:ln>
          </p:spPr>
        </p:pic>
        <p:cxnSp>
          <p:nvCxnSpPr>
            <p:cNvPr id="761" name="Google Shape;761;p11"/>
            <p:cNvCxnSpPr/>
            <p:nvPr/>
          </p:nvCxnSpPr>
          <p:spPr>
            <a:xfrm>
              <a:off x="6704236" y="1587357"/>
              <a:ext cx="1639464" cy="136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2" name="Google Shape;762;p11"/>
            <p:cNvCxnSpPr/>
            <p:nvPr/>
          </p:nvCxnSpPr>
          <p:spPr>
            <a:xfrm rot="5400000">
              <a:off x="8173911" y="1575413"/>
              <a:ext cx="341055"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3" name="Google Shape;763;p11"/>
            <p:cNvCxnSpPr/>
            <p:nvPr/>
          </p:nvCxnSpPr>
          <p:spPr>
            <a:xfrm rot="5400000">
              <a:off x="8323587" y="1589879"/>
              <a:ext cx="184578"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4" name="Google Shape;764;p11"/>
            <p:cNvCxnSpPr/>
            <p:nvPr/>
          </p:nvCxnSpPr>
          <p:spPr>
            <a:xfrm>
              <a:off x="8415138" y="1587357"/>
              <a:ext cx="256727" cy="1588"/>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grpSp>
          <p:nvGrpSpPr>
            <p:cNvPr id="765" name="Google Shape;765;p11"/>
            <p:cNvGrpSpPr/>
            <p:nvPr/>
          </p:nvGrpSpPr>
          <p:grpSpPr>
            <a:xfrm>
              <a:off x="7415006" y="1452505"/>
              <a:ext cx="265578" cy="238565"/>
              <a:chOff x="5847251" y="2836230"/>
              <a:chExt cx="285752" cy="276999"/>
            </a:xfrm>
          </p:grpSpPr>
          <p:sp>
            <p:nvSpPr>
              <p:cNvPr id="766" name="Google Shape;766;p11"/>
              <p:cNvSpPr/>
              <p:nvPr/>
            </p:nvSpPr>
            <p:spPr>
              <a:xfrm>
                <a:off x="5857884" y="2857496"/>
                <a:ext cx="252000" cy="252000"/>
              </a:xfrm>
              <a:prstGeom prst="ellipse">
                <a:avLst/>
              </a:prstGeom>
              <a:solidFill>
                <a:schemeClr val="lt1"/>
              </a:solidFill>
              <a:ln w="25400" cap="flat" cmpd="sng">
                <a:solidFill>
                  <a:schemeClr val="accent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767" name="Google Shape;767;p11"/>
              <p:cNvSpPr txBox="1"/>
              <p:nvPr/>
            </p:nvSpPr>
            <p:spPr>
              <a:xfrm>
                <a:off x="5847251" y="2836230"/>
                <a:ext cx="28575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A</a:t>
                </a:r>
                <a:endParaRPr sz="1200">
                  <a:solidFill>
                    <a:schemeClr val="dk1"/>
                  </a:solidFill>
                  <a:latin typeface="Calibri"/>
                  <a:ea typeface="Calibri"/>
                  <a:cs typeface="Calibri"/>
                  <a:sym typeface="Calibri"/>
                </a:endParaRPr>
              </a:p>
            </p:txBody>
          </p:sp>
        </p:grpSp>
        <p:cxnSp>
          <p:nvCxnSpPr>
            <p:cNvPr id="768" name="Google Shape;768;p11"/>
            <p:cNvCxnSpPr/>
            <p:nvPr/>
          </p:nvCxnSpPr>
          <p:spPr>
            <a:xfrm rot="5400000">
              <a:off x="8134404" y="2115058"/>
              <a:ext cx="1080000" cy="112"/>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769" name="Google Shape;769;p11"/>
            <p:cNvCxnSpPr/>
            <p:nvPr/>
          </p:nvCxnSpPr>
          <p:spPr>
            <a:xfrm rot="-5400000">
              <a:off x="6175140" y="2136054"/>
              <a:ext cx="1080000"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pic>
          <p:nvPicPr>
            <p:cNvPr id="770" name="Google Shape;770;p11"/>
            <p:cNvPicPr preferRelativeResize="0"/>
            <p:nvPr/>
          </p:nvPicPr>
          <p:blipFill rotWithShape="1">
            <a:blip r:embed="rId5">
              <a:alphaModFix/>
            </a:blip>
            <a:srcRect/>
            <a:stretch/>
          </p:blipFill>
          <p:spPr>
            <a:xfrm>
              <a:off x="8286776" y="1976446"/>
              <a:ext cx="257175" cy="209550"/>
            </a:xfrm>
            <a:prstGeom prst="rect">
              <a:avLst/>
            </a:prstGeom>
            <a:noFill/>
            <a:ln>
              <a:noFill/>
            </a:ln>
          </p:spPr>
        </p:pic>
        <p:pic>
          <p:nvPicPr>
            <p:cNvPr id="771" name="Google Shape;771;p11"/>
            <p:cNvPicPr preferRelativeResize="0"/>
            <p:nvPr/>
          </p:nvPicPr>
          <p:blipFill rotWithShape="1">
            <a:blip r:embed="rId6">
              <a:alphaModFix/>
            </a:blip>
            <a:srcRect/>
            <a:stretch/>
          </p:blipFill>
          <p:spPr>
            <a:xfrm>
              <a:off x="7929586" y="2114561"/>
              <a:ext cx="304800" cy="219075"/>
            </a:xfrm>
            <a:prstGeom prst="rect">
              <a:avLst/>
            </a:prstGeom>
            <a:noFill/>
            <a:ln>
              <a:noFill/>
            </a:ln>
          </p:spPr>
        </p:pic>
        <p:pic>
          <p:nvPicPr>
            <p:cNvPr id="772" name="Google Shape;772;p11"/>
            <p:cNvPicPr preferRelativeResize="0"/>
            <p:nvPr/>
          </p:nvPicPr>
          <p:blipFill rotWithShape="1">
            <a:blip r:embed="rId7">
              <a:alphaModFix/>
            </a:blip>
            <a:srcRect/>
            <a:stretch/>
          </p:blipFill>
          <p:spPr>
            <a:xfrm>
              <a:off x="7858148" y="1833570"/>
              <a:ext cx="190500" cy="161925"/>
            </a:xfrm>
            <a:prstGeom prst="rect">
              <a:avLst/>
            </a:prstGeom>
            <a:noFill/>
            <a:ln>
              <a:noFill/>
            </a:ln>
          </p:spPr>
        </p:pic>
        <p:sp>
          <p:nvSpPr>
            <p:cNvPr id="773" name="Google Shape;773;p11"/>
            <p:cNvSpPr/>
            <p:nvPr/>
          </p:nvSpPr>
          <p:spPr>
            <a:xfrm>
              <a:off x="6572264" y="2333636"/>
              <a:ext cx="928694" cy="142876"/>
            </a:xfrm>
            <a:prstGeom prst="rightArrow">
              <a:avLst>
                <a:gd name="adj1" fmla="val 50000"/>
                <a:gd name="adj2" fmla="val 50000"/>
              </a:avLst>
            </a:prstGeom>
            <a:gradFill>
              <a:gsLst>
                <a:gs pos="0">
                  <a:srgbClr val="759336"/>
                </a:gs>
                <a:gs pos="80000">
                  <a:srgbClr val="99C247"/>
                </a:gs>
                <a:gs pos="100000">
                  <a:srgbClr val="9BC545"/>
                </a:gs>
              </a:gsLst>
              <a:lin ang="16200000" scaled="0"/>
            </a:gra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74" name="Google Shape;774;p11"/>
            <p:cNvSpPr txBox="1"/>
            <p:nvPr/>
          </p:nvSpPr>
          <p:spPr>
            <a:xfrm>
              <a:off x="6886593" y="2119322"/>
              <a:ext cx="85725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err="1">
                  <a:solidFill>
                    <a:schemeClr val="dk1"/>
                  </a:solidFill>
                  <a:latin typeface="Times New Roman"/>
                  <a:ea typeface="Times New Roman"/>
                  <a:cs typeface="Times New Roman"/>
                  <a:sym typeface="Times New Roman"/>
                </a:rPr>
                <a:t>Ar</a:t>
              </a:r>
              <a:endParaRPr sz="1200" baseline="-25000" dirty="0">
                <a:solidFill>
                  <a:schemeClr val="dk1"/>
                </a:solidFill>
                <a:latin typeface="Times New Roman"/>
                <a:ea typeface="Times New Roman"/>
                <a:cs typeface="Times New Roman"/>
                <a:sym typeface="Times New Roman"/>
              </a:endParaRPr>
            </a:p>
          </p:txBody>
        </p:sp>
        <p:sp>
          <p:nvSpPr>
            <p:cNvPr id="775" name="Google Shape;775;p11"/>
            <p:cNvSpPr txBox="1"/>
            <p:nvPr/>
          </p:nvSpPr>
          <p:spPr>
            <a:xfrm>
              <a:off x="7500958" y="1047752"/>
              <a:ext cx="464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R</a:t>
              </a:r>
              <a:r>
                <a:rPr lang="en-US" sz="1800" baseline="30000">
                  <a:solidFill>
                    <a:schemeClr val="dk1"/>
                  </a:solidFill>
                  <a:latin typeface="Times New Roman"/>
                  <a:ea typeface="Times New Roman"/>
                  <a:cs typeface="Times New Roman"/>
                  <a:sym typeface="Times New Roman"/>
                </a:rPr>
                <a:t>’</a:t>
              </a:r>
              <a:endParaRPr sz="1800" baseline="-25000">
                <a:solidFill>
                  <a:schemeClr val="dk1"/>
                </a:solidFill>
                <a:latin typeface="Times New Roman"/>
                <a:ea typeface="Times New Roman"/>
                <a:cs typeface="Times New Roman"/>
                <a:sym typeface="Times New Roman"/>
              </a:endParaRPr>
            </a:p>
          </p:txBody>
        </p:sp>
      </p:grpSp>
      <p:grpSp>
        <p:nvGrpSpPr>
          <p:cNvPr id="776" name="Google Shape;776;p11"/>
          <p:cNvGrpSpPr/>
          <p:nvPr/>
        </p:nvGrpSpPr>
        <p:grpSpPr>
          <a:xfrm>
            <a:off x="3807176" y="3439884"/>
            <a:ext cx="5489224" cy="3374570"/>
            <a:chOff x="2286000" y="3439884"/>
            <a:chExt cx="5489224" cy="3374570"/>
          </a:xfrm>
        </p:grpSpPr>
        <p:pic>
          <p:nvPicPr>
            <p:cNvPr id="777" name="Google Shape;777;p11"/>
            <p:cNvPicPr preferRelativeResize="0"/>
            <p:nvPr/>
          </p:nvPicPr>
          <p:blipFill rotWithShape="1">
            <a:blip r:embed="rId8">
              <a:alphaModFix/>
            </a:blip>
            <a:srcRect/>
            <a:stretch/>
          </p:blipFill>
          <p:spPr>
            <a:xfrm>
              <a:off x="5337630" y="3836204"/>
              <a:ext cx="1183460" cy="2071702"/>
            </a:xfrm>
            <a:prstGeom prst="rect">
              <a:avLst/>
            </a:prstGeom>
            <a:noFill/>
            <a:ln>
              <a:noFill/>
            </a:ln>
          </p:spPr>
        </p:pic>
        <p:pic>
          <p:nvPicPr>
            <p:cNvPr id="778" name="Google Shape;778;p11"/>
            <p:cNvPicPr preferRelativeResize="0"/>
            <p:nvPr/>
          </p:nvPicPr>
          <p:blipFill rotWithShape="1">
            <a:blip r:embed="rId9">
              <a:alphaModFix/>
            </a:blip>
            <a:srcRect/>
            <a:stretch/>
          </p:blipFill>
          <p:spPr>
            <a:xfrm>
              <a:off x="2667000" y="3479014"/>
              <a:ext cx="2714644" cy="3158482"/>
            </a:xfrm>
            <a:prstGeom prst="rect">
              <a:avLst/>
            </a:prstGeom>
            <a:noFill/>
            <a:ln>
              <a:noFill/>
            </a:ln>
          </p:spPr>
        </p:pic>
        <p:grpSp>
          <p:nvGrpSpPr>
            <p:cNvPr id="779" name="Google Shape;779;p11"/>
            <p:cNvGrpSpPr/>
            <p:nvPr/>
          </p:nvGrpSpPr>
          <p:grpSpPr>
            <a:xfrm>
              <a:off x="2286000" y="3479014"/>
              <a:ext cx="5489224" cy="3335440"/>
              <a:chOff x="3048000" y="3429000"/>
              <a:chExt cx="5489224" cy="3335440"/>
            </a:xfrm>
          </p:grpSpPr>
          <p:cxnSp>
            <p:nvCxnSpPr>
              <p:cNvPr id="780" name="Google Shape;780;p11"/>
              <p:cNvCxnSpPr/>
              <p:nvPr/>
            </p:nvCxnSpPr>
            <p:spPr>
              <a:xfrm rot="-5400000">
                <a:off x="1988662" y="5012206"/>
                <a:ext cx="3168000" cy="158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781" name="Google Shape;781;p11"/>
              <p:cNvCxnSpPr/>
              <p:nvPr/>
            </p:nvCxnSpPr>
            <p:spPr>
              <a:xfrm>
                <a:off x="3571868" y="6572272"/>
                <a:ext cx="4786346" cy="158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782" name="Google Shape;782;p11"/>
              <p:cNvSpPr txBox="1"/>
              <p:nvPr/>
            </p:nvSpPr>
            <p:spPr>
              <a:xfrm>
                <a:off x="3048000" y="6366711"/>
                <a:ext cx="464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baseline="-25000">
                    <a:solidFill>
                      <a:schemeClr val="dk1"/>
                    </a:solidFill>
                    <a:latin typeface="Times New Roman"/>
                    <a:ea typeface="Times New Roman"/>
                    <a:cs typeface="Times New Roman"/>
                    <a:sym typeface="Times New Roman"/>
                  </a:rPr>
                  <a:t> </a:t>
                </a:r>
                <a:r>
                  <a:rPr lang="en-US" sz="1800" b="1">
                    <a:solidFill>
                      <a:schemeClr val="dk1"/>
                    </a:solidFill>
                    <a:latin typeface="Times New Roman"/>
                    <a:ea typeface="Times New Roman"/>
                    <a:cs typeface="Times New Roman"/>
                    <a:sym typeface="Times New Roman"/>
                  </a:rPr>
                  <a:t>  0</a:t>
                </a:r>
                <a:endParaRPr sz="1800" b="1" baseline="-25000">
                  <a:solidFill>
                    <a:schemeClr val="dk1"/>
                  </a:solidFill>
                  <a:latin typeface="Times New Roman"/>
                  <a:ea typeface="Times New Roman"/>
                  <a:cs typeface="Times New Roman"/>
                  <a:sym typeface="Times New Roman"/>
                </a:endParaRPr>
              </a:p>
            </p:txBody>
          </p:sp>
          <p:sp>
            <p:nvSpPr>
              <p:cNvPr id="783" name="Google Shape;783;p11"/>
              <p:cNvSpPr txBox="1"/>
              <p:nvPr/>
            </p:nvSpPr>
            <p:spPr>
              <a:xfrm>
                <a:off x="3214678" y="3455315"/>
                <a:ext cx="464762" cy="2975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baseline="-25000">
                    <a:solidFill>
                      <a:schemeClr val="dk1"/>
                    </a:solidFill>
                    <a:latin typeface="Times New Roman"/>
                    <a:ea typeface="Times New Roman"/>
                    <a:cs typeface="Times New Roman"/>
                    <a:sym typeface="Times New Roman"/>
                  </a:rPr>
                  <a:t>S</a:t>
                </a:r>
                <a:endParaRPr sz="2000" b="1" baseline="-25000">
                  <a:solidFill>
                    <a:schemeClr val="dk1"/>
                  </a:solidFill>
                  <a:latin typeface="Times New Roman"/>
                  <a:ea typeface="Times New Roman"/>
                  <a:cs typeface="Times New Roman"/>
                  <a:sym typeface="Times New Roman"/>
                </a:endParaRPr>
              </a:p>
            </p:txBody>
          </p:sp>
          <p:sp>
            <p:nvSpPr>
              <p:cNvPr id="784" name="Google Shape;784;p11"/>
              <p:cNvSpPr txBox="1"/>
              <p:nvPr/>
            </p:nvSpPr>
            <p:spPr>
              <a:xfrm>
                <a:off x="8072462" y="6446404"/>
                <a:ext cx="464762" cy="3180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baseline="-25000">
                    <a:solidFill>
                      <a:schemeClr val="dk1"/>
                    </a:solidFill>
                    <a:latin typeface="Times New Roman"/>
                    <a:ea typeface="Times New Roman"/>
                    <a:cs typeface="Times New Roman"/>
                    <a:sym typeface="Times New Roman"/>
                  </a:rPr>
                  <a:t>t</a:t>
                </a:r>
                <a:endParaRPr sz="2200" b="1" baseline="-25000">
                  <a:solidFill>
                    <a:schemeClr val="dk1"/>
                  </a:solidFill>
                  <a:latin typeface="Times New Roman"/>
                  <a:ea typeface="Times New Roman"/>
                  <a:cs typeface="Times New Roman"/>
                  <a:sym typeface="Times New Roman"/>
                </a:endParaRPr>
              </a:p>
            </p:txBody>
          </p:sp>
        </p:grpSp>
        <p:cxnSp>
          <p:nvCxnSpPr>
            <p:cNvPr id="785" name="Google Shape;785;p11"/>
            <p:cNvCxnSpPr/>
            <p:nvPr/>
          </p:nvCxnSpPr>
          <p:spPr>
            <a:xfrm rot="5400000">
              <a:off x="3822708" y="5001984"/>
              <a:ext cx="3124200" cy="1588"/>
            </a:xfrm>
            <a:prstGeom prst="straightConnector1">
              <a:avLst/>
            </a:prstGeom>
            <a:noFill/>
            <a:ln w="9525" cap="flat" cmpd="sng">
              <a:solidFill>
                <a:schemeClr val="dk1"/>
              </a:solidFill>
              <a:prstDash val="dash"/>
              <a:round/>
              <a:headEnd type="none" w="sm" len="sm"/>
              <a:tailEnd type="none" w="sm" len="sm"/>
            </a:ln>
          </p:spPr>
        </p:cxnSp>
        <p:cxnSp>
          <p:nvCxnSpPr>
            <p:cNvPr id="786" name="Google Shape;786;p11"/>
            <p:cNvCxnSpPr/>
            <p:nvPr/>
          </p:nvCxnSpPr>
          <p:spPr>
            <a:xfrm rot="5400000">
              <a:off x="4914113" y="5001190"/>
              <a:ext cx="3124200" cy="1588"/>
            </a:xfrm>
            <a:prstGeom prst="straightConnector1">
              <a:avLst/>
            </a:prstGeom>
            <a:noFill/>
            <a:ln w="9525" cap="flat" cmpd="sng">
              <a:solidFill>
                <a:schemeClr val="dk1"/>
              </a:solidFill>
              <a:prstDash val="dash"/>
              <a:round/>
              <a:headEnd type="none" w="sm" len="sm"/>
              <a:tailEnd type="none" w="sm" len="sm"/>
            </a:ln>
          </p:spPr>
        </p:cxnSp>
        <p:cxnSp>
          <p:nvCxnSpPr>
            <p:cNvPr id="787" name="Google Shape;787;p11"/>
            <p:cNvCxnSpPr/>
            <p:nvPr/>
          </p:nvCxnSpPr>
          <p:spPr>
            <a:xfrm>
              <a:off x="2806708" y="5876696"/>
              <a:ext cx="2590800" cy="1588"/>
            </a:xfrm>
            <a:prstGeom prst="straightConnector1">
              <a:avLst/>
            </a:prstGeom>
            <a:noFill/>
            <a:ln w="19050" cap="flat" cmpd="sng">
              <a:solidFill>
                <a:schemeClr val="dk1"/>
              </a:solidFill>
              <a:prstDash val="solid"/>
              <a:round/>
              <a:headEnd type="stealth" w="med" len="med"/>
              <a:tailEnd type="stealth" w="med" len="med"/>
            </a:ln>
          </p:spPr>
        </p:cxnSp>
        <p:cxnSp>
          <p:nvCxnSpPr>
            <p:cNvPr id="788" name="Google Shape;788;p11"/>
            <p:cNvCxnSpPr/>
            <p:nvPr/>
          </p:nvCxnSpPr>
          <p:spPr>
            <a:xfrm>
              <a:off x="5410208" y="4278084"/>
              <a:ext cx="1066800" cy="1588"/>
            </a:xfrm>
            <a:prstGeom prst="straightConnector1">
              <a:avLst/>
            </a:prstGeom>
            <a:noFill/>
            <a:ln w="19050" cap="flat" cmpd="sng">
              <a:solidFill>
                <a:schemeClr val="dk1"/>
              </a:solidFill>
              <a:prstDash val="solid"/>
              <a:round/>
              <a:headEnd type="stealth" w="med" len="med"/>
              <a:tailEnd type="stealth" w="med" len="med"/>
            </a:ln>
          </p:spPr>
        </p:cxnSp>
        <p:sp>
          <p:nvSpPr>
            <p:cNvPr id="789" name="Google Shape;789;p11"/>
            <p:cNvSpPr txBox="1"/>
            <p:nvPr/>
          </p:nvSpPr>
          <p:spPr>
            <a:xfrm>
              <a:off x="3581408" y="5484584"/>
              <a:ext cx="11430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Times New Roman"/>
                  <a:ea typeface="Times New Roman"/>
                  <a:cs typeface="Times New Roman"/>
                  <a:sym typeface="Times New Roman"/>
                </a:rPr>
                <a:t>Response</a:t>
              </a:r>
              <a:endParaRPr sz="1800" dirty="0">
                <a:solidFill>
                  <a:schemeClr val="dk1"/>
                </a:solidFill>
                <a:latin typeface="Times New Roman"/>
                <a:ea typeface="Times New Roman"/>
                <a:cs typeface="Times New Roman"/>
                <a:sym typeface="Times New Roman"/>
              </a:endParaRPr>
            </a:p>
          </p:txBody>
        </p:sp>
        <p:sp>
          <p:nvSpPr>
            <p:cNvPr id="790" name="Google Shape;790;p11"/>
            <p:cNvSpPr txBox="1"/>
            <p:nvPr/>
          </p:nvSpPr>
          <p:spPr>
            <a:xfrm>
              <a:off x="5300668" y="3897084"/>
              <a:ext cx="1295298"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dirty="0">
                  <a:solidFill>
                    <a:schemeClr val="dk1"/>
                  </a:solidFill>
                  <a:latin typeface="Times New Roman"/>
                  <a:ea typeface="Times New Roman"/>
                  <a:cs typeface="Times New Roman"/>
                  <a:sym typeface="Times New Roman"/>
                </a:rPr>
                <a:t>Desorption</a:t>
              </a:r>
              <a:endParaRPr sz="1800" dirty="0">
                <a:solidFill>
                  <a:schemeClr val="dk1"/>
                </a:solidFill>
                <a:latin typeface="Times New Roman"/>
                <a:ea typeface="Times New Roman"/>
                <a:cs typeface="Times New Roman"/>
                <a:sym typeface="Times New Roman"/>
              </a:endParaRPr>
            </a:p>
          </p:txBody>
        </p:sp>
      </p:grpSp>
      <p:grpSp>
        <p:nvGrpSpPr>
          <p:cNvPr id="791" name="Google Shape;791;p11"/>
          <p:cNvGrpSpPr/>
          <p:nvPr/>
        </p:nvGrpSpPr>
        <p:grpSpPr>
          <a:xfrm>
            <a:off x="1068257" y="3477364"/>
            <a:ext cx="2895580" cy="1212255"/>
            <a:chOff x="351819" y="2195300"/>
            <a:chExt cx="3544952" cy="1462300"/>
          </a:xfrm>
        </p:grpSpPr>
        <p:grpSp>
          <p:nvGrpSpPr>
            <p:cNvPr id="792" name="Google Shape;792;p11"/>
            <p:cNvGrpSpPr/>
            <p:nvPr/>
          </p:nvGrpSpPr>
          <p:grpSpPr>
            <a:xfrm>
              <a:off x="351819" y="2195300"/>
              <a:ext cx="3544952" cy="1462300"/>
              <a:chOff x="5231296" y="1872704"/>
              <a:chExt cx="3544952" cy="1462300"/>
            </a:xfrm>
          </p:grpSpPr>
          <p:grpSp>
            <p:nvGrpSpPr>
              <p:cNvPr id="793" name="Google Shape;793;p11"/>
              <p:cNvGrpSpPr/>
              <p:nvPr/>
            </p:nvGrpSpPr>
            <p:grpSpPr>
              <a:xfrm>
                <a:off x="5231296" y="2080657"/>
                <a:ext cx="3048000" cy="1143000"/>
                <a:chOff x="4100385" y="1066800"/>
                <a:chExt cx="3048000" cy="1143000"/>
              </a:xfrm>
            </p:grpSpPr>
            <p:sp>
              <p:nvSpPr>
                <p:cNvPr id="794" name="Google Shape;794;p11"/>
                <p:cNvSpPr/>
                <p:nvPr/>
              </p:nvSpPr>
              <p:spPr>
                <a:xfrm>
                  <a:off x="4100385" y="1066800"/>
                  <a:ext cx="3048000" cy="1143000"/>
                </a:xfrm>
                <a:prstGeom prst="cube">
                  <a:avLst>
                    <a:gd name="adj" fmla="val 80135"/>
                  </a:avLst>
                </a:prstGeom>
                <a:solidFill>
                  <a:srgbClr val="0070C0"/>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5" name="Google Shape;795;p11"/>
                <p:cNvSpPr/>
                <p:nvPr/>
              </p:nvSpPr>
              <p:spPr>
                <a:xfrm>
                  <a:off x="4848737" y="1066800"/>
                  <a:ext cx="2261286" cy="164757"/>
                </a:xfrm>
                <a:prstGeom prst="cube">
                  <a:avLst>
                    <a:gd name="adj" fmla="val 100000"/>
                  </a:avLst>
                </a:prstGeom>
                <a:solidFill>
                  <a:schemeClr val="lt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6" name="Google Shape;796;p11"/>
                <p:cNvSpPr/>
                <p:nvPr/>
              </p:nvSpPr>
              <p:spPr>
                <a:xfrm>
                  <a:off x="4112218" y="1791729"/>
                  <a:ext cx="2261286" cy="164757"/>
                </a:xfrm>
                <a:prstGeom prst="cube">
                  <a:avLst>
                    <a:gd name="adj" fmla="val 100000"/>
                  </a:avLst>
                </a:prstGeom>
                <a:solidFill>
                  <a:schemeClr val="lt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797" name="Google Shape;797;p11"/>
              <p:cNvCxnSpPr/>
              <p:nvPr/>
            </p:nvCxnSpPr>
            <p:spPr>
              <a:xfrm>
                <a:off x="8090448" y="2183579"/>
                <a:ext cx="685800" cy="1588"/>
              </a:xfrm>
              <a:prstGeom prst="straightConnector1">
                <a:avLst/>
              </a:prstGeom>
              <a:noFill/>
              <a:ln w="38100" cap="flat" cmpd="sng">
                <a:solidFill>
                  <a:schemeClr val="dk1"/>
                </a:solidFill>
                <a:prstDash val="solid"/>
                <a:round/>
                <a:headEnd type="none" w="sm" len="sm"/>
                <a:tailEnd type="none" w="sm" len="sm"/>
              </a:ln>
            </p:spPr>
          </p:cxnSp>
          <p:cxnSp>
            <p:nvCxnSpPr>
              <p:cNvPr id="798" name="Google Shape;798;p11"/>
              <p:cNvCxnSpPr/>
              <p:nvPr/>
            </p:nvCxnSpPr>
            <p:spPr>
              <a:xfrm flipH="1">
                <a:off x="7989535" y="2187224"/>
                <a:ext cx="778473" cy="698157"/>
              </a:xfrm>
              <a:prstGeom prst="straightConnector1">
                <a:avLst/>
              </a:prstGeom>
              <a:noFill/>
              <a:ln w="38100" cap="flat" cmpd="sng">
                <a:solidFill>
                  <a:schemeClr val="dk1"/>
                </a:solidFill>
                <a:prstDash val="solid"/>
                <a:round/>
                <a:headEnd type="none" w="sm" len="sm"/>
                <a:tailEnd type="none" w="sm" len="sm"/>
              </a:ln>
            </p:spPr>
          </p:cxnSp>
          <p:cxnSp>
            <p:nvCxnSpPr>
              <p:cNvPr id="799" name="Google Shape;799;p11"/>
              <p:cNvCxnSpPr/>
              <p:nvPr/>
            </p:nvCxnSpPr>
            <p:spPr>
              <a:xfrm>
                <a:off x="7398465" y="2879199"/>
                <a:ext cx="228600" cy="1588"/>
              </a:xfrm>
              <a:prstGeom prst="straightConnector1">
                <a:avLst/>
              </a:prstGeom>
              <a:noFill/>
              <a:ln w="38100" cap="flat" cmpd="sng">
                <a:solidFill>
                  <a:schemeClr val="dk1"/>
                </a:solidFill>
                <a:prstDash val="solid"/>
                <a:round/>
                <a:headEnd type="none" w="sm" len="sm"/>
                <a:tailEnd type="none" w="sm" len="sm"/>
              </a:ln>
            </p:spPr>
          </p:cxnSp>
          <p:cxnSp>
            <p:nvCxnSpPr>
              <p:cNvPr id="800" name="Google Shape;800;p11"/>
              <p:cNvCxnSpPr/>
              <p:nvPr/>
            </p:nvCxnSpPr>
            <p:spPr>
              <a:xfrm>
                <a:off x="7785648" y="2875083"/>
                <a:ext cx="228600" cy="1588"/>
              </a:xfrm>
              <a:prstGeom prst="straightConnector1">
                <a:avLst/>
              </a:prstGeom>
              <a:noFill/>
              <a:ln w="38100" cap="flat" cmpd="sng">
                <a:solidFill>
                  <a:schemeClr val="dk1"/>
                </a:solidFill>
                <a:prstDash val="solid"/>
                <a:round/>
                <a:headEnd type="none" w="sm" len="sm"/>
                <a:tailEnd type="none" w="sm" len="sm"/>
              </a:ln>
            </p:spPr>
          </p:cxnSp>
          <p:cxnSp>
            <p:nvCxnSpPr>
              <p:cNvPr id="801" name="Google Shape;801;p11"/>
              <p:cNvCxnSpPr/>
              <p:nvPr/>
            </p:nvCxnSpPr>
            <p:spPr>
              <a:xfrm rot="5400000">
                <a:off x="7559900" y="2872231"/>
                <a:ext cx="152400" cy="1588"/>
              </a:xfrm>
              <a:prstGeom prst="straightConnector1">
                <a:avLst/>
              </a:prstGeom>
              <a:noFill/>
              <a:ln w="38100" cap="flat" cmpd="sng">
                <a:solidFill>
                  <a:schemeClr val="dk1"/>
                </a:solidFill>
                <a:prstDash val="solid"/>
                <a:round/>
                <a:headEnd type="none" w="sm" len="sm"/>
                <a:tailEnd type="none" w="sm" len="sm"/>
              </a:ln>
            </p:spPr>
          </p:cxnSp>
          <p:cxnSp>
            <p:nvCxnSpPr>
              <p:cNvPr id="802" name="Google Shape;802;p11"/>
              <p:cNvCxnSpPr/>
              <p:nvPr/>
            </p:nvCxnSpPr>
            <p:spPr>
              <a:xfrm rot="5400000">
                <a:off x="7620891" y="2888704"/>
                <a:ext cx="304800" cy="1588"/>
              </a:xfrm>
              <a:prstGeom prst="straightConnector1">
                <a:avLst/>
              </a:prstGeom>
              <a:noFill/>
              <a:ln w="38100" cap="flat" cmpd="sng">
                <a:solidFill>
                  <a:schemeClr val="dk1"/>
                </a:solidFill>
                <a:prstDash val="solid"/>
                <a:round/>
                <a:headEnd type="none" w="sm" len="sm"/>
                <a:tailEnd type="none" w="sm" len="sm"/>
              </a:ln>
            </p:spPr>
          </p:cxnSp>
          <p:grpSp>
            <p:nvGrpSpPr>
              <p:cNvPr id="803" name="Google Shape;803;p11"/>
              <p:cNvGrpSpPr/>
              <p:nvPr/>
            </p:nvGrpSpPr>
            <p:grpSpPr>
              <a:xfrm>
                <a:off x="8152233" y="2417883"/>
                <a:ext cx="381000" cy="323165"/>
                <a:chOff x="3274542" y="3684372"/>
                <a:chExt cx="381000" cy="323165"/>
              </a:xfrm>
            </p:grpSpPr>
            <p:sp>
              <p:nvSpPr>
                <p:cNvPr id="804" name="Google Shape;804;p11"/>
                <p:cNvSpPr/>
                <p:nvPr/>
              </p:nvSpPr>
              <p:spPr>
                <a:xfrm>
                  <a:off x="3312641" y="3684372"/>
                  <a:ext cx="304800" cy="304800"/>
                </a:xfrm>
                <a:prstGeom prst="ellipse">
                  <a:avLst/>
                </a:prstGeom>
                <a:solidFill>
                  <a:srgbClr val="92D050"/>
                </a:solidFill>
                <a:ln w="25400" cap="flat" cmpd="sng">
                  <a:solidFill>
                    <a:srgbClr val="76923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5" name="Google Shape;805;p11"/>
                <p:cNvSpPr txBox="1"/>
                <p:nvPr/>
              </p:nvSpPr>
              <p:spPr>
                <a:xfrm>
                  <a:off x="3274542" y="3684372"/>
                  <a:ext cx="381000"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500" b="1">
                      <a:solidFill>
                        <a:schemeClr val="dk1"/>
                      </a:solidFill>
                      <a:latin typeface="Calibri"/>
                      <a:ea typeface="Calibri"/>
                      <a:cs typeface="Calibri"/>
                      <a:sym typeface="Calibri"/>
                    </a:rPr>
                    <a:t>A</a:t>
                  </a:r>
                  <a:endParaRPr/>
                </a:p>
              </p:txBody>
            </p:sp>
          </p:grpSp>
          <p:sp>
            <p:nvSpPr>
              <p:cNvPr id="806" name="Google Shape;806;p11"/>
              <p:cNvSpPr txBox="1"/>
              <p:nvPr/>
            </p:nvSpPr>
            <p:spPr>
              <a:xfrm>
                <a:off x="7537172" y="3011839"/>
                <a:ext cx="381000" cy="3231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500" b="1">
                    <a:solidFill>
                      <a:schemeClr val="dk1"/>
                    </a:solidFill>
                    <a:latin typeface="Calibri"/>
                    <a:ea typeface="Calibri"/>
                    <a:cs typeface="Calibri"/>
                    <a:sym typeface="Calibri"/>
                  </a:rPr>
                  <a:t>V</a:t>
                </a:r>
                <a:endParaRPr/>
              </a:p>
            </p:txBody>
          </p:sp>
          <p:pic>
            <p:nvPicPr>
              <p:cNvPr id="807" name="Google Shape;807;p11"/>
              <p:cNvPicPr preferRelativeResize="0"/>
              <p:nvPr/>
            </p:nvPicPr>
            <p:blipFill rotWithShape="1">
              <a:blip r:embed="rId10">
                <a:alphaModFix/>
              </a:blip>
              <a:srcRect/>
              <a:stretch/>
            </p:blipFill>
            <p:spPr>
              <a:xfrm rot="-1942556">
                <a:off x="7085314" y="1999848"/>
                <a:ext cx="671004" cy="675570"/>
              </a:xfrm>
              <a:prstGeom prst="rect">
                <a:avLst/>
              </a:prstGeom>
              <a:noFill/>
              <a:ln>
                <a:noFill/>
              </a:ln>
            </p:spPr>
          </p:pic>
          <p:pic>
            <p:nvPicPr>
              <p:cNvPr id="808" name="Google Shape;808;p11"/>
              <p:cNvPicPr preferRelativeResize="0"/>
              <p:nvPr/>
            </p:nvPicPr>
            <p:blipFill rotWithShape="1">
              <a:blip r:embed="rId11">
                <a:alphaModFix/>
              </a:blip>
              <a:srcRect/>
              <a:stretch/>
            </p:blipFill>
            <p:spPr>
              <a:xfrm rot="455007">
                <a:off x="6407469" y="2315652"/>
                <a:ext cx="337784" cy="422511"/>
              </a:xfrm>
              <a:prstGeom prst="rect">
                <a:avLst/>
              </a:prstGeom>
              <a:noFill/>
              <a:ln>
                <a:noFill/>
              </a:ln>
            </p:spPr>
          </p:pic>
          <p:pic>
            <p:nvPicPr>
              <p:cNvPr id="809" name="Google Shape;809;p11"/>
              <p:cNvPicPr preferRelativeResize="0"/>
              <p:nvPr/>
            </p:nvPicPr>
            <p:blipFill rotWithShape="1">
              <a:blip r:embed="rId10">
                <a:alphaModFix/>
              </a:blip>
              <a:srcRect/>
              <a:stretch/>
            </p:blipFill>
            <p:spPr>
              <a:xfrm rot="5400000">
                <a:off x="6008216" y="2091985"/>
                <a:ext cx="671004" cy="675570"/>
              </a:xfrm>
              <a:prstGeom prst="rect">
                <a:avLst/>
              </a:prstGeom>
              <a:noFill/>
              <a:ln>
                <a:noFill/>
              </a:ln>
            </p:spPr>
          </p:pic>
          <p:pic>
            <p:nvPicPr>
              <p:cNvPr id="810" name="Google Shape;810;p11"/>
              <p:cNvPicPr preferRelativeResize="0"/>
              <p:nvPr/>
            </p:nvPicPr>
            <p:blipFill rotWithShape="1">
              <a:blip r:embed="rId11">
                <a:alphaModFix/>
              </a:blip>
              <a:srcRect/>
              <a:stretch/>
            </p:blipFill>
            <p:spPr>
              <a:xfrm rot="778072">
                <a:off x="5691410" y="2509385"/>
                <a:ext cx="337784" cy="422511"/>
              </a:xfrm>
              <a:prstGeom prst="rect">
                <a:avLst/>
              </a:prstGeom>
              <a:noFill/>
              <a:ln>
                <a:noFill/>
              </a:ln>
            </p:spPr>
          </p:pic>
          <p:pic>
            <p:nvPicPr>
              <p:cNvPr id="811" name="Google Shape;811;p11" descr="images.png"/>
              <p:cNvPicPr preferRelativeResize="0"/>
              <p:nvPr/>
            </p:nvPicPr>
            <p:blipFill rotWithShape="1">
              <a:blip r:embed="rId12">
                <a:alphaModFix/>
              </a:blip>
              <a:srcRect/>
              <a:stretch/>
            </p:blipFill>
            <p:spPr>
              <a:xfrm rot="-1474716">
                <a:off x="6506695" y="2258141"/>
                <a:ext cx="866518" cy="647700"/>
              </a:xfrm>
              <a:prstGeom prst="rect">
                <a:avLst/>
              </a:prstGeom>
              <a:noFill/>
              <a:ln>
                <a:noFill/>
              </a:ln>
            </p:spPr>
          </p:pic>
          <p:cxnSp>
            <p:nvCxnSpPr>
              <p:cNvPr id="812" name="Google Shape;812;p11"/>
              <p:cNvCxnSpPr/>
              <p:nvPr/>
            </p:nvCxnSpPr>
            <p:spPr>
              <a:xfrm rot="5400000">
                <a:off x="7552256" y="2858186"/>
                <a:ext cx="152400" cy="1588"/>
              </a:xfrm>
              <a:prstGeom prst="straightConnector1">
                <a:avLst/>
              </a:prstGeom>
              <a:noFill/>
              <a:ln w="19050" cap="flat" cmpd="sng">
                <a:solidFill>
                  <a:schemeClr val="dk1"/>
                </a:solidFill>
                <a:prstDash val="solid"/>
                <a:round/>
                <a:headEnd type="none" w="sm" len="sm"/>
                <a:tailEnd type="none" w="sm" len="sm"/>
              </a:ln>
            </p:spPr>
          </p:cxnSp>
          <p:cxnSp>
            <p:nvCxnSpPr>
              <p:cNvPr id="813" name="Google Shape;813;p11"/>
              <p:cNvCxnSpPr/>
              <p:nvPr/>
            </p:nvCxnSpPr>
            <p:spPr>
              <a:xfrm rot="5400000">
                <a:off x="7613247" y="2874659"/>
                <a:ext cx="304800" cy="1588"/>
              </a:xfrm>
              <a:prstGeom prst="straightConnector1">
                <a:avLst/>
              </a:prstGeom>
              <a:noFill/>
              <a:ln w="19050" cap="flat" cmpd="sng">
                <a:solidFill>
                  <a:schemeClr val="dk1"/>
                </a:solidFill>
                <a:prstDash val="solid"/>
                <a:round/>
                <a:headEnd type="none" w="sm" len="sm"/>
                <a:tailEnd type="none" w="sm" len="sm"/>
              </a:ln>
            </p:spPr>
          </p:cxnSp>
        </p:grpSp>
        <p:grpSp>
          <p:nvGrpSpPr>
            <p:cNvPr id="814" name="Google Shape;814;p11"/>
            <p:cNvGrpSpPr/>
            <p:nvPr/>
          </p:nvGrpSpPr>
          <p:grpSpPr>
            <a:xfrm>
              <a:off x="970208" y="2461754"/>
              <a:ext cx="2086114" cy="695993"/>
              <a:chOff x="5799160" y="2133601"/>
              <a:chExt cx="2086114" cy="695993"/>
            </a:xfrm>
          </p:grpSpPr>
          <p:sp>
            <p:nvSpPr>
              <p:cNvPr id="815" name="Google Shape;815;p11"/>
              <p:cNvSpPr/>
              <p:nvPr/>
            </p:nvSpPr>
            <p:spPr>
              <a:xfrm rot="-9870789">
                <a:off x="6829703" y="2570759"/>
                <a:ext cx="613262" cy="169213"/>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6" name="Google Shape;816;p11"/>
              <p:cNvSpPr/>
              <p:nvPr/>
            </p:nvSpPr>
            <p:spPr>
              <a:xfrm rot="-9060642">
                <a:off x="7269426" y="2271608"/>
                <a:ext cx="613262" cy="169213"/>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7" name="Google Shape;817;p11"/>
              <p:cNvSpPr/>
              <p:nvPr/>
            </p:nvSpPr>
            <p:spPr>
              <a:xfrm rot="8666031">
                <a:off x="6742452" y="2413008"/>
                <a:ext cx="757359" cy="182772"/>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8" name="Google Shape;818;p11"/>
              <p:cNvSpPr/>
              <p:nvPr/>
            </p:nvSpPr>
            <p:spPr>
              <a:xfrm rot="938252">
                <a:off x="5809777" y="2308492"/>
                <a:ext cx="757359" cy="182772"/>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9" name="Google Shape;819;p11"/>
              <p:cNvSpPr/>
              <p:nvPr/>
            </p:nvSpPr>
            <p:spPr>
              <a:xfrm rot="-735799">
                <a:off x="6010500" y="2568474"/>
                <a:ext cx="757359" cy="182772"/>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0" name="Google Shape;820;p11"/>
              <p:cNvSpPr/>
              <p:nvPr/>
            </p:nvSpPr>
            <p:spPr>
              <a:xfrm rot="10189395">
                <a:off x="6465267" y="2262646"/>
                <a:ext cx="613262" cy="169213"/>
              </a:xfrm>
              <a:prstGeom prst="mathMinus">
                <a:avLst>
                  <a:gd name="adj1" fmla="val 23520"/>
                </a:avLst>
              </a:prstGeom>
              <a:solidFill>
                <a:srgbClr val="D8D8D8"/>
              </a:solidFill>
              <a:ln w="9525" cap="flat" cmpd="sng">
                <a:solidFill>
                  <a:srgbClr val="D8D8D8"/>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821" name="Google Shape;821;p11"/>
          <p:cNvPicPr preferRelativeResize="0"/>
          <p:nvPr/>
        </p:nvPicPr>
        <p:blipFill rotWithShape="1">
          <a:blip r:embed="rId13">
            <a:alphaModFix/>
          </a:blip>
          <a:srcRect/>
          <a:stretch/>
        </p:blipFill>
        <p:spPr>
          <a:xfrm rot="5400000">
            <a:off x="1653028" y="4592061"/>
            <a:ext cx="1395634" cy="1940779"/>
          </a:xfrm>
          <a:prstGeom prst="rect">
            <a:avLst/>
          </a:prstGeom>
          <a:noFill/>
          <a:ln>
            <a:noFill/>
          </a:ln>
        </p:spPr>
      </p:pic>
      <p:grpSp>
        <p:nvGrpSpPr>
          <p:cNvPr id="822" name="Google Shape;822;p11"/>
          <p:cNvGrpSpPr/>
          <p:nvPr/>
        </p:nvGrpSpPr>
        <p:grpSpPr>
          <a:xfrm>
            <a:off x="0" y="5849075"/>
            <a:ext cx="9144000" cy="932725"/>
            <a:chOff x="0" y="5849075"/>
            <a:chExt cx="9144000" cy="932725"/>
          </a:xfrm>
        </p:grpSpPr>
        <p:cxnSp>
          <p:nvCxnSpPr>
            <p:cNvPr id="823" name="Google Shape;823;p11"/>
            <p:cNvCxnSpPr>
              <a:stCxn id="824"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825" name="Google Shape;825;p11"/>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4" name="Google Shape;824;p11"/>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26" name="Google Shape;826;p11"/>
            <p:cNvPicPr preferRelativeResize="0"/>
            <p:nvPr/>
          </p:nvPicPr>
          <p:blipFill rotWithShape="1">
            <a:blip r:embed="rId14">
              <a:alphaModFix/>
            </a:blip>
            <a:srcRect/>
            <a:stretch/>
          </p:blipFill>
          <p:spPr>
            <a:xfrm>
              <a:off x="8218026" y="5924544"/>
              <a:ext cx="774032" cy="608058"/>
            </a:xfrm>
            <a:prstGeom prst="rect">
              <a:avLst/>
            </a:prstGeom>
            <a:noFill/>
            <a:ln>
              <a:noFill/>
            </a:ln>
          </p:spPr>
        </p:pic>
        <p:sp>
          <p:nvSpPr>
            <p:cNvPr id="827" name="Google Shape;827;p11"/>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8" name="Google Shape;828;p11"/>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829" name="Google Shape;829;p11"/>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19</a:t>
              </a:r>
              <a:endParaRPr sz="1300">
                <a:solidFill>
                  <a:schemeClr val="dk1"/>
                </a:solidFill>
                <a:latin typeface="Calibri"/>
                <a:ea typeface="Calibri"/>
                <a:cs typeface="Calibri"/>
                <a:sym typeface="Calibri"/>
              </a:endParaRPr>
            </a:p>
          </p:txBody>
        </p:sp>
      </p:grpSp>
      <p:sp>
        <p:nvSpPr>
          <p:cNvPr id="830" name="Google Shape;830;p11"/>
          <p:cNvSpPr txBox="1"/>
          <p:nvPr/>
        </p:nvSpPr>
        <p:spPr>
          <a:xfrm>
            <a:off x="7862934" y="526609"/>
            <a:ext cx="139493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00B0F0"/>
                </a:solidFill>
                <a:latin typeface="Federo"/>
                <a:ea typeface="Federo"/>
                <a:cs typeface="Federo"/>
                <a:sym typeface="Federo"/>
              </a:rPr>
              <a:t>Sensor</a:t>
            </a:r>
            <a:endParaRPr sz="2800" b="1" dirty="0">
              <a:solidFill>
                <a:schemeClr val="lt1"/>
              </a:solidFill>
              <a:latin typeface="Federo"/>
              <a:ea typeface="Federo"/>
              <a:cs typeface="Federo"/>
              <a:sym typeface="Federo"/>
            </a:endParaRPr>
          </a:p>
        </p:txBody>
      </p:sp>
      <p:sp>
        <p:nvSpPr>
          <p:cNvPr id="2" name="Google Shape;184;p4">
            <a:extLst>
              <a:ext uri="{FF2B5EF4-FFF2-40B4-BE49-F238E27FC236}">
                <a16:creationId xmlns:a16="http://schemas.microsoft.com/office/drawing/2014/main" id="{9310380A-BD3C-9424-C851-655A3EA9FAC8}"/>
              </a:ext>
            </a:extLst>
          </p:cNvPr>
          <p:cNvSpPr txBox="1"/>
          <p:nvPr/>
        </p:nvSpPr>
        <p:spPr>
          <a:xfrm>
            <a:off x="203202" y="11362"/>
            <a:ext cx="9217459" cy="523180"/>
          </a:xfrm>
          <a:prstGeom prst="rect">
            <a:avLst/>
          </a:prstGeom>
          <a:noFill/>
          <a:ln>
            <a:noFill/>
          </a:ln>
        </p:spPr>
        <p:txBody>
          <a:bodyPr spcFirstLastPara="1" wrap="square" lIns="91425" tIns="45700" rIns="91425" bIns="45700" anchor="t" anchorCtr="0">
            <a:spAutoFit/>
          </a:bodyPr>
          <a:lstStyle/>
          <a:p>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12"/>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7" name="Google Shape;837;p12"/>
          <p:cNvSpPr/>
          <p:nvPr/>
        </p:nvSpPr>
        <p:spPr>
          <a:xfrm>
            <a:off x="38989" y="185704"/>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0" name="Google Shape;840;p12"/>
          <p:cNvSpPr txBox="1"/>
          <p:nvPr/>
        </p:nvSpPr>
        <p:spPr>
          <a:xfrm>
            <a:off x="561860" y="633984"/>
            <a:ext cx="3910965" cy="954067"/>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Semiconductor device fabrication</a:t>
            </a:r>
            <a:endParaRPr sz="2800" dirty="0"/>
          </a:p>
        </p:txBody>
      </p:sp>
      <p:sp>
        <p:nvSpPr>
          <p:cNvPr id="841" name="Google Shape;841;p12"/>
          <p:cNvSpPr txBox="1"/>
          <p:nvPr/>
        </p:nvSpPr>
        <p:spPr>
          <a:xfrm>
            <a:off x="541020" y="3788583"/>
            <a:ext cx="1745848" cy="52322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Etching </a:t>
            </a:r>
            <a:endParaRPr/>
          </a:p>
        </p:txBody>
      </p:sp>
      <p:sp>
        <p:nvSpPr>
          <p:cNvPr id="842" name="Google Shape;842;p12"/>
          <p:cNvSpPr txBox="1"/>
          <p:nvPr/>
        </p:nvSpPr>
        <p:spPr>
          <a:xfrm>
            <a:off x="5109210" y="758825"/>
            <a:ext cx="3910965"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Photolithography</a:t>
            </a:r>
            <a:endParaRPr/>
          </a:p>
        </p:txBody>
      </p:sp>
      <p:sp>
        <p:nvSpPr>
          <p:cNvPr id="843" name="Google Shape;843;p12"/>
          <p:cNvSpPr txBox="1"/>
          <p:nvPr/>
        </p:nvSpPr>
        <p:spPr>
          <a:xfrm>
            <a:off x="153289" y="1737360"/>
            <a:ext cx="2453640"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Wafer dicing</a:t>
            </a:r>
            <a:endParaRPr/>
          </a:p>
        </p:txBody>
      </p:sp>
      <p:sp>
        <p:nvSpPr>
          <p:cNvPr id="844" name="Google Shape;844;p12"/>
          <p:cNvSpPr txBox="1"/>
          <p:nvPr/>
        </p:nvSpPr>
        <p:spPr>
          <a:xfrm>
            <a:off x="2859024" y="1748790"/>
            <a:ext cx="1781810"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Oxidation </a:t>
            </a:r>
            <a:endParaRPr/>
          </a:p>
        </p:txBody>
      </p:sp>
      <p:sp>
        <p:nvSpPr>
          <p:cNvPr id="845" name="Google Shape;845;p12"/>
          <p:cNvSpPr txBox="1"/>
          <p:nvPr/>
        </p:nvSpPr>
        <p:spPr>
          <a:xfrm>
            <a:off x="2557488" y="3768354"/>
            <a:ext cx="2158678" cy="52322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Doping </a:t>
            </a:r>
            <a:endParaRPr/>
          </a:p>
        </p:txBody>
      </p:sp>
      <p:sp>
        <p:nvSpPr>
          <p:cNvPr id="846" name="Google Shape;846;p12"/>
          <p:cNvSpPr txBox="1"/>
          <p:nvPr/>
        </p:nvSpPr>
        <p:spPr>
          <a:xfrm>
            <a:off x="4800600" y="3276600"/>
            <a:ext cx="4199890"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Device </a:t>
            </a:r>
            <a:endParaRPr/>
          </a:p>
        </p:txBody>
      </p:sp>
      <p:pic>
        <p:nvPicPr>
          <p:cNvPr id="847" name="Google Shape;847;p12"/>
          <p:cNvPicPr preferRelativeResize="0"/>
          <p:nvPr/>
        </p:nvPicPr>
        <p:blipFill rotWithShape="1">
          <a:blip r:embed="rId3">
            <a:alphaModFix/>
          </a:blip>
          <a:srcRect l="26800" t="72450" r="47599" b="11549"/>
          <a:stretch/>
        </p:blipFill>
        <p:spPr>
          <a:xfrm>
            <a:off x="159004" y="2383155"/>
            <a:ext cx="2417445" cy="1148080"/>
          </a:xfrm>
          <a:prstGeom prst="rect">
            <a:avLst/>
          </a:prstGeom>
          <a:noFill/>
          <a:ln>
            <a:noFill/>
          </a:ln>
        </p:spPr>
      </p:pic>
      <p:pic>
        <p:nvPicPr>
          <p:cNvPr id="848" name="Google Shape;848;p12"/>
          <p:cNvPicPr preferRelativeResize="0"/>
          <p:nvPr/>
        </p:nvPicPr>
        <p:blipFill rotWithShape="1">
          <a:blip r:embed="rId4">
            <a:alphaModFix/>
          </a:blip>
          <a:srcRect l="22331" t="6349" r="11985" b="11111"/>
          <a:stretch/>
        </p:blipFill>
        <p:spPr>
          <a:xfrm>
            <a:off x="2859659" y="2383155"/>
            <a:ext cx="1780540" cy="1157605"/>
          </a:xfrm>
          <a:prstGeom prst="rect">
            <a:avLst/>
          </a:prstGeom>
          <a:noFill/>
          <a:ln>
            <a:noFill/>
          </a:ln>
        </p:spPr>
      </p:pic>
      <p:pic>
        <p:nvPicPr>
          <p:cNvPr id="849" name="Google Shape;849;p12"/>
          <p:cNvPicPr preferRelativeResize="0"/>
          <p:nvPr/>
        </p:nvPicPr>
        <p:blipFill rotWithShape="1">
          <a:blip r:embed="rId5">
            <a:alphaModFix/>
          </a:blip>
          <a:srcRect/>
          <a:stretch/>
        </p:blipFill>
        <p:spPr>
          <a:xfrm>
            <a:off x="589292" y="5327650"/>
            <a:ext cx="1603802" cy="1452023"/>
          </a:xfrm>
          <a:prstGeom prst="rect">
            <a:avLst/>
          </a:prstGeom>
          <a:noFill/>
          <a:ln>
            <a:noFill/>
          </a:ln>
        </p:spPr>
      </p:pic>
      <p:pic>
        <p:nvPicPr>
          <p:cNvPr id="850" name="Google Shape;850;p12"/>
          <p:cNvPicPr preferRelativeResize="0"/>
          <p:nvPr/>
        </p:nvPicPr>
        <p:blipFill rotWithShape="1">
          <a:blip r:embed="rId6">
            <a:alphaModFix/>
          </a:blip>
          <a:srcRect l="47246" t="39771" r="19103" b="34991"/>
          <a:stretch/>
        </p:blipFill>
        <p:spPr>
          <a:xfrm>
            <a:off x="881923" y="4309110"/>
            <a:ext cx="1018540" cy="1018540"/>
          </a:xfrm>
          <a:prstGeom prst="rect">
            <a:avLst/>
          </a:prstGeom>
          <a:noFill/>
          <a:ln>
            <a:noFill/>
          </a:ln>
        </p:spPr>
      </p:pic>
      <p:pic>
        <p:nvPicPr>
          <p:cNvPr id="851" name="Google Shape;851;p12"/>
          <p:cNvPicPr preferRelativeResize="0"/>
          <p:nvPr/>
        </p:nvPicPr>
        <p:blipFill rotWithShape="1">
          <a:blip r:embed="rId7">
            <a:alphaModFix/>
          </a:blip>
          <a:srcRect/>
          <a:stretch/>
        </p:blipFill>
        <p:spPr>
          <a:xfrm>
            <a:off x="5458460" y="5490845"/>
            <a:ext cx="2922270" cy="1299210"/>
          </a:xfrm>
          <a:prstGeom prst="rect">
            <a:avLst/>
          </a:prstGeom>
          <a:noFill/>
          <a:ln>
            <a:noFill/>
          </a:ln>
        </p:spPr>
      </p:pic>
      <p:pic>
        <p:nvPicPr>
          <p:cNvPr id="852" name="Google Shape;852;p12"/>
          <p:cNvPicPr preferRelativeResize="0"/>
          <p:nvPr/>
        </p:nvPicPr>
        <p:blipFill rotWithShape="1">
          <a:blip r:embed="rId8">
            <a:alphaModFix/>
          </a:blip>
          <a:srcRect/>
          <a:stretch/>
        </p:blipFill>
        <p:spPr>
          <a:xfrm>
            <a:off x="4820920" y="1425575"/>
            <a:ext cx="1964690" cy="1761490"/>
          </a:xfrm>
          <a:prstGeom prst="rect">
            <a:avLst/>
          </a:prstGeom>
          <a:noFill/>
          <a:ln>
            <a:noFill/>
          </a:ln>
        </p:spPr>
      </p:pic>
      <p:pic>
        <p:nvPicPr>
          <p:cNvPr id="853" name="Google Shape;853;p12"/>
          <p:cNvPicPr preferRelativeResize="0"/>
          <p:nvPr/>
        </p:nvPicPr>
        <p:blipFill rotWithShape="1">
          <a:blip r:embed="rId9">
            <a:alphaModFix/>
          </a:blip>
          <a:srcRect/>
          <a:stretch/>
        </p:blipFill>
        <p:spPr>
          <a:xfrm>
            <a:off x="6858000" y="1400810"/>
            <a:ext cx="2130425" cy="1793240"/>
          </a:xfrm>
          <a:prstGeom prst="rect">
            <a:avLst/>
          </a:prstGeom>
          <a:noFill/>
          <a:ln>
            <a:noFill/>
          </a:ln>
        </p:spPr>
      </p:pic>
      <p:pic>
        <p:nvPicPr>
          <p:cNvPr id="854" name="Google Shape;854;p12">
            <a:hlinkClick r:id="rId10"/>
          </p:cNvPr>
          <p:cNvPicPr preferRelativeResize="0"/>
          <p:nvPr/>
        </p:nvPicPr>
        <p:blipFill rotWithShape="1">
          <a:blip r:embed="rId11">
            <a:alphaModFix/>
          </a:blip>
          <a:srcRect/>
          <a:stretch/>
        </p:blipFill>
        <p:spPr>
          <a:xfrm>
            <a:off x="153289" y="2957195"/>
            <a:ext cx="854710" cy="563245"/>
          </a:xfrm>
          <a:prstGeom prst="rect">
            <a:avLst/>
          </a:prstGeom>
          <a:noFill/>
          <a:ln>
            <a:noFill/>
          </a:ln>
        </p:spPr>
      </p:pic>
      <p:pic>
        <p:nvPicPr>
          <p:cNvPr id="855" name="Google Shape;855;p12">
            <a:hlinkClick r:id="rId12"/>
          </p:cNvPr>
          <p:cNvPicPr preferRelativeResize="0"/>
          <p:nvPr/>
        </p:nvPicPr>
        <p:blipFill rotWithShape="1">
          <a:blip r:embed="rId13">
            <a:alphaModFix/>
          </a:blip>
          <a:srcRect/>
          <a:stretch/>
        </p:blipFill>
        <p:spPr>
          <a:xfrm>
            <a:off x="3063240" y="4358350"/>
            <a:ext cx="1365885" cy="913765"/>
          </a:xfrm>
          <a:prstGeom prst="rect">
            <a:avLst/>
          </a:prstGeom>
          <a:noFill/>
          <a:ln>
            <a:noFill/>
          </a:ln>
        </p:spPr>
      </p:pic>
      <p:pic>
        <p:nvPicPr>
          <p:cNvPr id="856" name="Google Shape;856;p12">
            <a:hlinkClick r:id="rId14"/>
          </p:cNvPr>
          <p:cNvPicPr preferRelativeResize="0"/>
          <p:nvPr/>
        </p:nvPicPr>
        <p:blipFill rotWithShape="1">
          <a:blip r:embed="rId15">
            <a:alphaModFix/>
          </a:blip>
          <a:srcRect/>
          <a:stretch/>
        </p:blipFill>
        <p:spPr>
          <a:xfrm>
            <a:off x="5344160" y="3886200"/>
            <a:ext cx="3258820" cy="1441450"/>
          </a:xfrm>
          <a:prstGeom prst="rect">
            <a:avLst/>
          </a:prstGeom>
          <a:noFill/>
          <a:ln>
            <a:noFill/>
          </a:ln>
        </p:spPr>
      </p:pic>
      <p:sp>
        <p:nvSpPr>
          <p:cNvPr id="857" name="Google Shape;857;p12"/>
          <p:cNvSpPr txBox="1"/>
          <p:nvPr/>
        </p:nvSpPr>
        <p:spPr>
          <a:xfrm>
            <a:off x="2606202" y="5290439"/>
            <a:ext cx="2158678" cy="521970"/>
          </a:xfrm>
          <a:prstGeom prst="rect">
            <a:avLst/>
          </a:prstGeom>
          <a:solidFill>
            <a:srgbClr val="D99593"/>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a:solidFill>
                  <a:srgbClr val="2108B8"/>
                </a:solidFill>
                <a:latin typeface="Times New Roman"/>
                <a:ea typeface="Times New Roman"/>
                <a:cs typeface="Times New Roman"/>
                <a:sym typeface="Times New Roman"/>
              </a:rPr>
              <a:t>Metalization</a:t>
            </a:r>
            <a:endParaRPr/>
          </a:p>
        </p:txBody>
      </p:sp>
      <p:pic>
        <p:nvPicPr>
          <p:cNvPr id="858" name="Google Shape;858;p12">
            <a:hlinkClick r:id="rId16"/>
          </p:cNvPr>
          <p:cNvPicPr preferRelativeResize="0"/>
          <p:nvPr/>
        </p:nvPicPr>
        <p:blipFill rotWithShape="1">
          <a:blip r:embed="rId17">
            <a:alphaModFix/>
          </a:blip>
          <a:srcRect/>
          <a:stretch/>
        </p:blipFill>
        <p:spPr>
          <a:xfrm>
            <a:off x="3063240" y="5812410"/>
            <a:ext cx="1248410" cy="970026"/>
          </a:xfrm>
          <a:prstGeom prst="rect">
            <a:avLst/>
          </a:prstGeom>
          <a:noFill/>
          <a:ln>
            <a:noFill/>
          </a:ln>
        </p:spPr>
      </p:pic>
      <p:sp>
        <p:nvSpPr>
          <p:cNvPr id="2" name="Google Shape;184;p4">
            <a:extLst>
              <a:ext uri="{FF2B5EF4-FFF2-40B4-BE49-F238E27FC236}">
                <a16:creationId xmlns:a16="http://schemas.microsoft.com/office/drawing/2014/main" id="{0780AB1A-A19E-E408-553A-73644F8C12D3}"/>
              </a:ext>
            </a:extLst>
          </p:cNvPr>
          <p:cNvSpPr txBox="1"/>
          <p:nvPr/>
        </p:nvSpPr>
        <p:spPr>
          <a:xfrm>
            <a:off x="115388" y="21269"/>
            <a:ext cx="9217459" cy="523180"/>
          </a:xfrm>
          <a:prstGeom prst="rect">
            <a:avLst/>
          </a:prstGeom>
          <a:noFill/>
          <a:ln>
            <a:noFill/>
          </a:ln>
        </p:spPr>
        <p:txBody>
          <a:bodyPr spcFirstLastPara="1" wrap="square" lIns="91425" tIns="45700" rIns="91425" bIns="45700" anchor="t" anchorCtr="0">
            <a:spAutoFit/>
          </a:bodyPr>
          <a:lstStyle/>
          <a:p>
            <a:r>
              <a:rPr lang="en-US" sz="2800" b="1" dirty="0">
                <a:solidFill>
                  <a:schemeClr val="lt1"/>
                </a:solidFill>
                <a:latin typeface="Federo"/>
                <a:ea typeface="Federo"/>
                <a:cs typeface="Federo"/>
                <a:sym typeface="Federo"/>
              </a:rPr>
              <a:t> </a:t>
            </a:r>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lang="vi-VN" sz="2800" dirty="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p13"/>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65" name="Google Shape;865;p13"/>
          <p:cNvCxnSpPr>
            <a:stCxn id="866"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867" name="Google Shape;867;p13"/>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6" name="Google Shape;866;p13"/>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868" name="Google Shape;868;p13"/>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869" name="Google Shape;869;p13"/>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0" name="Google Shape;870;p13"/>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871" name="Google Shape;871;p13"/>
          <p:cNvSpPr txBox="1"/>
          <p:nvPr/>
        </p:nvSpPr>
        <p:spPr>
          <a:xfrm>
            <a:off x="228600" y="16934"/>
            <a:ext cx="9076268" cy="523180"/>
          </a:xfrm>
          <a:prstGeom prst="rect">
            <a:avLst/>
          </a:prstGeom>
          <a:noFill/>
          <a:ln>
            <a:noFill/>
          </a:ln>
        </p:spPr>
        <p:txBody>
          <a:bodyPr spcFirstLastPara="1" wrap="square" lIns="91425" tIns="45700" rIns="91425" bIns="45700" anchor="t" anchorCtr="0">
            <a:spAutoFit/>
          </a:bodyPr>
          <a:lstStyle/>
          <a:p>
            <a:pPr lvl="0"/>
            <a:r>
              <a:rPr lang="vi-VN" sz="2800" b="1" dirty="0" err="1">
                <a:solidFill>
                  <a:schemeClr val="lt1"/>
                </a:solidFill>
                <a:latin typeface="Federo"/>
                <a:ea typeface="Federo"/>
                <a:cs typeface="Federo"/>
                <a:sym typeface="Federo"/>
              </a:rPr>
              <a:t>Education</a:t>
            </a:r>
            <a:r>
              <a:rPr lang="vi-VN" sz="2800" b="1" dirty="0">
                <a:solidFill>
                  <a:schemeClr val="lt1"/>
                </a:solidFill>
                <a:latin typeface="Federo"/>
                <a:ea typeface="Federo"/>
                <a:cs typeface="Federo"/>
                <a:sym typeface="Federo"/>
              </a:rPr>
              <a:t> &amp; </a:t>
            </a:r>
            <a:r>
              <a:rPr lang="vi-VN" sz="2800" b="1" dirty="0" err="1">
                <a:solidFill>
                  <a:schemeClr val="lt1"/>
                </a:solidFill>
                <a:latin typeface="Federo"/>
                <a:ea typeface="Federo"/>
                <a:cs typeface="Federo"/>
                <a:sym typeface="Federo"/>
              </a:rPr>
              <a:t>Research</a:t>
            </a:r>
            <a:endParaRPr sz="2800" dirty="0">
              <a:solidFill>
                <a:srgbClr val="A5A5A5"/>
              </a:solidFill>
              <a:latin typeface="Times New Roman"/>
              <a:ea typeface="Times New Roman"/>
              <a:cs typeface="Times New Roman"/>
              <a:sym typeface="Times New Roman"/>
            </a:endParaRPr>
          </a:p>
        </p:txBody>
      </p:sp>
      <p:sp>
        <p:nvSpPr>
          <p:cNvPr id="872" name="Google Shape;872;p13"/>
          <p:cNvSpPr/>
          <p:nvPr/>
        </p:nvSpPr>
        <p:spPr>
          <a:xfrm>
            <a:off x="42335" y="173833"/>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73" name="Google Shape;873;p13"/>
          <p:cNvSpPr txBox="1"/>
          <p:nvPr/>
        </p:nvSpPr>
        <p:spPr>
          <a:xfrm>
            <a:off x="7578525" y="991334"/>
            <a:ext cx="1524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FFFF"/>
                </a:solidFill>
                <a:latin typeface="Calibri"/>
                <a:ea typeface="Calibri"/>
                <a:cs typeface="Calibri"/>
                <a:sym typeface="Calibri"/>
              </a:rPr>
              <a:t>a-Si:H</a:t>
            </a:r>
            <a:endParaRPr sz="3200" b="1">
              <a:solidFill>
                <a:schemeClr val="dk1"/>
              </a:solidFill>
              <a:latin typeface="Calibri"/>
              <a:ea typeface="Calibri"/>
              <a:cs typeface="Calibri"/>
              <a:sym typeface="Calibri"/>
            </a:endParaRPr>
          </a:p>
        </p:txBody>
      </p:sp>
      <p:sp>
        <p:nvSpPr>
          <p:cNvPr id="874" name="Google Shape;874;p13"/>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21</a:t>
            </a:r>
            <a:endParaRPr sz="1300">
              <a:solidFill>
                <a:schemeClr val="dk1"/>
              </a:solidFill>
              <a:latin typeface="Calibri"/>
              <a:ea typeface="Calibri"/>
              <a:cs typeface="Calibri"/>
              <a:sym typeface="Calibri"/>
            </a:endParaRPr>
          </a:p>
        </p:txBody>
      </p:sp>
      <p:pic>
        <p:nvPicPr>
          <p:cNvPr id="875" name="Google Shape;875;p13" descr="| Operating principle of a conventional Spin Field Effect Transistor (Spin-FET). A magnetized ferromagnetic source acts as a spin polarizer and injects spin polarized electrons into a semiconductor channel. The gate voltage induces spinorbit interaction in the semiconductor and rotates the spin polarization of the electrons traversing the drain. The angle of rotation depends on the gate voltage. The magnetized ferromagnetic drain acts as a spin filter and the transmission through the drain depends on the angle through which the spin polarization of an electron has been rotated by the gate voltage when it arrives at the drain contact. This makes the source-to-drain current depend on the gate voltage and realizes transistor action."/>
          <p:cNvPicPr preferRelativeResize="0"/>
          <p:nvPr/>
        </p:nvPicPr>
        <p:blipFill rotWithShape="1">
          <a:blip r:embed="rId4">
            <a:alphaModFix/>
          </a:blip>
          <a:srcRect/>
          <a:stretch/>
        </p:blipFill>
        <p:spPr>
          <a:xfrm>
            <a:off x="730431" y="930087"/>
            <a:ext cx="2798962" cy="1248075"/>
          </a:xfrm>
          <a:prstGeom prst="rect">
            <a:avLst/>
          </a:prstGeom>
          <a:noFill/>
          <a:ln>
            <a:noFill/>
          </a:ln>
        </p:spPr>
      </p:pic>
      <p:sp>
        <p:nvSpPr>
          <p:cNvPr id="876" name="Google Shape;876;p13"/>
          <p:cNvSpPr txBox="1"/>
          <p:nvPr/>
        </p:nvSpPr>
        <p:spPr>
          <a:xfrm>
            <a:off x="835965" y="588656"/>
            <a:ext cx="279896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Spin Field Effect Transistor (Spin-FET)</a:t>
            </a:r>
            <a:endParaRPr/>
          </a:p>
        </p:txBody>
      </p:sp>
      <p:sp>
        <p:nvSpPr>
          <p:cNvPr id="877" name="Google Shape;877;p13"/>
          <p:cNvSpPr txBox="1"/>
          <p:nvPr/>
        </p:nvSpPr>
        <p:spPr>
          <a:xfrm>
            <a:off x="674637" y="2358926"/>
            <a:ext cx="284627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Voltage controlled of magnetic spin</a:t>
            </a:r>
            <a:endParaRPr/>
          </a:p>
        </p:txBody>
      </p:sp>
      <p:pic>
        <p:nvPicPr>
          <p:cNvPr id="878" name="Google Shape;878;p13"/>
          <p:cNvPicPr preferRelativeResize="0"/>
          <p:nvPr/>
        </p:nvPicPr>
        <p:blipFill rotWithShape="1">
          <a:blip r:embed="rId5">
            <a:alphaModFix/>
          </a:blip>
          <a:srcRect/>
          <a:stretch/>
        </p:blipFill>
        <p:spPr>
          <a:xfrm>
            <a:off x="216482" y="2620813"/>
            <a:ext cx="3529244" cy="1605647"/>
          </a:xfrm>
          <a:prstGeom prst="rect">
            <a:avLst/>
          </a:prstGeom>
          <a:noFill/>
          <a:ln>
            <a:noFill/>
          </a:ln>
        </p:spPr>
      </p:pic>
      <p:cxnSp>
        <p:nvCxnSpPr>
          <p:cNvPr id="879" name="Google Shape;879;p13"/>
          <p:cNvCxnSpPr/>
          <p:nvPr/>
        </p:nvCxnSpPr>
        <p:spPr>
          <a:xfrm>
            <a:off x="1916264" y="2297363"/>
            <a:ext cx="1958611"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880" name="Google Shape;880;p13"/>
          <p:cNvCxnSpPr/>
          <p:nvPr/>
        </p:nvCxnSpPr>
        <p:spPr>
          <a:xfrm rot="10800000">
            <a:off x="3874875" y="1433223"/>
            <a:ext cx="0" cy="426985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pic>
        <p:nvPicPr>
          <p:cNvPr id="881" name="Google Shape;881;p13" descr="Diagram of a diagram of a block with arrows and arrows&#10;&#10;Description automatically generated"/>
          <p:cNvPicPr preferRelativeResize="0"/>
          <p:nvPr/>
        </p:nvPicPr>
        <p:blipFill rotWithShape="1">
          <a:blip r:embed="rId6">
            <a:alphaModFix/>
          </a:blip>
          <a:srcRect/>
          <a:stretch/>
        </p:blipFill>
        <p:spPr>
          <a:xfrm>
            <a:off x="4748360" y="740120"/>
            <a:ext cx="3416760" cy="1534631"/>
          </a:xfrm>
          <a:prstGeom prst="rect">
            <a:avLst/>
          </a:prstGeom>
          <a:noFill/>
          <a:ln>
            <a:noFill/>
          </a:ln>
        </p:spPr>
      </p:pic>
      <p:sp>
        <p:nvSpPr>
          <p:cNvPr id="882" name="Google Shape;882;p13"/>
          <p:cNvSpPr txBox="1"/>
          <p:nvPr/>
        </p:nvSpPr>
        <p:spPr>
          <a:xfrm>
            <a:off x="5002800" y="526098"/>
            <a:ext cx="316232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Voltage controlled switching magnetization</a:t>
            </a:r>
            <a:endParaRPr/>
          </a:p>
        </p:txBody>
      </p:sp>
      <p:pic>
        <p:nvPicPr>
          <p:cNvPr id="883" name="Google Shape;883;p13"/>
          <p:cNvPicPr preferRelativeResize="0"/>
          <p:nvPr/>
        </p:nvPicPr>
        <p:blipFill rotWithShape="1">
          <a:blip r:embed="rId7">
            <a:alphaModFix/>
          </a:blip>
          <a:srcRect/>
          <a:stretch/>
        </p:blipFill>
        <p:spPr>
          <a:xfrm>
            <a:off x="4749800" y="2560416"/>
            <a:ext cx="2296287" cy="1852654"/>
          </a:xfrm>
          <a:prstGeom prst="rect">
            <a:avLst/>
          </a:prstGeom>
          <a:noFill/>
          <a:ln>
            <a:noFill/>
          </a:ln>
        </p:spPr>
      </p:pic>
      <p:pic>
        <p:nvPicPr>
          <p:cNvPr id="884" name="Google Shape;884;p13"/>
          <p:cNvPicPr preferRelativeResize="0"/>
          <p:nvPr/>
        </p:nvPicPr>
        <p:blipFill rotWithShape="1">
          <a:blip r:embed="rId8">
            <a:alphaModFix/>
          </a:blip>
          <a:srcRect r="42998"/>
          <a:stretch/>
        </p:blipFill>
        <p:spPr>
          <a:xfrm>
            <a:off x="7103131" y="2540090"/>
            <a:ext cx="895673" cy="1948070"/>
          </a:xfrm>
          <a:prstGeom prst="rect">
            <a:avLst/>
          </a:prstGeom>
          <a:noFill/>
          <a:ln>
            <a:noFill/>
          </a:ln>
        </p:spPr>
      </p:pic>
      <p:sp>
        <p:nvSpPr>
          <p:cNvPr id="885" name="Google Shape;885;p13"/>
          <p:cNvSpPr txBox="1"/>
          <p:nvPr/>
        </p:nvSpPr>
        <p:spPr>
          <a:xfrm>
            <a:off x="5378497" y="2306779"/>
            <a:ext cx="2620307" cy="277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Domain based logical devices</a:t>
            </a:r>
            <a:endParaRPr/>
          </a:p>
        </p:txBody>
      </p:sp>
      <p:pic>
        <p:nvPicPr>
          <p:cNvPr id="886" name="Google Shape;886;p13"/>
          <p:cNvPicPr preferRelativeResize="0"/>
          <p:nvPr/>
        </p:nvPicPr>
        <p:blipFill rotWithShape="1">
          <a:blip r:embed="rId9">
            <a:alphaModFix/>
          </a:blip>
          <a:srcRect/>
          <a:stretch/>
        </p:blipFill>
        <p:spPr>
          <a:xfrm>
            <a:off x="4092749" y="4518342"/>
            <a:ext cx="3937821" cy="1737921"/>
          </a:xfrm>
          <a:prstGeom prst="rect">
            <a:avLst/>
          </a:prstGeom>
          <a:noFill/>
          <a:ln>
            <a:noFill/>
          </a:ln>
        </p:spPr>
      </p:pic>
      <p:cxnSp>
        <p:nvCxnSpPr>
          <p:cNvPr id="888" name="Google Shape;888;p13"/>
          <p:cNvCxnSpPr/>
          <p:nvPr/>
        </p:nvCxnSpPr>
        <p:spPr>
          <a:xfrm>
            <a:off x="3869604" y="2299408"/>
            <a:ext cx="1362354"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889" name="Google Shape;889;p13"/>
          <p:cNvCxnSpPr/>
          <p:nvPr/>
        </p:nvCxnSpPr>
        <p:spPr>
          <a:xfrm>
            <a:off x="3874875" y="4510461"/>
            <a:ext cx="1357083"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cxnSp>
        <p:nvCxnSpPr>
          <p:cNvPr id="890" name="Google Shape;890;p13"/>
          <p:cNvCxnSpPr/>
          <p:nvPr/>
        </p:nvCxnSpPr>
        <p:spPr>
          <a:xfrm>
            <a:off x="1910993" y="4245067"/>
            <a:ext cx="1958611" cy="0"/>
          </a:xfrm>
          <a:prstGeom prst="straightConnector1">
            <a:avLst/>
          </a:prstGeom>
          <a:noFill/>
          <a:ln w="25400" cap="flat" cmpd="sng">
            <a:solidFill>
              <a:schemeClr val="accent1"/>
            </a:solidFill>
            <a:prstDash val="solid"/>
            <a:round/>
            <a:headEnd type="none" w="sm" len="sm"/>
            <a:tailEnd type="none" w="sm" len="sm"/>
          </a:ln>
          <a:effectLst>
            <a:outerShdw blurRad="40000" dist="20000" dir="5400000" rotWithShape="0">
              <a:srgbClr val="000000">
                <a:alpha val="37647"/>
              </a:srgbClr>
            </a:outerShdw>
          </a:effectLst>
        </p:spPr>
      </p:cxnSp>
      <p:pic>
        <p:nvPicPr>
          <p:cNvPr id="891" name="Google Shape;891;p13" descr="MOKE image of the experimentally constructed skyrmionic device that... |  Download Scientific Diagram"/>
          <p:cNvPicPr preferRelativeResize="0"/>
          <p:nvPr/>
        </p:nvPicPr>
        <p:blipFill rotWithShape="1">
          <a:blip r:embed="rId10">
            <a:alphaModFix/>
          </a:blip>
          <a:srcRect/>
          <a:stretch/>
        </p:blipFill>
        <p:spPr>
          <a:xfrm>
            <a:off x="996583" y="4743705"/>
            <a:ext cx="2080801" cy="1410049"/>
          </a:xfrm>
          <a:prstGeom prst="rect">
            <a:avLst/>
          </a:prstGeom>
          <a:noFill/>
          <a:ln>
            <a:noFill/>
          </a:ln>
        </p:spPr>
      </p:pic>
      <p:sp>
        <p:nvSpPr>
          <p:cNvPr id="892" name="Google Shape;892;p13"/>
          <p:cNvSpPr txBox="1"/>
          <p:nvPr/>
        </p:nvSpPr>
        <p:spPr>
          <a:xfrm>
            <a:off x="511624" y="4432087"/>
            <a:ext cx="284627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a:solidFill>
                  <a:srgbClr val="111111"/>
                </a:solidFill>
                <a:latin typeface="Roboto"/>
                <a:ea typeface="Roboto"/>
                <a:cs typeface="Roboto"/>
                <a:sym typeface="Roboto"/>
              </a:rPr>
              <a:t>Skyrmions based spintronics device</a:t>
            </a:r>
            <a:endParaRPr/>
          </a:p>
        </p:txBody>
      </p:sp>
      <p:pic>
        <p:nvPicPr>
          <p:cNvPr id="893" name="Google Shape;893;p13"/>
          <p:cNvPicPr preferRelativeResize="0"/>
          <p:nvPr/>
        </p:nvPicPr>
        <p:blipFill rotWithShape="1">
          <a:blip r:embed="rId11">
            <a:alphaModFix/>
          </a:blip>
          <a:srcRect/>
          <a:stretch/>
        </p:blipFill>
        <p:spPr>
          <a:xfrm rot="5400000">
            <a:off x="2737026" y="5037308"/>
            <a:ext cx="1515679" cy="406049"/>
          </a:xfrm>
          <a:prstGeom prst="rect">
            <a:avLst/>
          </a:prstGeom>
          <a:noFill/>
          <a:ln>
            <a:noFill/>
          </a:ln>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4"/>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00" name="Google Shape;900;p14"/>
          <p:cNvCxnSpPr>
            <a:stCxn id="90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02" name="Google Shape;902;p14"/>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1" name="Google Shape;901;p14"/>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03" name="Google Shape;903;p14"/>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904" name="Google Shape;904;p14"/>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5" name="Google Shape;905;p14"/>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06" name="Google Shape;906;p14"/>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7" name="Google Shape;907;p14"/>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22</a:t>
            </a:r>
            <a:endParaRPr sz="1300">
              <a:solidFill>
                <a:schemeClr val="dk1"/>
              </a:solidFill>
              <a:latin typeface="Calibri"/>
              <a:ea typeface="Calibri"/>
              <a:cs typeface="Calibri"/>
              <a:sym typeface="Calibri"/>
            </a:endParaRPr>
          </a:p>
        </p:txBody>
      </p:sp>
      <p:pic>
        <p:nvPicPr>
          <p:cNvPr id="908" name="Google Shape;908;p14"/>
          <p:cNvPicPr preferRelativeResize="0"/>
          <p:nvPr/>
        </p:nvPicPr>
        <p:blipFill rotWithShape="1">
          <a:blip r:embed="rId4">
            <a:alphaModFix/>
          </a:blip>
          <a:srcRect/>
          <a:stretch/>
        </p:blipFill>
        <p:spPr>
          <a:xfrm>
            <a:off x="1143847" y="1233760"/>
            <a:ext cx="6856306" cy="4466680"/>
          </a:xfrm>
          <a:prstGeom prst="rect">
            <a:avLst/>
          </a:prstGeom>
          <a:noFill/>
          <a:ln>
            <a:noFill/>
          </a:ln>
        </p:spPr>
      </p:pic>
      <p:sp>
        <p:nvSpPr>
          <p:cNvPr id="909" name="Google Shape;909;p14"/>
          <p:cNvSpPr/>
          <p:nvPr/>
        </p:nvSpPr>
        <p:spPr>
          <a:xfrm>
            <a:off x="-76201" y="5772090"/>
            <a:ext cx="914354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dirty="0">
                <a:solidFill>
                  <a:srgbClr val="FF0000"/>
                </a:solidFill>
                <a:latin typeface="Times New Roman"/>
                <a:ea typeface="Times New Roman"/>
                <a:cs typeface="Times New Roman"/>
                <a:sym typeface="Times New Roman"/>
              </a:rPr>
              <a:t>For device making</a:t>
            </a:r>
            <a:endParaRPr sz="2000" dirty="0">
              <a:solidFill>
                <a:srgbClr val="FF0000"/>
              </a:solidFill>
              <a:latin typeface="Times New Roman"/>
              <a:ea typeface="Times New Roman"/>
              <a:cs typeface="Times New Roman"/>
              <a:sym typeface="Times New Roman"/>
            </a:endParaRPr>
          </a:p>
        </p:txBody>
      </p:sp>
      <p:sp>
        <p:nvSpPr>
          <p:cNvPr id="910" name="Google Shape;910;p14"/>
          <p:cNvSpPr/>
          <p:nvPr/>
        </p:nvSpPr>
        <p:spPr>
          <a:xfrm>
            <a:off x="304800" y="762000"/>
            <a:ext cx="5334000" cy="400110"/>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2000" b="1">
                <a:solidFill>
                  <a:srgbClr val="C00000"/>
                </a:solidFill>
                <a:latin typeface="Arial Narrow"/>
                <a:ea typeface="Arial Narrow"/>
                <a:cs typeface="Arial Narrow"/>
                <a:sym typeface="Arial Narrow"/>
              </a:rPr>
              <a:t>Glove  box</a:t>
            </a:r>
            <a:endParaRPr sz="1600" b="1">
              <a:solidFill>
                <a:srgbClr val="C00000"/>
              </a:solidFill>
              <a:latin typeface="Arial Narrow"/>
              <a:ea typeface="Arial Narrow"/>
              <a:cs typeface="Arial Narrow"/>
              <a:sym typeface="Arial Narrow"/>
            </a:endParaRPr>
          </a:p>
        </p:txBody>
      </p:sp>
      <p:sp>
        <p:nvSpPr>
          <p:cNvPr id="911" name="Google Shape;911;p14"/>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18"/>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07" name="Google Shape;1007;p18"/>
          <p:cNvCxnSpPr>
            <a:stCxn id="1008"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09" name="Google Shape;1009;p18"/>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08" name="Google Shape;1008;p18"/>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10" name="Google Shape;1010;p18"/>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011" name="Google Shape;1011;p18"/>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2" name="Google Shape;1012;p18"/>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13" name="Google Shape;1013;p18"/>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14" name="Google Shape;1014;p18"/>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26</a:t>
            </a:r>
            <a:endParaRPr sz="1300">
              <a:solidFill>
                <a:schemeClr val="dk1"/>
              </a:solidFill>
              <a:latin typeface="Calibri"/>
              <a:ea typeface="Calibri"/>
              <a:cs typeface="Calibri"/>
              <a:sym typeface="Calibri"/>
            </a:endParaRPr>
          </a:p>
        </p:txBody>
      </p:sp>
      <p:pic>
        <p:nvPicPr>
          <p:cNvPr id="1016" name="Google Shape;1016;p18" descr="C:\Users\minhnhat\Desktop\hinh\IMG_2311.JPG"/>
          <p:cNvPicPr preferRelativeResize="0"/>
          <p:nvPr/>
        </p:nvPicPr>
        <p:blipFill rotWithShape="1">
          <a:blip r:embed="rId4">
            <a:alphaModFix/>
          </a:blip>
          <a:srcRect/>
          <a:stretch/>
        </p:blipFill>
        <p:spPr>
          <a:xfrm>
            <a:off x="826802" y="4047232"/>
            <a:ext cx="2049038" cy="1452816"/>
          </a:xfrm>
          <a:prstGeom prst="rect">
            <a:avLst/>
          </a:prstGeom>
          <a:noFill/>
          <a:ln>
            <a:noFill/>
          </a:ln>
          <a:effectLst>
            <a:outerShdw blurRad="292100" dist="139700" dir="2700000" algn="tl" rotWithShape="0">
              <a:srgbClr val="333333">
                <a:alpha val="64705"/>
              </a:srgbClr>
            </a:outerShdw>
          </a:effectLst>
        </p:spPr>
      </p:pic>
      <p:sp>
        <p:nvSpPr>
          <p:cNvPr id="1017" name="Google Shape;1017;p18"/>
          <p:cNvSpPr/>
          <p:nvPr/>
        </p:nvSpPr>
        <p:spPr>
          <a:xfrm>
            <a:off x="165307" y="5574921"/>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Thermal Evaporation System </a:t>
            </a:r>
            <a:endParaRPr sz="1800" dirty="0">
              <a:solidFill>
                <a:schemeClr val="dk1"/>
              </a:solidFill>
              <a:latin typeface="Times New Roman"/>
              <a:ea typeface="Times New Roman"/>
              <a:cs typeface="Times New Roman"/>
              <a:sym typeface="Times New Roman"/>
            </a:endParaRPr>
          </a:p>
        </p:txBody>
      </p:sp>
      <p:sp>
        <p:nvSpPr>
          <p:cNvPr id="1018" name="Google Shape;1018;p18"/>
          <p:cNvSpPr txBox="1"/>
          <p:nvPr/>
        </p:nvSpPr>
        <p:spPr>
          <a:xfrm>
            <a:off x="5409832" y="497498"/>
            <a:ext cx="3206327"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dirty="0">
                <a:solidFill>
                  <a:srgbClr val="C00000"/>
                </a:solidFill>
                <a:latin typeface="Times New Roman"/>
                <a:ea typeface="Times New Roman"/>
                <a:cs typeface="Times New Roman"/>
                <a:sym typeface="Times New Roman"/>
              </a:rPr>
              <a:t>Physical method</a:t>
            </a:r>
            <a:endParaRPr sz="2800" b="1" u="sng" dirty="0">
              <a:solidFill>
                <a:srgbClr val="C00000"/>
              </a:solidFill>
              <a:latin typeface="Times New Roman"/>
              <a:ea typeface="Times New Roman"/>
              <a:cs typeface="Times New Roman"/>
              <a:sym typeface="Times New Roman"/>
            </a:endParaRPr>
          </a:p>
        </p:txBody>
      </p:sp>
      <p:pic>
        <p:nvPicPr>
          <p:cNvPr id="1019" name="Google Shape;1019;p18"/>
          <p:cNvPicPr preferRelativeResize="0"/>
          <p:nvPr/>
        </p:nvPicPr>
        <p:blipFill rotWithShape="1">
          <a:blip r:embed="rId5">
            <a:alphaModFix/>
          </a:blip>
          <a:srcRect/>
          <a:stretch/>
        </p:blipFill>
        <p:spPr>
          <a:xfrm>
            <a:off x="992150" y="1456543"/>
            <a:ext cx="1704588" cy="1596174"/>
          </a:xfrm>
          <a:prstGeom prst="rect">
            <a:avLst/>
          </a:prstGeom>
          <a:noFill/>
          <a:ln w="12700" cap="flat" cmpd="sng">
            <a:solidFill>
              <a:schemeClr val="dk1"/>
            </a:solidFill>
            <a:prstDash val="solid"/>
            <a:miter lim="800000"/>
            <a:headEnd type="none" w="sm" len="sm"/>
            <a:tailEnd type="none" w="sm" len="sm"/>
          </a:ln>
          <a:effectLst>
            <a:outerShdw blurRad="50800" dist="38100" dir="3000000" algn="ctr" rotWithShape="0">
              <a:srgbClr val="000000">
                <a:alpha val="40000"/>
              </a:srgbClr>
            </a:outerShdw>
          </a:effectLst>
        </p:spPr>
      </p:pic>
      <p:sp>
        <p:nvSpPr>
          <p:cNvPr id="1020" name="Google Shape;1020;p18"/>
          <p:cNvSpPr/>
          <p:nvPr/>
        </p:nvSpPr>
        <p:spPr>
          <a:xfrm>
            <a:off x="180092" y="3056760"/>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Magnetron DC</a:t>
            </a:r>
            <a:endParaRPr sz="1800" dirty="0">
              <a:solidFill>
                <a:schemeClr val="dk1"/>
              </a:solidFill>
              <a:latin typeface="Times New Roman"/>
              <a:ea typeface="Times New Roman"/>
              <a:cs typeface="Times New Roman"/>
              <a:sym typeface="Times New Roman"/>
            </a:endParaRPr>
          </a:p>
        </p:txBody>
      </p:sp>
      <p:sp>
        <p:nvSpPr>
          <p:cNvPr id="1021" name="Google Shape;1021;p18"/>
          <p:cNvSpPr/>
          <p:nvPr/>
        </p:nvSpPr>
        <p:spPr>
          <a:xfrm>
            <a:off x="-199084" y="5860757"/>
            <a:ext cx="39641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2108B8"/>
                </a:solidFill>
                <a:latin typeface="Times New Roman"/>
                <a:ea typeface="Times New Roman"/>
                <a:cs typeface="Times New Roman"/>
                <a:sym typeface="Times New Roman"/>
              </a:rPr>
              <a:t>Fabrication of metal electrodes</a:t>
            </a:r>
            <a:endParaRPr sz="1800" dirty="0">
              <a:solidFill>
                <a:srgbClr val="2108B8"/>
              </a:solidFill>
              <a:latin typeface="Times New Roman"/>
              <a:ea typeface="Times New Roman"/>
              <a:cs typeface="Times New Roman"/>
              <a:sym typeface="Times New Roman"/>
            </a:endParaRPr>
          </a:p>
        </p:txBody>
      </p:sp>
      <p:sp>
        <p:nvSpPr>
          <p:cNvPr id="1022" name="Google Shape;1022;p18"/>
          <p:cNvSpPr/>
          <p:nvPr/>
        </p:nvSpPr>
        <p:spPr>
          <a:xfrm>
            <a:off x="381000" y="3321836"/>
            <a:ext cx="3055248"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2108B8"/>
                </a:solidFill>
                <a:latin typeface="Times New Roman"/>
                <a:ea typeface="Times New Roman"/>
                <a:cs typeface="Times New Roman"/>
                <a:sym typeface="Times New Roman"/>
              </a:rPr>
              <a:t>Fabrication of transparent conductive electrodes (TCEs)</a:t>
            </a:r>
            <a:endParaRPr sz="1800" dirty="0">
              <a:solidFill>
                <a:srgbClr val="2108B8"/>
              </a:solidFill>
              <a:latin typeface="Times New Roman"/>
              <a:ea typeface="Times New Roman"/>
              <a:cs typeface="Times New Roman"/>
              <a:sym typeface="Times New Roman"/>
            </a:endParaRPr>
          </a:p>
        </p:txBody>
      </p:sp>
      <p:sp>
        <p:nvSpPr>
          <p:cNvPr id="1023" name="Google Shape;1023;p18"/>
          <p:cNvSpPr/>
          <p:nvPr/>
        </p:nvSpPr>
        <p:spPr>
          <a:xfrm>
            <a:off x="3683705" y="4578651"/>
            <a:ext cx="4328222" cy="82994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dirty="0">
                <a:solidFill>
                  <a:srgbClr val="FF0000"/>
                </a:solidFill>
                <a:latin typeface="Times New Roman"/>
                <a:ea typeface="Times New Roman"/>
                <a:cs typeface="Times New Roman"/>
                <a:sym typeface="Times New Roman"/>
              </a:rPr>
              <a:t>Used for fabricating shadow mask-type components</a:t>
            </a:r>
            <a:endParaRPr sz="2400" dirty="0">
              <a:solidFill>
                <a:srgbClr val="FF0000"/>
              </a:solidFill>
              <a:latin typeface="Times New Roman"/>
              <a:ea typeface="Times New Roman"/>
              <a:cs typeface="Times New Roman"/>
              <a:sym typeface="Times New Roman"/>
            </a:endParaRPr>
          </a:p>
        </p:txBody>
      </p:sp>
      <p:pic>
        <p:nvPicPr>
          <p:cNvPr id="1024" name="Google Shape;1024;p18"/>
          <p:cNvPicPr preferRelativeResize="0"/>
          <p:nvPr/>
        </p:nvPicPr>
        <p:blipFill rotWithShape="1">
          <a:blip r:embed="rId6">
            <a:alphaModFix/>
          </a:blip>
          <a:srcRect l="30590" t="33324" r="29909" b="47149"/>
          <a:stretch/>
        </p:blipFill>
        <p:spPr>
          <a:xfrm>
            <a:off x="7331091" y="3099026"/>
            <a:ext cx="763786" cy="796708"/>
          </a:xfrm>
          <a:prstGeom prst="rect">
            <a:avLst/>
          </a:prstGeom>
          <a:noFill/>
          <a:ln>
            <a:noFill/>
          </a:ln>
        </p:spPr>
      </p:pic>
      <p:pic>
        <p:nvPicPr>
          <p:cNvPr id="1025" name="Google Shape;1025;p18"/>
          <p:cNvPicPr preferRelativeResize="0"/>
          <p:nvPr/>
        </p:nvPicPr>
        <p:blipFill rotWithShape="1">
          <a:blip r:embed="rId7">
            <a:alphaModFix/>
          </a:blip>
          <a:srcRect t="9616" b="15810"/>
          <a:stretch/>
        </p:blipFill>
        <p:spPr>
          <a:xfrm>
            <a:off x="5707608" y="3096929"/>
            <a:ext cx="762621" cy="758282"/>
          </a:xfrm>
          <a:prstGeom prst="rect">
            <a:avLst/>
          </a:prstGeom>
          <a:noFill/>
          <a:ln>
            <a:noFill/>
          </a:ln>
        </p:spPr>
      </p:pic>
      <p:sp>
        <p:nvSpPr>
          <p:cNvPr id="1026" name="Google Shape;1026;p18"/>
          <p:cNvSpPr txBox="1"/>
          <p:nvPr/>
        </p:nvSpPr>
        <p:spPr>
          <a:xfrm>
            <a:off x="7489617" y="2771757"/>
            <a:ext cx="52995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P/N</a:t>
            </a:r>
            <a:endParaRPr/>
          </a:p>
        </p:txBody>
      </p:sp>
      <p:sp>
        <p:nvSpPr>
          <p:cNvPr id="1027" name="Google Shape;1027;p18"/>
          <p:cNvSpPr txBox="1"/>
          <p:nvPr/>
        </p:nvSpPr>
        <p:spPr>
          <a:xfrm>
            <a:off x="5664641" y="3950215"/>
            <a:ext cx="254364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Photolithography/Mask</a:t>
            </a:r>
            <a:endParaRPr/>
          </a:p>
        </p:txBody>
      </p:sp>
      <p:sp>
        <p:nvSpPr>
          <p:cNvPr id="1028" name="Google Shape;1028;p18"/>
          <p:cNvSpPr/>
          <p:nvPr/>
        </p:nvSpPr>
        <p:spPr>
          <a:xfrm>
            <a:off x="3596087" y="2790569"/>
            <a:ext cx="1378819" cy="534353"/>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Anode (</a:t>
            </a:r>
            <a:r>
              <a:rPr lang="en-US" sz="1800" dirty="0" err="1">
                <a:solidFill>
                  <a:schemeClr val="dk1"/>
                </a:solidFill>
                <a:latin typeface="Calibri"/>
                <a:ea typeface="Calibri"/>
                <a:cs typeface="Calibri"/>
                <a:sym typeface="Calibri"/>
              </a:rPr>
              <a:t>SnO</a:t>
            </a:r>
            <a:r>
              <a:rPr lang="en-US" sz="1800" dirty="0">
                <a:solidFill>
                  <a:schemeClr val="dk1"/>
                </a:solidFill>
                <a:latin typeface="Calibri"/>
                <a:ea typeface="Calibri"/>
                <a:cs typeface="Calibri"/>
                <a:sym typeface="Calibri"/>
              </a:rPr>
              <a:t>)</a:t>
            </a:r>
            <a:endParaRPr dirty="0"/>
          </a:p>
          <a:p>
            <a:pPr marL="0" marR="0" lvl="0" indent="0" algn="ctr" rtl="0">
              <a:spcBef>
                <a:spcPts val="0"/>
              </a:spcBef>
              <a:spcAft>
                <a:spcPts val="0"/>
              </a:spcAft>
              <a:buNone/>
            </a:pPr>
            <a:r>
              <a:rPr lang="en-US" sz="1800" dirty="0">
                <a:solidFill>
                  <a:schemeClr val="dk1"/>
                </a:solidFill>
                <a:latin typeface="Calibri"/>
                <a:ea typeface="Calibri"/>
                <a:cs typeface="Calibri"/>
                <a:sym typeface="Calibri"/>
              </a:rPr>
              <a:t>(Sputtering)</a:t>
            </a:r>
            <a:endParaRPr dirty="0"/>
          </a:p>
        </p:txBody>
      </p:sp>
      <p:sp>
        <p:nvSpPr>
          <p:cNvPr id="1029" name="Google Shape;1029;p18"/>
          <p:cNvSpPr/>
          <p:nvPr/>
        </p:nvSpPr>
        <p:spPr>
          <a:xfrm>
            <a:off x="3596087" y="3666752"/>
            <a:ext cx="1378819" cy="534353"/>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Cathode (P)</a:t>
            </a:r>
            <a:endParaRPr/>
          </a:p>
          <a:p>
            <a:pPr marL="0" marR="0" lvl="0" indent="0" algn="ctr" rtl="0">
              <a:spcBef>
                <a:spcPts val="0"/>
              </a:spcBef>
              <a:spcAft>
                <a:spcPts val="0"/>
              </a:spcAft>
              <a:buNone/>
            </a:pPr>
            <a:r>
              <a:rPr lang="en-US" sz="1800">
                <a:solidFill>
                  <a:schemeClr val="dk1"/>
                </a:solidFill>
                <a:latin typeface="Calibri"/>
                <a:ea typeface="Calibri"/>
                <a:cs typeface="Calibri"/>
                <a:sym typeface="Calibri"/>
              </a:rPr>
              <a:t>(spin)</a:t>
            </a:r>
            <a:endParaRPr/>
          </a:p>
        </p:txBody>
      </p:sp>
      <p:sp>
        <p:nvSpPr>
          <p:cNvPr id="1030" name="Google Shape;1030;p18"/>
          <p:cNvSpPr/>
          <p:nvPr/>
        </p:nvSpPr>
        <p:spPr>
          <a:xfrm>
            <a:off x="5105841" y="3320560"/>
            <a:ext cx="456731" cy="346192"/>
          </a:xfrm>
          <a:prstGeom prst="rightArrow">
            <a:avLst>
              <a:gd name="adj1" fmla="val 50000"/>
              <a:gd name="adj2" fmla="val 50000"/>
            </a:avLst>
          </a:prstGeom>
          <a:solidFill>
            <a:srgbClr val="9389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1" name="Google Shape;1031;p18"/>
          <p:cNvSpPr/>
          <p:nvPr/>
        </p:nvSpPr>
        <p:spPr>
          <a:xfrm>
            <a:off x="6682284" y="3308740"/>
            <a:ext cx="456731" cy="346192"/>
          </a:xfrm>
          <a:prstGeom prst="rightArrow">
            <a:avLst>
              <a:gd name="adj1" fmla="val 50000"/>
              <a:gd name="adj2" fmla="val 50000"/>
            </a:avLst>
          </a:prstGeom>
          <a:solidFill>
            <a:srgbClr val="93895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32" name="Google Shape;1032;p18"/>
          <p:cNvSpPr txBox="1"/>
          <p:nvPr/>
        </p:nvSpPr>
        <p:spPr>
          <a:xfrm>
            <a:off x="4858212" y="2039730"/>
            <a:ext cx="3494188" cy="461624"/>
          </a:xfrm>
          <a:prstGeom prst="rect">
            <a:avLst/>
          </a:prstGeom>
          <a:noFill/>
          <a:ln>
            <a:noFill/>
          </a:ln>
        </p:spPr>
        <p:txBody>
          <a:bodyPr spcFirstLastPara="1" wrap="square" lIns="91425" tIns="45700" rIns="91425" bIns="45700" anchor="t" anchorCtr="0">
            <a:spAutoFit/>
          </a:bodyPr>
          <a:lstStyle/>
          <a:p>
            <a:pPr lvl="0"/>
            <a:r>
              <a:rPr lang="en-US" sz="2400" b="1" dirty="0">
                <a:solidFill>
                  <a:schemeClr val="dk1"/>
                </a:solidFill>
                <a:latin typeface="Calibri"/>
                <a:ea typeface="Calibri"/>
                <a:cs typeface="Calibri"/>
                <a:sym typeface="Calibri"/>
              </a:rPr>
              <a:t>Interdigitated electrodes</a:t>
            </a:r>
            <a:endParaRPr sz="2400" b="1" dirty="0">
              <a:solidFill>
                <a:schemeClr val="dk1"/>
              </a:solidFill>
              <a:latin typeface="Calibri"/>
              <a:ea typeface="Calibri"/>
              <a:cs typeface="Calibri"/>
              <a:sym typeface="Calibri"/>
            </a:endParaRPr>
          </a:p>
        </p:txBody>
      </p:sp>
      <p:sp>
        <p:nvSpPr>
          <p:cNvPr id="2" name="Google Shape;911;p14">
            <a:extLst>
              <a:ext uri="{FF2B5EF4-FFF2-40B4-BE49-F238E27FC236}">
                <a16:creationId xmlns:a16="http://schemas.microsoft.com/office/drawing/2014/main" id="{395AB497-CDDC-D663-12CC-0E75E6728C10}"/>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
        <p:nvSpPr>
          <p:cNvPr id="3" name="Google Shape;961;p16">
            <a:extLst>
              <a:ext uri="{FF2B5EF4-FFF2-40B4-BE49-F238E27FC236}">
                <a16:creationId xmlns:a16="http://schemas.microsoft.com/office/drawing/2014/main" id="{5E6BAC7D-3F1B-6ABB-B117-53AAE33C8072}"/>
              </a:ext>
            </a:extLst>
          </p:cNvPr>
          <p:cNvSpPr txBox="1"/>
          <p:nvPr/>
        </p:nvSpPr>
        <p:spPr>
          <a:xfrm>
            <a:off x="266700" y="575675"/>
            <a:ext cx="3984172"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Nanomaterial synthesis </a:t>
            </a:r>
            <a:endParaRPr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16"/>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53" name="Google Shape;953;p16"/>
          <p:cNvCxnSpPr>
            <a:stCxn id="954"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55" name="Google Shape;955;p16"/>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4" name="Google Shape;954;p16"/>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56" name="Google Shape;956;p16"/>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957" name="Google Shape;957;p16"/>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8" name="Google Shape;958;p16"/>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59" name="Google Shape;959;p16"/>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0" name="Google Shape;960;p16"/>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24</a:t>
            </a:r>
            <a:endParaRPr sz="1300">
              <a:solidFill>
                <a:schemeClr val="dk1"/>
              </a:solidFill>
              <a:latin typeface="Calibri"/>
              <a:ea typeface="Calibri"/>
              <a:cs typeface="Calibri"/>
              <a:sym typeface="Calibri"/>
            </a:endParaRPr>
          </a:p>
        </p:txBody>
      </p:sp>
      <p:sp>
        <p:nvSpPr>
          <p:cNvPr id="961" name="Google Shape;961;p16"/>
          <p:cNvSpPr txBox="1"/>
          <p:nvPr/>
        </p:nvSpPr>
        <p:spPr>
          <a:xfrm>
            <a:off x="266700" y="575675"/>
            <a:ext cx="3984172"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cs typeface="Times New Roman"/>
                <a:sym typeface="Times New Roman"/>
              </a:rPr>
              <a:t>Nanomaterial synthesis </a:t>
            </a:r>
            <a:endParaRPr dirty="0"/>
          </a:p>
        </p:txBody>
      </p:sp>
      <p:sp>
        <p:nvSpPr>
          <p:cNvPr id="962" name="Google Shape;962;p16"/>
          <p:cNvSpPr/>
          <p:nvPr/>
        </p:nvSpPr>
        <p:spPr>
          <a:xfrm>
            <a:off x="668457" y="3810253"/>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Vapor phase condenser system</a:t>
            </a:r>
            <a:endParaRPr sz="1800" dirty="0">
              <a:solidFill>
                <a:schemeClr val="dk1"/>
              </a:solidFill>
              <a:latin typeface="Times New Roman"/>
              <a:ea typeface="Times New Roman"/>
              <a:cs typeface="Times New Roman"/>
              <a:sym typeface="Times New Roman"/>
            </a:endParaRPr>
          </a:p>
        </p:txBody>
      </p:sp>
      <p:pic>
        <p:nvPicPr>
          <p:cNvPr id="963" name="Google Shape;963;p16"/>
          <p:cNvPicPr preferRelativeResize="0"/>
          <p:nvPr/>
        </p:nvPicPr>
        <p:blipFill rotWithShape="1">
          <a:blip r:embed="rId4">
            <a:alphaModFix/>
          </a:blip>
          <a:srcRect/>
          <a:stretch/>
        </p:blipFill>
        <p:spPr>
          <a:xfrm>
            <a:off x="671790" y="1173389"/>
            <a:ext cx="3606478" cy="2704859"/>
          </a:xfrm>
          <a:prstGeom prst="rect">
            <a:avLst/>
          </a:prstGeom>
          <a:noFill/>
          <a:ln>
            <a:noFill/>
          </a:ln>
        </p:spPr>
      </p:pic>
      <p:pic>
        <p:nvPicPr>
          <p:cNvPr id="964" name="Google Shape;964;p16"/>
          <p:cNvPicPr preferRelativeResize="0"/>
          <p:nvPr/>
        </p:nvPicPr>
        <p:blipFill rotWithShape="1">
          <a:blip r:embed="rId5">
            <a:alphaModFix/>
          </a:blip>
          <a:srcRect b="6893"/>
          <a:stretch/>
        </p:blipFill>
        <p:spPr>
          <a:xfrm>
            <a:off x="4787246" y="1034193"/>
            <a:ext cx="4028629" cy="2739104"/>
          </a:xfrm>
          <a:prstGeom prst="rect">
            <a:avLst/>
          </a:prstGeom>
          <a:noFill/>
          <a:ln>
            <a:noFill/>
          </a:ln>
        </p:spPr>
      </p:pic>
      <p:sp>
        <p:nvSpPr>
          <p:cNvPr id="965" name="Google Shape;965;p16"/>
          <p:cNvSpPr/>
          <p:nvPr/>
        </p:nvSpPr>
        <p:spPr>
          <a:xfrm>
            <a:off x="5068245" y="3717942"/>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2-zone CVD</a:t>
            </a:r>
            <a:endParaRPr sz="1800" dirty="0">
              <a:solidFill>
                <a:schemeClr val="dk1"/>
              </a:solidFill>
              <a:latin typeface="Times New Roman"/>
              <a:ea typeface="Times New Roman"/>
              <a:cs typeface="Times New Roman"/>
              <a:sym typeface="Times New Roman"/>
            </a:endParaRPr>
          </a:p>
        </p:txBody>
      </p:sp>
      <p:pic>
        <p:nvPicPr>
          <p:cNvPr id="966" name="Google Shape;966;p16" descr="C:\Users\vi\Desktop\quang.png"/>
          <p:cNvPicPr preferRelativeResize="0"/>
          <p:nvPr/>
        </p:nvPicPr>
        <p:blipFill rotWithShape="1">
          <a:blip r:embed="rId6">
            <a:alphaModFix/>
          </a:blip>
          <a:srcRect l="1294" r="41026"/>
          <a:stretch/>
        </p:blipFill>
        <p:spPr>
          <a:xfrm>
            <a:off x="5180384" y="4031919"/>
            <a:ext cx="2276404" cy="2189311"/>
          </a:xfrm>
          <a:prstGeom prst="rect">
            <a:avLst/>
          </a:prstGeom>
          <a:noFill/>
          <a:ln>
            <a:noFill/>
          </a:ln>
        </p:spPr>
      </p:pic>
      <p:pic>
        <p:nvPicPr>
          <p:cNvPr id="967" name="Google Shape;967;p16"/>
          <p:cNvPicPr preferRelativeResize="0"/>
          <p:nvPr/>
        </p:nvPicPr>
        <p:blipFill rotWithShape="1">
          <a:blip r:embed="rId7">
            <a:alphaModFix/>
          </a:blip>
          <a:srcRect l="75283" t="7950" r="2861" b="14636"/>
          <a:stretch/>
        </p:blipFill>
        <p:spPr>
          <a:xfrm rot="-5400000">
            <a:off x="7946544" y="4587871"/>
            <a:ext cx="457147" cy="1284259"/>
          </a:xfrm>
          <a:prstGeom prst="rect">
            <a:avLst/>
          </a:prstGeom>
          <a:noFill/>
          <a:ln>
            <a:noFill/>
          </a:ln>
        </p:spPr>
      </p:pic>
      <p:sp>
        <p:nvSpPr>
          <p:cNvPr id="968" name="Google Shape;968;p16"/>
          <p:cNvSpPr txBox="1"/>
          <p:nvPr/>
        </p:nvSpPr>
        <p:spPr>
          <a:xfrm>
            <a:off x="4431792" y="525356"/>
            <a:ext cx="470870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rgbClr val="C00000"/>
                </a:solidFill>
                <a:latin typeface="Times New Roman"/>
                <a:ea typeface="Times New Roman"/>
                <a:cs typeface="Times New Roman"/>
                <a:sym typeface="Times New Roman"/>
              </a:rPr>
              <a:t>Physical and dry chemical method</a:t>
            </a:r>
            <a:endParaRPr sz="2400" b="1" u="sng" dirty="0">
              <a:solidFill>
                <a:srgbClr val="C00000"/>
              </a:solidFill>
              <a:latin typeface="Times New Roman"/>
              <a:ea typeface="Times New Roman"/>
              <a:cs typeface="Times New Roman"/>
              <a:sym typeface="Times New Roman"/>
            </a:endParaRPr>
          </a:p>
        </p:txBody>
      </p:sp>
      <p:pic>
        <p:nvPicPr>
          <p:cNvPr id="969" name="Google Shape;969;p16"/>
          <p:cNvPicPr preferRelativeResize="0"/>
          <p:nvPr/>
        </p:nvPicPr>
        <p:blipFill rotWithShape="1">
          <a:blip r:embed="rId8">
            <a:alphaModFix/>
          </a:blip>
          <a:srcRect/>
          <a:stretch/>
        </p:blipFill>
        <p:spPr>
          <a:xfrm>
            <a:off x="2365333" y="4179585"/>
            <a:ext cx="2203334" cy="2025524"/>
          </a:xfrm>
          <a:prstGeom prst="rect">
            <a:avLst/>
          </a:prstGeom>
          <a:noFill/>
          <a:ln>
            <a:noFill/>
          </a:ln>
        </p:spPr>
      </p:pic>
      <p:pic>
        <p:nvPicPr>
          <p:cNvPr id="970" name="Google Shape;970;p16"/>
          <p:cNvPicPr preferRelativeResize="0"/>
          <p:nvPr/>
        </p:nvPicPr>
        <p:blipFill rotWithShape="1">
          <a:blip r:embed="rId9">
            <a:alphaModFix/>
          </a:blip>
          <a:srcRect/>
          <a:stretch/>
        </p:blipFill>
        <p:spPr>
          <a:xfrm>
            <a:off x="61491" y="4179628"/>
            <a:ext cx="2221176" cy="2020121"/>
          </a:xfrm>
          <a:prstGeom prst="rect">
            <a:avLst/>
          </a:prstGeom>
          <a:noFill/>
          <a:ln>
            <a:noFill/>
          </a:ln>
        </p:spPr>
      </p:pic>
      <p:sp>
        <p:nvSpPr>
          <p:cNvPr id="2" name="Google Shape;911;p14">
            <a:extLst>
              <a:ext uri="{FF2B5EF4-FFF2-40B4-BE49-F238E27FC236}">
                <a16:creationId xmlns:a16="http://schemas.microsoft.com/office/drawing/2014/main" id="{B047B96A-D9CD-209C-FD26-E942E49DED9F}"/>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pic>
        <p:nvPicPr>
          <p:cNvPr id="917" name="Google Shape;917;p15" descr="anh mau sic"/>
          <p:cNvPicPr preferRelativeResize="0"/>
          <p:nvPr/>
        </p:nvPicPr>
        <p:blipFill rotWithShape="1">
          <a:blip r:embed="rId3">
            <a:alphaModFix/>
          </a:blip>
          <a:srcRect/>
          <a:stretch/>
        </p:blipFill>
        <p:spPr>
          <a:xfrm>
            <a:off x="61089" y="4033838"/>
            <a:ext cx="2682111" cy="1757362"/>
          </a:xfrm>
          <a:prstGeom prst="rect">
            <a:avLst/>
          </a:prstGeom>
          <a:noFill/>
          <a:ln>
            <a:noFill/>
          </a:ln>
        </p:spPr>
      </p:pic>
      <p:sp>
        <p:nvSpPr>
          <p:cNvPr id="918" name="Google Shape;918;p1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19" name="Google Shape;919;p15"/>
          <p:cNvCxnSpPr>
            <a:stCxn id="920"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21" name="Google Shape;921;p15"/>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0" name="Google Shape;920;p15"/>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22" name="Google Shape;922;p15"/>
          <p:cNvPicPr preferRelativeResize="0"/>
          <p:nvPr/>
        </p:nvPicPr>
        <p:blipFill rotWithShape="1">
          <a:blip r:embed="rId4">
            <a:alphaModFix/>
          </a:blip>
          <a:srcRect/>
          <a:stretch/>
        </p:blipFill>
        <p:spPr>
          <a:xfrm>
            <a:off x="8218026" y="5924544"/>
            <a:ext cx="774032" cy="608058"/>
          </a:xfrm>
          <a:prstGeom prst="rect">
            <a:avLst/>
          </a:prstGeom>
          <a:noFill/>
          <a:ln>
            <a:noFill/>
          </a:ln>
        </p:spPr>
      </p:pic>
      <p:sp>
        <p:nvSpPr>
          <p:cNvPr id="923" name="Google Shape;923;p15"/>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4" name="Google Shape;924;p15"/>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25" name="Google Shape;925;p1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6" name="Google Shape;926;p15"/>
          <p:cNvSpPr txBox="1"/>
          <p:nvPr/>
        </p:nvSpPr>
        <p:spPr>
          <a:xfrm>
            <a:off x="457200" y="3272317"/>
            <a:ext cx="1565277" cy="50783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a:solidFill>
                  <a:srgbClr val="0070C0"/>
                </a:solidFill>
                <a:latin typeface="Calibri"/>
                <a:ea typeface="Calibri"/>
                <a:cs typeface="Calibri"/>
                <a:sym typeface="Calibri"/>
              </a:rPr>
              <a:t> </a:t>
            </a:r>
            <a:endParaRPr/>
          </a:p>
        </p:txBody>
      </p:sp>
      <p:pic>
        <p:nvPicPr>
          <p:cNvPr id="927" name="Google Shape;927;p15" descr="C:\Users\Nguyen Duy Khanh\Desktop\Hình\P8020447.JPG"/>
          <p:cNvPicPr preferRelativeResize="0"/>
          <p:nvPr/>
        </p:nvPicPr>
        <p:blipFill rotWithShape="1">
          <a:blip r:embed="rId5">
            <a:alphaModFix/>
          </a:blip>
          <a:srcRect/>
          <a:stretch/>
        </p:blipFill>
        <p:spPr>
          <a:xfrm>
            <a:off x="4495800" y="4191000"/>
            <a:ext cx="1457325" cy="1295400"/>
          </a:xfrm>
          <a:prstGeom prst="roundRect">
            <a:avLst>
              <a:gd name="adj" fmla="val 16667"/>
            </a:avLst>
          </a:prstGeom>
          <a:noFill/>
          <a:ln>
            <a:noFill/>
          </a:ln>
          <a:effectLst>
            <a:outerShdw blurRad="44450" dist="27940" dir="5400000" algn="ctr">
              <a:srgbClr val="000000">
                <a:alpha val="31764"/>
              </a:srgbClr>
            </a:outerShdw>
          </a:effectLst>
        </p:spPr>
      </p:pic>
      <p:pic>
        <p:nvPicPr>
          <p:cNvPr id="928" name="Google Shape;928;p15" descr="C:\Users\hp\Desktop\P7220252.JPG"/>
          <p:cNvPicPr preferRelativeResize="0"/>
          <p:nvPr/>
        </p:nvPicPr>
        <p:blipFill rotWithShape="1">
          <a:blip r:embed="rId6">
            <a:alphaModFix/>
          </a:blip>
          <a:srcRect/>
          <a:stretch/>
        </p:blipFill>
        <p:spPr>
          <a:xfrm>
            <a:off x="2895600" y="4191000"/>
            <a:ext cx="1403350" cy="1295400"/>
          </a:xfrm>
          <a:prstGeom prst="roundRect">
            <a:avLst>
              <a:gd name="adj" fmla="val 16667"/>
            </a:avLst>
          </a:prstGeom>
          <a:noFill/>
          <a:ln>
            <a:noFill/>
          </a:ln>
          <a:effectLst>
            <a:outerShdw blurRad="44450" dist="27940" dir="5400000" algn="ctr">
              <a:srgbClr val="000000">
                <a:alpha val="31764"/>
              </a:srgbClr>
            </a:outerShdw>
          </a:effectLst>
        </p:spPr>
      </p:pic>
      <p:sp>
        <p:nvSpPr>
          <p:cNvPr id="929" name="Google Shape;929;p15"/>
          <p:cNvSpPr/>
          <p:nvPr/>
        </p:nvSpPr>
        <p:spPr>
          <a:xfrm>
            <a:off x="1799471" y="5486400"/>
            <a:ext cx="1477129" cy="152400"/>
          </a:xfrm>
          <a:custGeom>
            <a:avLst/>
            <a:gdLst/>
            <a:ahLst/>
            <a:cxnLst/>
            <a:rect l="l" t="t" r="r" b="b"/>
            <a:pathLst>
              <a:path w="1941922" h="414779" extrusionOk="0">
                <a:moveTo>
                  <a:pt x="0" y="0"/>
                </a:moveTo>
                <a:lnTo>
                  <a:pt x="0" y="414779"/>
                </a:lnTo>
                <a:lnTo>
                  <a:pt x="1941922" y="414779"/>
                </a:lnTo>
                <a:lnTo>
                  <a:pt x="1941922" y="28280"/>
                </a:lnTo>
              </a:path>
            </a:pathLst>
          </a:custGeom>
          <a:noFill/>
          <a:ln w="28575" cap="flat" cmpd="sng">
            <a:solidFill>
              <a:srgbClr val="595959"/>
            </a:solidFill>
            <a:prstDash val="dash"/>
            <a:round/>
            <a:headEnd type="oval"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0" name="Google Shape;930;p15"/>
          <p:cNvSpPr/>
          <p:nvPr/>
        </p:nvSpPr>
        <p:spPr>
          <a:xfrm>
            <a:off x="3810000" y="5562600"/>
            <a:ext cx="1187451" cy="152400"/>
          </a:xfrm>
          <a:custGeom>
            <a:avLst/>
            <a:gdLst/>
            <a:ahLst/>
            <a:cxnLst/>
            <a:rect l="l" t="t" r="r" b="b"/>
            <a:pathLst>
              <a:path w="1941922" h="414779" extrusionOk="0">
                <a:moveTo>
                  <a:pt x="0" y="0"/>
                </a:moveTo>
                <a:lnTo>
                  <a:pt x="0" y="414779"/>
                </a:lnTo>
                <a:lnTo>
                  <a:pt x="1941922" y="414779"/>
                </a:lnTo>
                <a:lnTo>
                  <a:pt x="1941922" y="28280"/>
                </a:lnTo>
              </a:path>
            </a:pathLst>
          </a:custGeom>
          <a:noFill/>
          <a:ln w="28575" cap="flat" cmpd="sng">
            <a:solidFill>
              <a:srgbClr val="595959"/>
            </a:solidFill>
            <a:prstDash val="dash"/>
            <a:round/>
            <a:headEnd type="oval"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1" name="Google Shape;931;p15"/>
          <p:cNvSpPr/>
          <p:nvPr/>
        </p:nvSpPr>
        <p:spPr>
          <a:xfrm>
            <a:off x="914400" y="5756702"/>
            <a:ext cx="1981200" cy="41549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400" b="1">
                <a:solidFill>
                  <a:srgbClr val="0070C0"/>
                </a:solidFill>
                <a:latin typeface="Arial Narrow"/>
                <a:ea typeface="Arial Narrow"/>
                <a:cs typeface="Arial Narrow"/>
                <a:sym typeface="Arial Narrow"/>
              </a:rPr>
              <a:t>Si:H deposition – PE-CVD</a:t>
            </a:r>
            <a:endParaRPr sz="1400" b="1">
              <a:solidFill>
                <a:srgbClr val="E36C09"/>
              </a:solidFill>
              <a:latin typeface="Arial Narrow"/>
              <a:ea typeface="Arial Narrow"/>
              <a:cs typeface="Arial Narrow"/>
              <a:sym typeface="Arial Narrow"/>
            </a:endParaRPr>
          </a:p>
        </p:txBody>
      </p:sp>
      <p:sp>
        <p:nvSpPr>
          <p:cNvPr id="932" name="Google Shape;932;p15"/>
          <p:cNvSpPr/>
          <p:nvPr/>
        </p:nvSpPr>
        <p:spPr>
          <a:xfrm>
            <a:off x="3048000" y="5725180"/>
            <a:ext cx="129540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a:solidFill>
                  <a:srgbClr val="0070C0"/>
                </a:solidFill>
                <a:latin typeface="Arial Narrow"/>
                <a:ea typeface="Arial Narrow"/>
                <a:cs typeface="Arial Narrow"/>
                <a:sym typeface="Arial Narrow"/>
              </a:rPr>
              <a:t>Thermal treatment </a:t>
            </a:r>
            <a:endParaRPr sz="1400" b="1">
              <a:solidFill>
                <a:srgbClr val="E36C09"/>
              </a:solidFill>
              <a:latin typeface="Arial Narrow"/>
              <a:ea typeface="Arial Narrow"/>
              <a:cs typeface="Arial Narrow"/>
              <a:sym typeface="Arial Narrow"/>
            </a:endParaRPr>
          </a:p>
        </p:txBody>
      </p:sp>
      <p:sp>
        <p:nvSpPr>
          <p:cNvPr id="933" name="Google Shape;933;p15"/>
          <p:cNvSpPr/>
          <p:nvPr/>
        </p:nvSpPr>
        <p:spPr>
          <a:xfrm>
            <a:off x="4876800" y="5700355"/>
            <a:ext cx="1133476"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0070C0"/>
                </a:solidFill>
                <a:latin typeface="Arial Narrow"/>
                <a:ea typeface="Arial Narrow"/>
                <a:cs typeface="Arial Narrow"/>
                <a:sym typeface="Arial Narrow"/>
              </a:rPr>
              <a:t>Electrode Covering </a:t>
            </a:r>
            <a:endParaRPr sz="1400" b="1">
              <a:solidFill>
                <a:srgbClr val="E36C09"/>
              </a:solidFill>
              <a:latin typeface="Arial Narrow"/>
              <a:ea typeface="Arial Narrow"/>
              <a:cs typeface="Arial Narrow"/>
              <a:sym typeface="Arial Narrow"/>
            </a:endParaRPr>
          </a:p>
        </p:txBody>
      </p:sp>
      <p:sp>
        <p:nvSpPr>
          <p:cNvPr id="934" name="Google Shape;934;p15"/>
          <p:cNvSpPr/>
          <p:nvPr/>
        </p:nvSpPr>
        <p:spPr>
          <a:xfrm>
            <a:off x="5012167" y="496244"/>
            <a:ext cx="4206111" cy="2308284"/>
          </a:xfrm>
          <a:prstGeom prst="rect">
            <a:avLst/>
          </a:prstGeom>
          <a:noFill/>
          <a:ln>
            <a:noFill/>
          </a:ln>
        </p:spPr>
        <p:txBody>
          <a:bodyPr spcFirstLastPara="1" wrap="square" lIns="91425" tIns="45700" rIns="91425" bIns="45700" anchor="t" anchorCtr="0">
            <a:spAutoFit/>
          </a:bodyPr>
          <a:lstStyle/>
          <a:p>
            <a:pPr marL="0" marR="0" lvl="0" indent="-101600" algn="just" rtl="0">
              <a:lnSpc>
                <a:spcPct val="150000"/>
              </a:lnSpc>
              <a:spcBef>
                <a:spcPts val="0"/>
              </a:spcBef>
              <a:spcAft>
                <a:spcPts val="0"/>
              </a:spcAft>
              <a:buClr>
                <a:srgbClr val="C00000"/>
              </a:buClr>
              <a:buSzPts val="1600"/>
              <a:buFont typeface="Noto Sans Symbols"/>
              <a:buChar char="❑"/>
            </a:pPr>
            <a:r>
              <a:rPr lang="en-US" sz="1600" b="1" dirty="0">
                <a:solidFill>
                  <a:srgbClr val="C00000"/>
                </a:solidFill>
                <a:latin typeface="Arial Narrow"/>
                <a:ea typeface="Arial Narrow"/>
                <a:cs typeface="Arial Narrow"/>
                <a:sym typeface="Arial Narrow"/>
              </a:rPr>
              <a:t>  Intrinsic, P, B doped </a:t>
            </a:r>
            <a:r>
              <a:rPr lang="en-US" sz="1600" b="1" dirty="0" err="1">
                <a:solidFill>
                  <a:srgbClr val="C00000"/>
                </a:solidFill>
                <a:latin typeface="Arial Narrow"/>
                <a:ea typeface="Arial Narrow"/>
                <a:cs typeface="Arial Narrow"/>
                <a:sym typeface="Arial Narrow"/>
              </a:rPr>
              <a:t>Si:H</a:t>
            </a:r>
            <a:r>
              <a:rPr lang="en-US" sz="1600" b="1" dirty="0">
                <a:solidFill>
                  <a:srgbClr val="C00000"/>
                </a:solidFill>
                <a:latin typeface="Arial Narrow"/>
                <a:ea typeface="Arial Narrow"/>
                <a:cs typeface="Arial Narrow"/>
                <a:sym typeface="Arial Narrow"/>
              </a:rPr>
              <a:t> thin film deposited by PE-CVD method from precursors:  Silane, Phosphine, </a:t>
            </a:r>
            <a:r>
              <a:rPr lang="en-US" sz="1600" b="1" dirty="0" err="1">
                <a:solidFill>
                  <a:srgbClr val="C00000"/>
                </a:solidFill>
                <a:latin typeface="Arial Narrow"/>
                <a:ea typeface="Arial Narrow"/>
                <a:cs typeface="Arial Narrow"/>
                <a:sym typeface="Arial Narrow"/>
              </a:rPr>
              <a:t>Borant</a:t>
            </a:r>
            <a:r>
              <a:rPr lang="en-US" sz="1600" b="1" dirty="0">
                <a:solidFill>
                  <a:srgbClr val="C00000"/>
                </a:solidFill>
                <a:latin typeface="Arial Narrow"/>
                <a:ea typeface="Arial Narrow"/>
                <a:cs typeface="Arial Narrow"/>
                <a:sym typeface="Arial Narrow"/>
              </a:rPr>
              <a:t> and </a:t>
            </a:r>
            <a:r>
              <a:rPr lang="en-US" sz="1600" b="1" dirty="0" err="1">
                <a:solidFill>
                  <a:srgbClr val="C00000"/>
                </a:solidFill>
                <a:latin typeface="Arial Narrow"/>
                <a:ea typeface="Arial Narrow"/>
                <a:cs typeface="Arial Narrow"/>
                <a:sym typeface="Arial Narrow"/>
              </a:rPr>
              <a:t>Hydrogene</a:t>
            </a:r>
            <a:r>
              <a:rPr lang="en-US" sz="1600" b="1" dirty="0">
                <a:solidFill>
                  <a:srgbClr val="C00000"/>
                </a:solidFill>
                <a:latin typeface="Arial Narrow"/>
                <a:ea typeface="Arial Narrow"/>
                <a:cs typeface="Arial Narrow"/>
                <a:sym typeface="Arial Narrow"/>
              </a:rPr>
              <a:t>: </a:t>
            </a:r>
            <a:endParaRPr sz="1600" b="1" dirty="0">
              <a:solidFill>
                <a:srgbClr val="595959"/>
              </a:solidFill>
              <a:latin typeface="Arial Narrow"/>
              <a:ea typeface="Arial Narrow"/>
              <a:cs typeface="Arial Narrow"/>
              <a:sym typeface="Arial Narrow"/>
            </a:endParaRPr>
          </a:p>
          <a:p>
            <a:pPr marL="0" marR="0" lvl="0" indent="-101600" algn="l" rtl="0">
              <a:lnSpc>
                <a:spcPct val="150000"/>
              </a:lnSpc>
              <a:spcBef>
                <a:spcPts val="0"/>
              </a:spcBef>
              <a:spcAft>
                <a:spcPts val="0"/>
              </a:spcAft>
              <a:buClr>
                <a:srgbClr val="C00000"/>
              </a:buClr>
              <a:buSzPts val="1600"/>
              <a:buFont typeface="Noto Sans Symbols"/>
              <a:buChar char="❑"/>
            </a:pPr>
            <a:r>
              <a:rPr lang="en-US" sz="1600" b="1" dirty="0">
                <a:solidFill>
                  <a:srgbClr val="C00000"/>
                </a:solidFill>
                <a:latin typeface="Arial Narrow"/>
                <a:ea typeface="Arial Narrow"/>
                <a:cs typeface="Arial Narrow"/>
                <a:sym typeface="Arial Narrow"/>
              </a:rPr>
              <a:t>  Thermal treatment : </a:t>
            </a:r>
            <a:r>
              <a:rPr lang="en-US" sz="1600" b="1" dirty="0">
                <a:solidFill>
                  <a:srgbClr val="595959"/>
                </a:solidFill>
                <a:latin typeface="Arial Narrow"/>
                <a:ea typeface="Arial Narrow"/>
                <a:cs typeface="Arial Narrow"/>
                <a:sym typeface="Arial Narrow"/>
              </a:rPr>
              <a:t>different annealed temp. &amp; </a:t>
            </a:r>
            <a:r>
              <a:rPr lang="en-US" sz="1600" b="1" dirty="0" err="1">
                <a:solidFill>
                  <a:srgbClr val="595959"/>
                </a:solidFill>
                <a:latin typeface="Arial Narrow"/>
                <a:ea typeface="Arial Narrow"/>
                <a:cs typeface="Arial Narrow"/>
                <a:sym typeface="Arial Narrow"/>
              </a:rPr>
              <a:t>ambients</a:t>
            </a:r>
            <a:endParaRPr sz="1600" b="1" dirty="0">
              <a:solidFill>
                <a:srgbClr val="595959"/>
              </a:solidFill>
              <a:latin typeface="Arial Narrow"/>
              <a:ea typeface="Arial Narrow"/>
              <a:cs typeface="Arial Narrow"/>
              <a:sym typeface="Arial Narrow"/>
            </a:endParaRPr>
          </a:p>
          <a:p>
            <a:pPr marL="0" marR="0" lvl="0" indent="-101600" algn="l" rtl="0">
              <a:lnSpc>
                <a:spcPct val="150000"/>
              </a:lnSpc>
              <a:spcBef>
                <a:spcPts val="0"/>
              </a:spcBef>
              <a:spcAft>
                <a:spcPts val="0"/>
              </a:spcAft>
              <a:buClr>
                <a:srgbClr val="C00000"/>
              </a:buClr>
              <a:buSzPts val="1600"/>
              <a:buFont typeface="Noto Sans Symbols"/>
              <a:buChar char="❑"/>
            </a:pPr>
            <a:r>
              <a:rPr lang="en-US" sz="1600" b="1" dirty="0">
                <a:solidFill>
                  <a:srgbClr val="C00000"/>
                </a:solidFill>
                <a:latin typeface="Arial Narrow"/>
                <a:ea typeface="Arial Narrow"/>
                <a:cs typeface="Arial Narrow"/>
                <a:sym typeface="Arial Narrow"/>
              </a:rPr>
              <a:t>  Metal Electrode : </a:t>
            </a:r>
            <a:r>
              <a:rPr lang="en-US" sz="1600" b="1" dirty="0">
                <a:solidFill>
                  <a:srgbClr val="595959"/>
                </a:solidFill>
                <a:latin typeface="Arial Narrow"/>
                <a:ea typeface="Arial Narrow"/>
                <a:cs typeface="Arial Narrow"/>
                <a:sym typeface="Arial Narrow"/>
              </a:rPr>
              <a:t>Thermal Evaporation method</a:t>
            </a:r>
            <a:endParaRPr sz="1600" b="1" dirty="0">
              <a:solidFill>
                <a:srgbClr val="595959"/>
              </a:solidFill>
              <a:latin typeface="Arial Narrow"/>
              <a:ea typeface="Arial Narrow"/>
              <a:cs typeface="Arial Narrow"/>
              <a:sym typeface="Arial Narrow"/>
            </a:endParaRPr>
          </a:p>
        </p:txBody>
      </p:sp>
      <p:sp>
        <p:nvSpPr>
          <p:cNvPr id="935" name="Google Shape;935;p15"/>
          <p:cNvSpPr/>
          <p:nvPr/>
        </p:nvSpPr>
        <p:spPr>
          <a:xfrm>
            <a:off x="5715000" y="2632988"/>
            <a:ext cx="3503278" cy="156962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600" b="1" dirty="0">
                <a:solidFill>
                  <a:srgbClr val="E36C09"/>
                </a:solidFill>
                <a:latin typeface="Arial Narrow"/>
                <a:ea typeface="Arial Narrow"/>
                <a:cs typeface="Arial Narrow"/>
                <a:sym typeface="Arial Narrow"/>
              </a:rPr>
              <a:t>Investigating Optical, Electrical , Structure, Morphology and Performance Characteristics of pin or nip </a:t>
            </a:r>
            <a:r>
              <a:rPr lang="en-US" sz="1600" b="1" dirty="0" err="1">
                <a:solidFill>
                  <a:srgbClr val="E36C09"/>
                </a:solidFill>
                <a:latin typeface="Arial Narrow"/>
                <a:ea typeface="Arial Narrow"/>
                <a:cs typeface="Arial Narrow"/>
                <a:sym typeface="Arial Narrow"/>
              </a:rPr>
              <a:t>structered</a:t>
            </a:r>
            <a:r>
              <a:rPr lang="en-US" sz="1600" b="1" dirty="0">
                <a:solidFill>
                  <a:srgbClr val="E36C09"/>
                </a:solidFill>
                <a:latin typeface="Arial Narrow"/>
                <a:ea typeface="Arial Narrow"/>
                <a:cs typeface="Arial Narrow"/>
                <a:sym typeface="Arial Narrow"/>
              </a:rPr>
              <a:t> solar cell module</a:t>
            </a:r>
            <a:endParaRPr sz="1600" b="1" dirty="0">
              <a:solidFill>
                <a:srgbClr val="E36C09"/>
              </a:solidFill>
              <a:latin typeface="Arial Narrow"/>
              <a:ea typeface="Arial Narrow"/>
              <a:cs typeface="Arial Narrow"/>
              <a:sym typeface="Arial Narrow"/>
            </a:endParaRPr>
          </a:p>
        </p:txBody>
      </p:sp>
      <p:sp>
        <p:nvSpPr>
          <p:cNvPr id="936" name="Google Shape;936;p15"/>
          <p:cNvSpPr/>
          <p:nvPr/>
        </p:nvSpPr>
        <p:spPr>
          <a:xfrm>
            <a:off x="5148262" y="3203030"/>
            <a:ext cx="533400" cy="381000"/>
          </a:xfrm>
          <a:prstGeom prst="stripedRightArrow">
            <a:avLst>
              <a:gd name="adj1" fmla="val 50000"/>
              <a:gd name="adj2" fmla="val 50000"/>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37" name="Google Shape;937;p15" descr="PECVD system"/>
          <p:cNvPicPr preferRelativeResize="0"/>
          <p:nvPr/>
        </p:nvPicPr>
        <p:blipFill rotWithShape="1">
          <a:blip r:embed="rId7">
            <a:alphaModFix/>
          </a:blip>
          <a:srcRect/>
          <a:stretch/>
        </p:blipFill>
        <p:spPr>
          <a:xfrm>
            <a:off x="152400" y="685800"/>
            <a:ext cx="4800600" cy="3352800"/>
          </a:xfrm>
          <a:prstGeom prst="rect">
            <a:avLst/>
          </a:prstGeom>
          <a:solidFill>
            <a:srgbClr val="ECECEC"/>
          </a:solidFill>
          <a:ln w="88900" cap="sq" cmpd="sng">
            <a:solidFill>
              <a:srgbClr val="FFFFFF"/>
            </a:solidFill>
            <a:prstDash val="solid"/>
            <a:miter lim="800000"/>
            <a:headEnd type="none" w="sm" len="sm"/>
            <a:tailEnd type="none" w="sm" len="sm"/>
          </a:ln>
          <a:effectLst>
            <a:outerShdw blurRad="50800" dist="38100" dir="5400000" algn="t" rotWithShape="0">
              <a:srgbClr val="000000">
                <a:alpha val="40000"/>
              </a:srgbClr>
            </a:outerShdw>
          </a:effectLst>
        </p:spPr>
      </p:pic>
      <p:sp>
        <p:nvSpPr>
          <p:cNvPr id="938" name="Google Shape;938;p15"/>
          <p:cNvSpPr/>
          <p:nvPr/>
        </p:nvSpPr>
        <p:spPr>
          <a:xfrm>
            <a:off x="6010276" y="5619873"/>
            <a:ext cx="304800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rgbClr val="9F1111"/>
                </a:solidFill>
                <a:latin typeface="Calibri"/>
                <a:ea typeface="Calibri"/>
                <a:cs typeface="Calibri"/>
                <a:sym typeface="Calibri"/>
              </a:rPr>
              <a:t>Current-Voltage measurement of solar cells  p-i-n structure based on Si:H thin films</a:t>
            </a:r>
            <a:endParaRPr/>
          </a:p>
        </p:txBody>
      </p:sp>
      <p:pic>
        <p:nvPicPr>
          <p:cNvPr id="939" name="Google Shape;939;p15" descr="C:\Users\Nguyen Duy Khanh\Desktop\Hình\P8020447.JPG"/>
          <p:cNvPicPr preferRelativeResize="0"/>
          <p:nvPr/>
        </p:nvPicPr>
        <p:blipFill rotWithShape="1">
          <a:blip r:embed="rId8">
            <a:alphaModFix/>
          </a:blip>
          <a:srcRect/>
          <a:stretch/>
        </p:blipFill>
        <p:spPr>
          <a:xfrm>
            <a:off x="6532085" y="4116341"/>
            <a:ext cx="1981200" cy="1485900"/>
          </a:xfrm>
          <a:prstGeom prst="roundRect">
            <a:avLst>
              <a:gd name="adj" fmla="val 16667"/>
            </a:avLst>
          </a:prstGeom>
          <a:noFill/>
          <a:ln>
            <a:noFill/>
          </a:ln>
          <a:effectLst>
            <a:outerShdw blurRad="44450" dist="27940" dir="5400000" algn="ctr">
              <a:srgbClr val="000000">
                <a:alpha val="31764"/>
              </a:srgbClr>
            </a:outerShdw>
          </a:effectLst>
        </p:spPr>
      </p:pic>
      <p:sp>
        <p:nvSpPr>
          <p:cNvPr id="940" name="Google Shape;940;p1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1" name="Google Shape;941;p1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2" name="Google Shape;942;p1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4" name="Google Shape;944;p1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5" name="Google Shape;945;p15"/>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23</a:t>
            </a:r>
            <a:endParaRPr sz="1300">
              <a:solidFill>
                <a:schemeClr val="dk1"/>
              </a:solidFill>
              <a:latin typeface="Calibri"/>
              <a:ea typeface="Calibri"/>
              <a:cs typeface="Calibri"/>
              <a:sym typeface="Calibri"/>
            </a:endParaRPr>
          </a:p>
        </p:txBody>
      </p:sp>
      <p:sp>
        <p:nvSpPr>
          <p:cNvPr id="2" name="Google Shape;911;p14">
            <a:extLst>
              <a:ext uri="{FF2B5EF4-FFF2-40B4-BE49-F238E27FC236}">
                <a16:creationId xmlns:a16="http://schemas.microsoft.com/office/drawing/2014/main" id="{D1B99234-4EBE-CB19-5DCE-0EA81115AEAB}"/>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
        <p:nvSpPr>
          <p:cNvPr id="3" name="Google Shape;943;p15">
            <a:extLst>
              <a:ext uri="{FF2B5EF4-FFF2-40B4-BE49-F238E27FC236}">
                <a16:creationId xmlns:a16="http://schemas.microsoft.com/office/drawing/2014/main" id="{ABF081E9-6DAC-B31B-355A-8830275FF099}"/>
              </a:ext>
            </a:extLst>
          </p:cNvPr>
          <p:cNvSpPr txBox="1"/>
          <p:nvPr/>
        </p:nvSpPr>
        <p:spPr>
          <a:xfrm>
            <a:off x="7124367" y="43190"/>
            <a:ext cx="19223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rgbClr val="00B0F0"/>
                </a:solidFill>
                <a:latin typeface="Federo"/>
                <a:ea typeface="Federo"/>
                <a:cs typeface="Federo"/>
                <a:sym typeface="Federo"/>
              </a:rPr>
              <a:t>SOLAR Cell</a:t>
            </a:r>
            <a:endParaRPr sz="2800" b="1" dirty="0">
              <a:solidFill>
                <a:schemeClr val="lt1"/>
              </a:solidFill>
              <a:latin typeface="Federo"/>
              <a:ea typeface="Federo"/>
              <a:cs typeface="Federo"/>
              <a:sym typeface="Federo"/>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17"/>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78" name="Google Shape;978;p17"/>
          <p:cNvCxnSpPr>
            <a:stCxn id="97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980" name="Google Shape;980;p17"/>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9" name="Google Shape;979;p17"/>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81" name="Google Shape;981;p17"/>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982" name="Google Shape;982;p17"/>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3" name="Google Shape;983;p17"/>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984" name="Google Shape;984;p17"/>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5" name="Google Shape;985;p17"/>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25</a:t>
            </a:r>
            <a:endParaRPr sz="1300">
              <a:solidFill>
                <a:schemeClr val="dk1"/>
              </a:solidFill>
              <a:latin typeface="Calibri"/>
              <a:ea typeface="Calibri"/>
              <a:cs typeface="Calibri"/>
              <a:sym typeface="Calibri"/>
            </a:endParaRPr>
          </a:p>
        </p:txBody>
      </p:sp>
      <p:sp>
        <p:nvSpPr>
          <p:cNvPr id="986" name="Google Shape;986;p17"/>
          <p:cNvSpPr txBox="1"/>
          <p:nvPr/>
        </p:nvSpPr>
        <p:spPr>
          <a:xfrm>
            <a:off x="587828" y="566058"/>
            <a:ext cx="3984172" cy="523220"/>
          </a:xfrm>
          <a:prstGeom prst="rect">
            <a:avLst/>
          </a:prstGeom>
          <a:solidFill>
            <a:srgbClr val="C2D59B"/>
          </a:solidFill>
          <a:ln>
            <a:noFill/>
          </a:ln>
        </p:spPr>
        <p:txBody>
          <a:bodyPr spcFirstLastPara="1" wrap="square" lIns="91425" tIns="45700" rIns="91425" bIns="45700" anchor="t" anchorCtr="0">
            <a:spAutoFit/>
          </a:bodyPr>
          <a:lstStyle/>
          <a:p>
            <a:pPr lvl="0" algn="ctr"/>
            <a:r>
              <a:rPr lang="en-US" sz="2800" b="1" dirty="0">
                <a:solidFill>
                  <a:srgbClr val="2108B8"/>
                </a:solidFill>
                <a:latin typeface="Times New Roman"/>
                <a:cs typeface="Times New Roman"/>
                <a:sym typeface="Times New Roman"/>
              </a:rPr>
              <a:t>Nanomaterial synthesis</a:t>
            </a:r>
            <a:endParaRPr dirty="0"/>
          </a:p>
        </p:txBody>
      </p:sp>
      <p:pic>
        <p:nvPicPr>
          <p:cNvPr id="987" name="Google Shape;987;p17" descr="Kết quả hình ảnh cho hydrothermal method autoclave"/>
          <p:cNvPicPr preferRelativeResize="0"/>
          <p:nvPr/>
        </p:nvPicPr>
        <p:blipFill rotWithShape="1">
          <a:blip r:embed="rId4">
            <a:alphaModFix/>
          </a:blip>
          <a:srcRect/>
          <a:stretch/>
        </p:blipFill>
        <p:spPr>
          <a:xfrm>
            <a:off x="768016" y="1173175"/>
            <a:ext cx="3500320" cy="1968928"/>
          </a:xfrm>
          <a:prstGeom prst="rect">
            <a:avLst/>
          </a:prstGeom>
          <a:noFill/>
          <a:ln>
            <a:noFill/>
          </a:ln>
        </p:spPr>
      </p:pic>
      <p:sp>
        <p:nvSpPr>
          <p:cNvPr id="988" name="Google Shape;988;p17"/>
          <p:cNvSpPr/>
          <p:nvPr/>
        </p:nvSpPr>
        <p:spPr>
          <a:xfrm>
            <a:off x="698168" y="3334736"/>
            <a:ext cx="343078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C00000"/>
                </a:solidFill>
                <a:latin typeface="Times New Roman"/>
                <a:ea typeface="Times New Roman"/>
                <a:cs typeface="Times New Roman"/>
                <a:sym typeface="Times New Roman"/>
              </a:rPr>
              <a:t>Hydrothermal method</a:t>
            </a:r>
            <a:endParaRPr sz="1800" dirty="0">
              <a:solidFill>
                <a:schemeClr val="dk1"/>
              </a:solidFill>
              <a:latin typeface="Times New Roman"/>
              <a:ea typeface="Times New Roman"/>
              <a:cs typeface="Times New Roman"/>
              <a:sym typeface="Times New Roman"/>
            </a:endParaRPr>
          </a:p>
        </p:txBody>
      </p:sp>
      <p:pic>
        <p:nvPicPr>
          <p:cNvPr id="989" name="Google Shape;989;p17"/>
          <p:cNvPicPr preferRelativeResize="0"/>
          <p:nvPr/>
        </p:nvPicPr>
        <p:blipFill rotWithShape="1">
          <a:blip r:embed="rId5">
            <a:alphaModFix/>
          </a:blip>
          <a:srcRect/>
          <a:stretch/>
        </p:blipFill>
        <p:spPr>
          <a:xfrm>
            <a:off x="5532811" y="1230447"/>
            <a:ext cx="2843173" cy="2088267"/>
          </a:xfrm>
          <a:prstGeom prst="rect">
            <a:avLst/>
          </a:prstGeom>
          <a:noFill/>
          <a:ln>
            <a:noFill/>
          </a:ln>
        </p:spPr>
      </p:pic>
      <p:sp>
        <p:nvSpPr>
          <p:cNvPr id="990" name="Google Shape;990;p17"/>
          <p:cNvSpPr/>
          <p:nvPr/>
        </p:nvSpPr>
        <p:spPr>
          <a:xfrm>
            <a:off x="4638857" y="3339194"/>
            <a:ext cx="4615088" cy="369291"/>
          </a:xfrm>
          <a:prstGeom prst="rect">
            <a:avLst/>
          </a:prstGeom>
          <a:noFill/>
          <a:ln>
            <a:noFill/>
          </a:ln>
        </p:spPr>
        <p:txBody>
          <a:bodyPr spcFirstLastPara="1" wrap="square" lIns="91425" tIns="45700" rIns="91425" bIns="45700" anchor="t" anchorCtr="0">
            <a:spAutoFit/>
          </a:bodyPr>
          <a:lstStyle/>
          <a:p>
            <a:pPr lvl="0" algn="ctr"/>
            <a:r>
              <a:rPr lang="en-US" sz="1800" b="1" dirty="0">
                <a:solidFill>
                  <a:srgbClr val="C00000"/>
                </a:solidFill>
                <a:latin typeface="Times New Roman"/>
                <a:ea typeface="Times New Roman"/>
                <a:cs typeface="Times New Roman"/>
                <a:sym typeface="Times New Roman"/>
              </a:rPr>
              <a:t>Microwave-assisted – hydrothermal method</a:t>
            </a:r>
            <a:endParaRPr sz="1800" dirty="0">
              <a:solidFill>
                <a:schemeClr val="dk1"/>
              </a:solidFill>
              <a:latin typeface="Times New Roman"/>
              <a:ea typeface="Times New Roman"/>
              <a:cs typeface="Times New Roman"/>
              <a:sym typeface="Times New Roman"/>
            </a:endParaRPr>
          </a:p>
        </p:txBody>
      </p:sp>
      <p:sp>
        <p:nvSpPr>
          <p:cNvPr id="991" name="Google Shape;991;p17"/>
          <p:cNvSpPr txBox="1"/>
          <p:nvPr/>
        </p:nvSpPr>
        <p:spPr>
          <a:xfrm>
            <a:off x="2017297" y="5562600"/>
            <a:ext cx="2021478"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Fe</a:t>
            </a:r>
            <a:r>
              <a:rPr lang="en-US" sz="1400" b="1">
                <a:solidFill>
                  <a:srgbClr val="2108B8"/>
                </a:solidFill>
                <a:latin typeface="Times New Roman"/>
                <a:ea typeface="Times New Roman"/>
                <a:cs typeface="Times New Roman"/>
                <a:sym typeface="Times New Roman"/>
              </a:rPr>
              <a:t>3</a:t>
            </a:r>
            <a:r>
              <a:rPr lang="en-US" sz="2200" b="1">
                <a:solidFill>
                  <a:srgbClr val="2108B8"/>
                </a:solidFill>
                <a:latin typeface="Times New Roman"/>
                <a:ea typeface="Times New Roman"/>
                <a:cs typeface="Times New Roman"/>
                <a:sym typeface="Times New Roman"/>
              </a:rPr>
              <a:t>O</a:t>
            </a:r>
            <a:r>
              <a:rPr lang="en-US" sz="1600" b="1">
                <a:solidFill>
                  <a:srgbClr val="2108B8"/>
                </a:solidFill>
                <a:latin typeface="Times New Roman"/>
                <a:ea typeface="Times New Roman"/>
                <a:cs typeface="Times New Roman"/>
                <a:sym typeface="Times New Roman"/>
              </a:rPr>
              <a:t>4</a:t>
            </a:r>
            <a:r>
              <a:rPr lang="en-US" sz="2200" b="1">
                <a:solidFill>
                  <a:srgbClr val="2108B8"/>
                </a:solidFill>
                <a:latin typeface="Times New Roman"/>
                <a:ea typeface="Times New Roman"/>
                <a:cs typeface="Times New Roman"/>
                <a:sym typeface="Times New Roman"/>
              </a:rPr>
              <a:t> nano particle</a:t>
            </a:r>
            <a:endParaRPr/>
          </a:p>
        </p:txBody>
      </p:sp>
      <p:pic>
        <p:nvPicPr>
          <p:cNvPr id="992" name="Google Shape;992;p17"/>
          <p:cNvPicPr preferRelativeResize="0"/>
          <p:nvPr/>
        </p:nvPicPr>
        <p:blipFill rotWithShape="1">
          <a:blip r:embed="rId6">
            <a:alphaModFix/>
          </a:blip>
          <a:srcRect l="22570" t="53079" r="51589"/>
          <a:stretch/>
        </p:blipFill>
        <p:spPr>
          <a:xfrm>
            <a:off x="304800" y="3972384"/>
            <a:ext cx="1600198" cy="1522697"/>
          </a:xfrm>
          <a:prstGeom prst="rect">
            <a:avLst/>
          </a:prstGeom>
          <a:noFill/>
          <a:ln>
            <a:noFill/>
          </a:ln>
        </p:spPr>
      </p:pic>
      <p:sp>
        <p:nvSpPr>
          <p:cNvPr id="993" name="Google Shape;993;p17"/>
          <p:cNvSpPr txBox="1"/>
          <p:nvPr/>
        </p:nvSpPr>
        <p:spPr>
          <a:xfrm>
            <a:off x="533400" y="5556379"/>
            <a:ext cx="1126242"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CuNRs</a:t>
            </a:r>
            <a:endParaRPr sz="2200" b="1">
              <a:solidFill>
                <a:srgbClr val="2108B8"/>
              </a:solidFill>
              <a:latin typeface="Times New Roman"/>
              <a:ea typeface="Times New Roman"/>
              <a:cs typeface="Times New Roman"/>
              <a:sym typeface="Times New Roman"/>
            </a:endParaRPr>
          </a:p>
        </p:txBody>
      </p:sp>
      <p:sp>
        <p:nvSpPr>
          <p:cNvPr id="994" name="Google Shape;994;p17"/>
          <p:cNvSpPr txBox="1"/>
          <p:nvPr/>
        </p:nvSpPr>
        <p:spPr>
          <a:xfrm>
            <a:off x="4114975" y="5598572"/>
            <a:ext cx="2438225"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ZnO rod/β-Ga</a:t>
            </a:r>
            <a:r>
              <a:rPr lang="en-US" sz="2200" b="1" baseline="-25000">
                <a:solidFill>
                  <a:srgbClr val="2108B8"/>
                </a:solidFill>
                <a:latin typeface="Times New Roman"/>
                <a:ea typeface="Times New Roman"/>
                <a:cs typeface="Times New Roman"/>
                <a:sym typeface="Times New Roman"/>
              </a:rPr>
              <a:t>2</a:t>
            </a:r>
            <a:r>
              <a:rPr lang="en-US" sz="2200" b="1">
                <a:solidFill>
                  <a:srgbClr val="2108B8"/>
                </a:solidFill>
                <a:latin typeface="Times New Roman"/>
                <a:ea typeface="Times New Roman"/>
                <a:cs typeface="Times New Roman"/>
                <a:sym typeface="Times New Roman"/>
              </a:rPr>
              <a:t>O</a:t>
            </a:r>
            <a:r>
              <a:rPr lang="en-US" sz="2200" b="1" baseline="-25000">
                <a:solidFill>
                  <a:srgbClr val="2108B8"/>
                </a:solidFill>
                <a:latin typeface="Times New Roman"/>
                <a:ea typeface="Times New Roman"/>
                <a:cs typeface="Times New Roman"/>
                <a:sym typeface="Times New Roman"/>
              </a:rPr>
              <a:t>3</a:t>
            </a:r>
            <a:endParaRPr sz="2200" b="1" baseline="-25000">
              <a:solidFill>
                <a:srgbClr val="2108B8"/>
              </a:solidFill>
              <a:latin typeface="Times New Roman"/>
              <a:ea typeface="Times New Roman"/>
              <a:cs typeface="Times New Roman"/>
              <a:sym typeface="Times New Roman"/>
            </a:endParaRPr>
          </a:p>
        </p:txBody>
      </p:sp>
      <p:pic>
        <p:nvPicPr>
          <p:cNvPr id="995" name="Google Shape;995;p17"/>
          <p:cNvPicPr preferRelativeResize="0"/>
          <p:nvPr/>
        </p:nvPicPr>
        <p:blipFill rotWithShape="1">
          <a:blip r:embed="rId7">
            <a:alphaModFix/>
          </a:blip>
          <a:srcRect t="9180" b="4844"/>
          <a:stretch/>
        </p:blipFill>
        <p:spPr>
          <a:xfrm>
            <a:off x="6499814" y="3985921"/>
            <a:ext cx="2493559" cy="1525901"/>
          </a:xfrm>
          <a:prstGeom prst="rect">
            <a:avLst/>
          </a:prstGeom>
          <a:noFill/>
          <a:ln>
            <a:noFill/>
          </a:ln>
        </p:spPr>
      </p:pic>
      <p:sp>
        <p:nvSpPr>
          <p:cNvPr id="996" name="Google Shape;996;p17"/>
          <p:cNvSpPr txBox="1"/>
          <p:nvPr/>
        </p:nvSpPr>
        <p:spPr>
          <a:xfrm>
            <a:off x="7168914" y="5556378"/>
            <a:ext cx="1126242"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1">
                <a:solidFill>
                  <a:srgbClr val="2108B8"/>
                </a:solidFill>
                <a:latin typeface="Times New Roman"/>
                <a:ea typeface="Times New Roman"/>
                <a:cs typeface="Times New Roman"/>
                <a:sym typeface="Times New Roman"/>
              </a:rPr>
              <a:t>AuNPs</a:t>
            </a:r>
            <a:endParaRPr/>
          </a:p>
        </p:txBody>
      </p:sp>
      <p:pic>
        <p:nvPicPr>
          <p:cNvPr id="997" name="Google Shape;997;p17"/>
          <p:cNvPicPr preferRelativeResize="0"/>
          <p:nvPr/>
        </p:nvPicPr>
        <p:blipFill rotWithShape="1">
          <a:blip r:embed="rId8">
            <a:alphaModFix/>
          </a:blip>
          <a:srcRect/>
          <a:stretch/>
        </p:blipFill>
        <p:spPr>
          <a:xfrm>
            <a:off x="4488746" y="3985921"/>
            <a:ext cx="1609215" cy="1528754"/>
          </a:xfrm>
          <a:prstGeom prst="rect">
            <a:avLst/>
          </a:prstGeom>
          <a:noFill/>
          <a:ln>
            <a:noFill/>
          </a:ln>
        </p:spPr>
      </p:pic>
      <p:sp>
        <p:nvSpPr>
          <p:cNvPr id="998" name="Google Shape;998;p17"/>
          <p:cNvSpPr txBox="1"/>
          <p:nvPr/>
        </p:nvSpPr>
        <p:spPr>
          <a:xfrm>
            <a:off x="5216836" y="533400"/>
            <a:ext cx="354616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u="sng" dirty="0">
                <a:solidFill>
                  <a:srgbClr val="C00000"/>
                </a:solidFill>
                <a:latin typeface="Times New Roman"/>
                <a:ea typeface="Times New Roman"/>
                <a:cs typeface="Times New Roman"/>
                <a:sym typeface="Times New Roman"/>
              </a:rPr>
              <a:t>Wet chemical method</a:t>
            </a:r>
            <a:endParaRPr sz="2800" b="1" u="sng" dirty="0">
              <a:solidFill>
                <a:srgbClr val="C00000"/>
              </a:solidFill>
              <a:latin typeface="Times New Roman"/>
              <a:ea typeface="Times New Roman"/>
              <a:cs typeface="Times New Roman"/>
              <a:sym typeface="Times New Roman"/>
            </a:endParaRPr>
          </a:p>
        </p:txBody>
      </p:sp>
      <p:pic>
        <p:nvPicPr>
          <p:cNvPr id="1000" name="Google Shape;1000;p17"/>
          <p:cNvPicPr preferRelativeResize="0"/>
          <p:nvPr/>
        </p:nvPicPr>
        <p:blipFill rotWithShape="1">
          <a:blip r:embed="rId9">
            <a:alphaModFix/>
          </a:blip>
          <a:srcRect t="13759" r="23440"/>
          <a:stretch/>
        </p:blipFill>
        <p:spPr>
          <a:xfrm>
            <a:off x="2157386" y="3926246"/>
            <a:ext cx="1929507" cy="1630131"/>
          </a:xfrm>
          <a:prstGeom prst="rect">
            <a:avLst/>
          </a:prstGeom>
          <a:noFill/>
          <a:ln>
            <a:noFill/>
          </a:ln>
        </p:spPr>
      </p:pic>
      <p:sp>
        <p:nvSpPr>
          <p:cNvPr id="3" name="Google Shape;911;p14">
            <a:extLst>
              <a:ext uri="{FF2B5EF4-FFF2-40B4-BE49-F238E27FC236}">
                <a16:creationId xmlns:a16="http://schemas.microsoft.com/office/drawing/2014/main" id="{97EF5633-1954-793F-4887-0A1E35F57565}"/>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9"/>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40" name="Google Shape;1040;p19"/>
          <p:cNvCxnSpPr>
            <a:stCxn id="104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42" name="Google Shape;1042;p19"/>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1" name="Google Shape;1041;p19"/>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43" name="Google Shape;1043;p19"/>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044" name="Google Shape;1044;p19"/>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5" name="Google Shape;1045;p19"/>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46" name="Google Shape;1046;p19"/>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7" name="Google Shape;1047;p19"/>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27</a:t>
            </a:r>
            <a:endParaRPr sz="1300">
              <a:solidFill>
                <a:schemeClr val="dk1"/>
              </a:solidFill>
              <a:latin typeface="Calibri"/>
              <a:ea typeface="Calibri"/>
              <a:cs typeface="Calibri"/>
              <a:sym typeface="Calibri"/>
            </a:endParaRPr>
          </a:p>
        </p:txBody>
      </p:sp>
      <p:sp>
        <p:nvSpPr>
          <p:cNvPr id="1048" name="Google Shape;1048;p19"/>
          <p:cNvSpPr txBox="1"/>
          <p:nvPr/>
        </p:nvSpPr>
        <p:spPr>
          <a:xfrm>
            <a:off x="326744" y="573810"/>
            <a:ext cx="4517572" cy="523180"/>
          </a:xfrm>
          <a:prstGeom prst="rect">
            <a:avLst/>
          </a:prstGeom>
          <a:solidFill>
            <a:srgbClr val="C2D59B"/>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2108B8"/>
                </a:solidFill>
                <a:latin typeface="Times New Roman"/>
                <a:ea typeface="Times New Roman"/>
                <a:cs typeface="Times New Roman"/>
                <a:sym typeface="Times New Roman"/>
              </a:rPr>
              <a:t>Device fabrication process</a:t>
            </a:r>
            <a:endParaRPr sz="2800" b="1" dirty="0">
              <a:solidFill>
                <a:srgbClr val="2108B8"/>
              </a:solidFill>
              <a:latin typeface="Times New Roman"/>
              <a:ea typeface="Times New Roman"/>
              <a:cs typeface="Times New Roman"/>
              <a:sym typeface="Times New Roman"/>
            </a:endParaRPr>
          </a:p>
        </p:txBody>
      </p:sp>
      <p:pic>
        <p:nvPicPr>
          <p:cNvPr id="1050" name="Google Shape;1050;p19"/>
          <p:cNvPicPr preferRelativeResize="0"/>
          <p:nvPr/>
        </p:nvPicPr>
        <p:blipFill rotWithShape="1">
          <a:blip r:embed="rId4">
            <a:alphaModFix/>
          </a:blip>
          <a:srcRect/>
          <a:stretch/>
        </p:blipFill>
        <p:spPr>
          <a:xfrm>
            <a:off x="76201" y="1198135"/>
            <a:ext cx="4925858" cy="4887356"/>
          </a:xfrm>
          <a:prstGeom prst="rect">
            <a:avLst/>
          </a:prstGeom>
          <a:noFill/>
          <a:ln>
            <a:noFill/>
          </a:ln>
        </p:spPr>
      </p:pic>
      <p:sp>
        <p:nvSpPr>
          <p:cNvPr id="1051" name="Google Shape;1051;p19"/>
          <p:cNvSpPr txBox="1"/>
          <p:nvPr/>
        </p:nvSpPr>
        <p:spPr>
          <a:xfrm>
            <a:off x="4958606" y="558134"/>
            <a:ext cx="4294342" cy="59092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Implementing operational modules in the device fabrication process.</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Photolithography: 1 µm resolution</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Oxidation: Oxide layer thickness control.</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Doping: n-type (Phosphorus), p-type (Boron); controlling various concentration levels.</a:t>
            </a:r>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Etching: Wet etching, Dry etching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Cleaning: Wet cleaning(RCA), Plasma oxygen cleaning</a:t>
            </a:r>
            <a:endParaRPr dirty="0"/>
          </a:p>
          <a:p>
            <a:pPr marL="342900" marR="0" lvl="0" indent="-342900" algn="l" rtl="0">
              <a:spcBef>
                <a:spcPts val="0"/>
              </a:spcBef>
              <a:spcAft>
                <a:spcPts val="0"/>
              </a:spcAft>
              <a:buClr>
                <a:schemeClr val="dk1"/>
              </a:buClr>
              <a:buSzPts val="1800"/>
              <a:buFont typeface="Calibri"/>
              <a:buAutoNum type="arabicPeriod"/>
            </a:pPr>
            <a:r>
              <a:rPr lang="en-US" sz="1800" dirty="0" err="1">
                <a:solidFill>
                  <a:schemeClr val="dk1"/>
                </a:solidFill>
                <a:latin typeface="Calibri"/>
                <a:ea typeface="Calibri"/>
                <a:cs typeface="Calibri"/>
                <a:sym typeface="Calibri"/>
              </a:rPr>
              <a:t>Kỹ</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thuật</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hỗ</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trợ</a:t>
            </a:r>
            <a:r>
              <a:rPr lang="en-US" sz="1800" dirty="0">
                <a:solidFill>
                  <a:schemeClr val="dk1"/>
                </a:solidFill>
                <a:latin typeface="Calibri"/>
                <a:ea typeface="Calibri"/>
                <a:cs typeface="Calibri"/>
                <a:sym typeface="Calibri"/>
              </a:rPr>
              <a:t>: Evaporation, Sputtering, PECVD, Thermal CVD, Solution method.</a:t>
            </a:r>
            <a:endParaRPr dirty="0"/>
          </a:p>
          <a:p>
            <a:pPr marL="342900" marR="0" lvl="0" indent="-342900" algn="l" rtl="0">
              <a:spcBef>
                <a:spcPts val="0"/>
              </a:spcBef>
              <a:spcAft>
                <a:spcPts val="0"/>
              </a:spcAft>
              <a:buClr>
                <a:schemeClr val="dk1"/>
              </a:buClr>
              <a:buSzPts val="1800"/>
              <a:buFont typeface="Calibri"/>
              <a:buAutoNum type="arabicPeriod"/>
            </a:pPr>
            <a:r>
              <a:rPr lang="en-US" sz="1800" dirty="0">
                <a:solidFill>
                  <a:schemeClr val="dk1"/>
                </a:solidFill>
                <a:latin typeface="Calibri"/>
                <a:ea typeface="Calibri"/>
                <a:cs typeface="Calibri"/>
                <a:sym typeface="Calibri"/>
              </a:rPr>
              <a:t>Measurement: 4 probe station, Hall effect, I-V </a:t>
            </a:r>
            <a:r>
              <a:rPr lang="en-US" sz="1800" dirty="0" err="1">
                <a:solidFill>
                  <a:schemeClr val="dk1"/>
                </a:solidFill>
                <a:latin typeface="Calibri"/>
                <a:ea typeface="Calibri"/>
                <a:cs typeface="Calibri"/>
                <a:sym typeface="Calibri"/>
              </a:rPr>
              <a:t>curve,C</a:t>
            </a:r>
            <a:r>
              <a:rPr lang="en-US" sz="1800" dirty="0">
                <a:solidFill>
                  <a:schemeClr val="dk1"/>
                </a:solidFill>
                <a:latin typeface="Calibri"/>
                <a:ea typeface="Calibri"/>
                <a:cs typeface="Calibri"/>
                <a:sym typeface="Calibri"/>
              </a:rPr>
              <a:t>-V curve, </a:t>
            </a:r>
            <a:r>
              <a:rPr lang="en-US" sz="1800" dirty="0" err="1">
                <a:solidFill>
                  <a:schemeClr val="dk1"/>
                </a:solidFill>
                <a:latin typeface="Calibri"/>
                <a:ea typeface="Calibri"/>
                <a:cs typeface="Calibri"/>
                <a:sym typeface="Calibri"/>
              </a:rPr>
              <a:t>elipsometry</a:t>
            </a:r>
            <a:r>
              <a:rPr lang="en-US" sz="1800" dirty="0">
                <a:solidFill>
                  <a:schemeClr val="dk1"/>
                </a:solidFill>
                <a:latin typeface="Calibri"/>
                <a:ea typeface="Calibri"/>
                <a:cs typeface="Calibri"/>
                <a:sym typeface="Calibri"/>
              </a:rPr>
              <a:t>, microscope...</a:t>
            </a:r>
            <a:endParaRPr dirty="0"/>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Implementing the fabrication of fundamental devices moving toward integrated-spintronic devices.</a:t>
            </a:r>
            <a:endParaRPr sz="1800" dirty="0">
              <a:solidFill>
                <a:schemeClr val="dk1"/>
              </a:solidFill>
              <a:latin typeface="Calibri"/>
              <a:ea typeface="Calibri"/>
              <a:cs typeface="Calibri"/>
              <a:sym typeface="Calibri"/>
            </a:endParaRPr>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
        <p:nvSpPr>
          <p:cNvPr id="2" name="Google Shape;911;p14">
            <a:extLst>
              <a:ext uri="{FF2B5EF4-FFF2-40B4-BE49-F238E27FC236}">
                <a16:creationId xmlns:a16="http://schemas.microsoft.com/office/drawing/2014/main" id="{D4CE550E-CD19-93D3-AAC3-45089601EA09}"/>
              </a:ext>
            </a:extLst>
          </p:cNvPr>
          <p:cNvSpPr txBox="1"/>
          <p:nvPr/>
        </p:nvSpPr>
        <p:spPr>
          <a:xfrm>
            <a:off x="381000" y="29992"/>
            <a:ext cx="8382000" cy="523220"/>
          </a:xfrm>
          <a:prstGeom prst="rect">
            <a:avLst/>
          </a:prstGeom>
          <a:noFill/>
          <a:ln>
            <a:noFill/>
          </a:ln>
        </p:spPr>
        <p:txBody>
          <a:bodyPr spcFirstLastPara="1" wrap="square" lIns="91425" tIns="45700" rIns="91425" bIns="45700" anchor="t" anchorCtr="0">
            <a:spAutoFit/>
          </a:bodyPr>
          <a:lstStyle/>
          <a:p>
            <a:pPr lvl="0"/>
            <a:r>
              <a:rPr lang="en-US" sz="2800" b="1" dirty="0">
                <a:solidFill>
                  <a:schemeClr val="lt1"/>
                </a:solidFill>
                <a:latin typeface="Federo"/>
                <a:ea typeface="Federo"/>
                <a:cs typeface="Federo"/>
                <a:sym typeface="Federo"/>
              </a:rPr>
              <a:t>Methods of </a:t>
            </a:r>
            <a:r>
              <a:rPr lang="en-US" sz="2800" b="1" dirty="0" err="1">
                <a:solidFill>
                  <a:schemeClr val="lt1"/>
                </a:solidFill>
                <a:latin typeface="Federo"/>
                <a:ea typeface="Federo"/>
                <a:cs typeface="Federo"/>
                <a:sym typeface="Federo"/>
              </a:rPr>
              <a:t>synthesising</a:t>
            </a:r>
            <a:r>
              <a:rPr lang="en-US" sz="2800" b="1" dirty="0">
                <a:solidFill>
                  <a:schemeClr val="lt1"/>
                </a:solidFill>
                <a:latin typeface="Federo"/>
                <a:ea typeface="Federo"/>
                <a:cs typeface="Federo"/>
                <a:sym typeface="Federo"/>
              </a:rPr>
              <a:t> materials</a:t>
            </a:r>
            <a:endParaRPr sz="2800" b="1" dirty="0">
              <a:solidFill>
                <a:srgbClr val="A5A5A5"/>
              </a:solidFill>
              <a:latin typeface="Federo"/>
              <a:ea typeface="Federo"/>
              <a:cs typeface="Federo"/>
              <a:sym typeface="Federo"/>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20"/>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58" name="Google Shape;1058;p20"/>
          <p:cNvCxnSpPr>
            <a:stCxn id="1059"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60" name="Google Shape;1060;p20"/>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20"/>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61" name="Google Shape;1061;p20"/>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062" name="Google Shape;1062;p20"/>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3" name="Google Shape;1063;p20"/>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64" name="Google Shape;1064;p20"/>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65" name="Google Shape;1065;p20"/>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28</a:t>
            </a:r>
            <a:endParaRPr sz="1300">
              <a:solidFill>
                <a:schemeClr val="dk1"/>
              </a:solidFill>
              <a:latin typeface="Calibri"/>
              <a:ea typeface="Calibri"/>
              <a:cs typeface="Calibri"/>
              <a:sym typeface="Calibri"/>
            </a:endParaRPr>
          </a:p>
        </p:txBody>
      </p:sp>
      <p:sp>
        <p:nvSpPr>
          <p:cNvPr id="1066" name="Google Shape;1066;p20"/>
          <p:cNvSpPr/>
          <p:nvPr/>
        </p:nvSpPr>
        <p:spPr>
          <a:xfrm>
            <a:off x="2650521" y="5302717"/>
            <a:ext cx="445256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1802BE"/>
                </a:solidFill>
                <a:latin typeface="Times New Roman"/>
                <a:ea typeface="Times New Roman"/>
                <a:cs typeface="Times New Roman"/>
                <a:sym typeface="Times New Roman"/>
              </a:rPr>
              <a:t>Real-time gas sensing measurement system.</a:t>
            </a:r>
            <a:endParaRPr sz="1800" dirty="0">
              <a:solidFill>
                <a:schemeClr val="dk1"/>
              </a:solidFill>
              <a:latin typeface="Calibri"/>
              <a:ea typeface="Calibri"/>
              <a:cs typeface="Calibri"/>
              <a:sym typeface="Calibri"/>
            </a:endParaRPr>
          </a:p>
        </p:txBody>
      </p:sp>
      <p:sp>
        <p:nvSpPr>
          <p:cNvPr id="1068" name="Google Shape;1068;p20"/>
          <p:cNvSpPr txBox="1"/>
          <p:nvPr/>
        </p:nvSpPr>
        <p:spPr>
          <a:xfrm>
            <a:off x="380999" y="0"/>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grpSp>
        <p:nvGrpSpPr>
          <p:cNvPr id="1069" name="Google Shape;1069;p20"/>
          <p:cNvGrpSpPr/>
          <p:nvPr/>
        </p:nvGrpSpPr>
        <p:grpSpPr>
          <a:xfrm>
            <a:off x="2092582" y="974705"/>
            <a:ext cx="5143500" cy="4296097"/>
            <a:chOff x="2092582" y="1387641"/>
            <a:chExt cx="5143500" cy="4296097"/>
          </a:xfrm>
        </p:grpSpPr>
        <p:pic>
          <p:nvPicPr>
            <p:cNvPr id="1070" name="Google Shape;1070;p20" descr="A picture containing indoor, floor, room, cluttered&#10;&#10;Description automatically generated"/>
            <p:cNvPicPr preferRelativeResize="0"/>
            <p:nvPr/>
          </p:nvPicPr>
          <p:blipFill rotWithShape="1">
            <a:blip r:embed="rId4">
              <a:alphaModFix/>
            </a:blip>
            <a:srcRect t="20741" b="16615"/>
            <a:stretch/>
          </p:blipFill>
          <p:spPr>
            <a:xfrm>
              <a:off x="2092582" y="1387641"/>
              <a:ext cx="5143500" cy="4296097"/>
            </a:xfrm>
            <a:prstGeom prst="rect">
              <a:avLst/>
            </a:prstGeom>
            <a:noFill/>
            <a:ln>
              <a:noFill/>
            </a:ln>
          </p:spPr>
        </p:pic>
        <p:pic>
          <p:nvPicPr>
            <p:cNvPr id="1071" name="Google Shape;1071;p20"/>
            <p:cNvPicPr preferRelativeResize="0"/>
            <p:nvPr/>
          </p:nvPicPr>
          <p:blipFill rotWithShape="1">
            <a:blip r:embed="rId5">
              <a:alphaModFix/>
            </a:blip>
            <a:srcRect/>
            <a:stretch/>
          </p:blipFill>
          <p:spPr>
            <a:xfrm>
              <a:off x="4504447" y="1783573"/>
              <a:ext cx="372354" cy="215483"/>
            </a:xfrm>
            <a:prstGeom prst="rect">
              <a:avLst/>
            </a:prstGeom>
            <a:noFill/>
            <a:ln>
              <a:noFill/>
            </a:ln>
          </p:spPr>
        </p:pic>
      </p:gr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21"/>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8" name="Google Shape;1078;p21"/>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79" name="Google Shape;1079;p21"/>
          <p:cNvPicPr preferRelativeResize="0"/>
          <p:nvPr/>
        </p:nvPicPr>
        <p:blipFill rotWithShape="1">
          <a:blip r:embed="rId3">
            <a:alphaModFix/>
          </a:blip>
          <a:srcRect/>
          <a:stretch/>
        </p:blipFill>
        <p:spPr>
          <a:xfrm>
            <a:off x="2800149" y="841397"/>
            <a:ext cx="4072890" cy="2343150"/>
          </a:xfrm>
          <a:prstGeom prst="rect">
            <a:avLst/>
          </a:prstGeom>
          <a:noFill/>
          <a:ln>
            <a:noFill/>
          </a:ln>
        </p:spPr>
      </p:pic>
      <p:pic>
        <p:nvPicPr>
          <p:cNvPr id="1080" name="Google Shape;1080;p21"/>
          <p:cNvPicPr preferRelativeResize="0"/>
          <p:nvPr/>
        </p:nvPicPr>
        <p:blipFill rotWithShape="1">
          <a:blip r:embed="rId4">
            <a:alphaModFix/>
          </a:blip>
          <a:srcRect/>
          <a:stretch/>
        </p:blipFill>
        <p:spPr>
          <a:xfrm>
            <a:off x="1524000" y="3605254"/>
            <a:ext cx="6021074" cy="3276600"/>
          </a:xfrm>
          <a:prstGeom prst="rect">
            <a:avLst/>
          </a:prstGeom>
          <a:noFill/>
          <a:ln>
            <a:noFill/>
          </a:ln>
        </p:spPr>
      </p:pic>
      <p:sp>
        <p:nvSpPr>
          <p:cNvPr id="1081" name="Google Shape;1081;p21"/>
          <p:cNvSpPr/>
          <p:nvPr/>
        </p:nvSpPr>
        <p:spPr>
          <a:xfrm>
            <a:off x="2186450" y="3210255"/>
            <a:ext cx="507543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1802BE"/>
                </a:solidFill>
                <a:latin typeface="Times New Roman"/>
                <a:ea typeface="Times New Roman"/>
                <a:cs typeface="Times New Roman"/>
                <a:sym typeface="Times New Roman"/>
              </a:rPr>
              <a:t>Real-time Magneto-Optical measurement system.</a:t>
            </a:r>
            <a:endParaRPr sz="1800" dirty="0">
              <a:solidFill>
                <a:schemeClr val="dk1"/>
              </a:solidFill>
              <a:latin typeface="Calibri"/>
              <a:ea typeface="Calibri"/>
              <a:cs typeface="Calibri"/>
              <a:sym typeface="Calibri"/>
            </a:endParaRPr>
          </a:p>
        </p:txBody>
      </p:sp>
      <p:sp>
        <p:nvSpPr>
          <p:cNvPr id="2" name="Google Shape;1068;p20">
            <a:extLst>
              <a:ext uri="{FF2B5EF4-FFF2-40B4-BE49-F238E27FC236}">
                <a16:creationId xmlns:a16="http://schemas.microsoft.com/office/drawing/2014/main" id="{F0149171-9454-C164-3213-32CD30D8F76D}"/>
              </a:ext>
            </a:extLst>
          </p:cNvPr>
          <p:cNvSpPr txBox="1"/>
          <p:nvPr/>
        </p:nvSpPr>
        <p:spPr>
          <a:xfrm>
            <a:off x="380999" y="0"/>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22"/>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89" name="Google Shape;1089;p22"/>
          <p:cNvCxnSpPr>
            <a:stCxn id="1090"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091" name="Google Shape;1091;p22"/>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0" name="Google Shape;1090;p22"/>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92" name="Google Shape;1092;p22"/>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093" name="Google Shape;1093;p22"/>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4" name="Google Shape;1094;p22"/>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095" name="Google Shape;1095;p22"/>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6" name="Google Shape;1096;p22"/>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30</a:t>
            </a:r>
            <a:endParaRPr sz="1300">
              <a:solidFill>
                <a:schemeClr val="dk1"/>
              </a:solidFill>
              <a:latin typeface="Calibri"/>
              <a:ea typeface="Calibri"/>
              <a:cs typeface="Calibri"/>
              <a:sym typeface="Calibri"/>
            </a:endParaRPr>
          </a:p>
        </p:txBody>
      </p:sp>
      <p:sp>
        <p:nvSpPr>
          <p:cNvPr id="1097" name="Google Shape;1097;p22"/>
          <p:cNvSpPr/>
          <p:nvPr/>
        </p:nvSpPr>
        <p:spPr>
          <a:xfrm>
            <a:off x="426887" y="5726668"/>
            <a:ext cx="49071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2108B8"/>
                </a:solidFill>
                <a:latin typeface="Times New Roman"/>
                <a:ea typeface="Times New Roman"/>
                <a:cs typeface="Times New Roman"/>
                <a:sym typeface="Times New Roman"/>
              </a:rPr>
              <a:t>Real-time photocatalytic measurement system.</a:t>
            </a:r>
            <a:endParaRPr sz="1800" b="1" dirty="0">
              <a:solidFill>
                <a:srgbClr val="2108B8"/>
              </a:solidFill>
              <a:latin typeface="Times New Roman"/>
              <a:ea typeface="Times New Roman"/>
              <a:cs typeface="Times New Roman"/>
              <a:sym typeface="Times New Roman"/>
            </a:endParaRPr>
          </a:p>
        </p:txBody>
      </p:sp>
      <p:pic>
        <p:nvPicPr>
          <p:cNvPr id="1100" name="Google Shape;1100;p22" descr="A picture containing indoor, cluttered&#10;&#10;Description automatically generated"/>
          <p:cNvPicPr preferRelativeResize="0"/>
          <p:nvPr/>
        </p:nvPicPr>
        <p:blipFill rotWithShape="1">
          <a:blip r:embed="rId4">
            <a:alphaModFix/>
          </a:blip>
          <a:srcRect/>
          <a:stretch/>
        </p:blipFill>
        <p:spPr>
          <a:xfrm>
            <a:off x="587828" y="1395691"/>
            <a:ext cx="4318826" cy="4291607"/>
          </a:xfrm>
          <a:prstGeom prst="rect">
            <a:avLst/>
          </a:prstGeom>
          <a:noFill/>
          <a:ln>
            <a:noFill/>
          </a:ln>
        </p:spPr>
      </p:pic>
      <p:sp>
        <p:nvSpPr>
          <p:cNvPr id="1101" name="Google Shape;1101;p22"/>
          <p:cNvSpPr/>
          <p:nvPr/>
        </p:nvSpPr>
        <p:spPr>
          <a:xfrm>
            <a:off x="5276402" y="1617722"/>
            <a:ext cx="3511216" cy="553997"/>
          </a:xfrm>
          <a:prstGeom prst="roundRect">
            <a:avLst>
              <a:gd name="adj" fmla="val 50000"/>
            </a:avLst>
          </a:prstGeom>
          <a:solidFill>
            <a:schemeClr val="accent4">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A: Reaction chamber</a:t>
            </a:r>
            <a:endParaRPr dirty="0"/>
          </a:p>
        </p:txBody>
      </p:sp>
      <p:sp>
        <p:nvSpPr>
          <p:cNvPr id="1102" name="Google Shape;1102;p22"/>
          <p:cNvSpPr/>
          <p:nvPr/>
        </p:nvSpPr>
        <p:spPr>
          <a:xfrm>
            <a:off x="5276402" y="2655214"/>
            <a:ext cx="3511216" cy="553997"/>
          </a:xfrm>
          <a:prstGeom prst="roundRect">
            <a:avLst>
              <a:gd name="adj" fmla="val 50000"/>
            </a:avLst>
          </a:prstGeom>
          <a:solidFill>
            <a:srgbClr val="7030A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B: Flow pump</a:t>
            </a:r>
            <a:endParaRPr dirty="0"/>
          </a:p>
        </p:txBody>
      </p:sp>
      <p:sp>
        <p:nvSpPr>
          <p:cNvPr id="1103" name="Google Shape;1103;p22"/>
          <p:cNvSpPr/>
          <p:nvPr/>
        </p:nvSpPr>
        <p:spPr>
          <a:xfrm>
            <a:off x="5276402" y="3692706"/>
            <a:ext cx="3511216" cy="553997"/>
          </a:xfrm>
          <a:prstGeom prst="roundRect">
            <a:avLst>
              <a:gd name="adj" fmla="val 47797"/>
            </a:avLst>
          </a:prstGeom>
          <a:solidFill>
            <a:srgbClr val="FF0000">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C: Toluene buffer zone</a:t>
            </a:r>
            <a:endParaRPr dirty="0"/>
          </a:p>
        </p:txBody>
      </p:sp>
      <p:sp>
        <p:nvSpPr>
          <p:cNvPr id="1104" name="Google Shape;1104;p22"/>
          <p:cNvSpPr/>
          <p:nvPr/>
        </p:nvSpPr>
        <p:spPr>
          <a:xfrm>
            <a:off x="5276402" y="4730198"/>
            <a:ext cx="3511216" cy="553997"/>
          </a:xfrm>
          <a:prstGeom prst="roundRect">
            <a:avLst>
              <a:gd name="adj" fmla="val 50000"/>
            </a:avLst>
          </a:prstGeom>
          <a:solidFill>
            <a:schemeClr val="accent6">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D: Monitoring and data acquisition interface</a:t>
            </a:r>
            <a:endParaRPr dirty="0"/>
          </a:p>
        </p:txBody>
      </p:sp>
      <p:sp>
        <p:nvSpPr>
          <p:cNvPr id="2" name="Google Shape;1068;p20">
            <a:extLst>
              <a:ext uri="{FF2B5EF4-FFF2-40B4-BE49-F238E27FC236}">
                <a16:creationId xmlns:a16="http://schemas.microsoft.com/office/drawing/2014/main" id="{A4AD21F0-598E-3C22-F6D7-6FCE05022F68}"/>
              </a:ext>
            </a:extLst>
          </p:cNvPr>
          <p:cNvSpPr txBox="1"/>
          <p:nvPr/>
        </p:nvSpPr>
        <p:spPr>
          <a:xfrm>
            <a:off x="380999" y="0"/>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23"/>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11" name="Google Shape;1111;p23"/>
          <p:cNvCxnSpPr>
            <a:stCxn id="1112"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13" name="Google Shape;1113;p23"/>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2" name="Google Shape;1112;p23"/>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14" name="Google Shape;1114;p23"/>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115" name="Google Shape;1115;p23"/>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6" name="Google Shape;1116;p23"/>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17" name="Google Shape;1117;p23"/>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8" name="Google Shape;1118;p23"/>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23</a:t>
            </a:r>
            <a:endParaRPr/>
          </a:p>
        </p:txBody>
      </p:sp>
      <p:sp>
        <p:nvSpPr>
          <p:cNvPr id="1120" name="Google Shape;1120;p23"/>
          <p:cNvSpPr txBox="1"/>
          <p:nvPr/>
        </p:nvSpPr>
        <p:spPr>
          <a:xfrm>
            <a:off x="420624" y="618006"/>
            <a:ext cx="8534858" cy="5705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ct val="100000"/>
              <a:buFont typeface="Calibri"/>
              <a:buNone/>
            </a:pPr>
            <a:r>
              <a:rPr lang="en-US" sz="2800" b="1" dirty="0">
                <a:solidFill>
                  <a:schemeClr val="dk1"/>
                </a:solidFill>
                <a:latin typeface="Calibri"/>
                <a:ea typeface="Calibri"/>
                <a:cs typeface="Calibri"/>
                <a:sym typeface="Calibri"/>
              </a:rPr>
              <a:t>Have been and are currently developing measurement and material fabrication equipment</a:t>
            </a:r>
            <a:endParaRPr sz="2800" b="1" dirty="0">
              <a:solidFill>
                <a:schemeClr val="dk1"/>
              </a:solidFill>
              <a:latin typeface="Calibri"/>
              <a:ea typeface="Calibri"/>
              <a:cs typeface="Calibri"/>
              <a:sym typeface="Calibri"/>
            </a:endParaRPr>
          </a:p>
        </p:txBody>
      </p:sp>
      <p:sp>
        <p:nvSpPr>
          <p:cNvPr id="1121" name="Google Shape;1121;p23"/>
          <p:cNvSpPr txBox="1"/>
          <p:nvPr/>
        </p:nvSpPr>
        <p:spPr>
          <a:xfrm>
            <a:off x="-55623" y="1219492"/>
            <a:ext cx="5625150" cy="3565525"/>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Developing simultaneous R&amp;T (Reflectance &amp; Transmittance) measurement.</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 (Photoluminescence) measurement</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Hall effect and 4-point probe measurement.</a:t>
            </a:r>
          </a:p>
          <a:p>
            <a:pPr marL="457200" lvl="0" indent="-457200">
              <a:lnSpc>
                <a:spcPct val="90000"/>
              </a:lnSpc>
              <a:buClr>
                <a:schemeClr val="dk1"/>
              </a:buClr>
              <a:buSzPts val="3200"/>
              <a:buFont typeface="Noto Sans Symbols"/>
              <a:buChar char="⮚"/>
            </a:pPr>
            <a:r>
              <a:rPr lang="en-US" sz="2400" dirty="0"/>
              <a:t>Thermoelectric measurement.</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Magneto-Optical measurement</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Null ellipsometry system</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Atomic Absorption Spectroscopy (AAS)</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DTA (Differential Thermal Analysis) system</a:t>
            </a:r>
          </a:p>
          <a:p>
            <a:pPr marL="457200" lvl="0" indent="-457200">
              <a:lnSpc>
                <a:spcPct val="90000"/>
              </a:lnSpc>
              <a:buClr>
                <a:schemeClr val="dk1"/>
              </a:buClr>
              <a:buSzPts val="3200"/>
              <a:buFont typeface="Noto Sans Symbols"/>
              <a:buChar char="⮚"/>
            </a:pPr>
            <a:r>
              <a:rPr lang="en-US" sz="2400" dirty="0">
                <a:solidFill>
                  <a:schemeClr val="dk1"/>
                </a:solidFill>
                <a:latin typeface="Calibri"/>
                <a:ea typeface="Calibri"/>
                <a:cs typeface="Calibri"/>
                <a:sym typeface="Calibri"/>
              </a:rPr>
              <a:t>...</a:t>
            </a:r>
            <a:endParaRPr sz="2400" dirty="0"/>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Restoring the XRD system and planning to build a Raman measurement system.</a:t>
            </a:r>
            <a:endParaRPr sz="2400" dirty="0"/>
          </a:p>
        </p:txBody>
      </p:sp>
      <p:sp>
        <p:nvSpPr>
          <p:cNvPr id="1123" name="Google Shape;1123;p23"/>
          <p:cNvSpPr txBox="1"/>
          <p:nvPr/>
        </p:nvSpPr>
        <p:spPr>
          <a:xfrm>
            <a:off x="5296395" y="1344880"/>
            <a:ext cx="3847605" cy="470717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Developing a 4-gun sputtering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Plasma etching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Thermal doping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Thermal oxidation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Plasma cleaning system.</a:t>
            </a:r>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Hệ photolithography</a:t>
            </a:r>
            <a:endParaRPr sz="2400" dirty="0"/>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a:t>
            </a:r>
            <a:endParaRPr sz="2400" dirty="0"/>
          </a:p>
          <a:p>
            <a:pPr marL="457200" marR="0" lvl="0" indent="-457200" algn="l" rtl="0">
              <a:lnSpc>
                <a:spcPct val="90000"/>
              </a:lnSpc>
              <a:spcBef>
                <a:spcPts val="0"/>
              </a:spcBef>
              <a:spcAft>
                <a:spcPts val="0"/>
              </a:spcAft>
              <a:buClr>
                <a:schemeClr val="dk1"/>
              </a:buClr>
              <a:buSzPts val="3200"/>
              <a:buFont typeface="Noto Sans Symbols"/>
              <a:buChar char="⮚"/>
            </a:pPr>
            <a:r>
              <a:rPr lang="en-US" sz="2400" dirty="0">
                <a:solidFill>
                  <a:schemeClr val="dk1"/>
                </a:solidFill>
                <a:latin typeface="Calibri"/>
                <a:ea typeface="Calibri"/>
                <a:cs typeface="Calibri"/>
                <a:sym typeface="Calibri"/>
              </a:rPr>
              <a:t>Planning to develop an APL system and supercritical hydrothermal synthesis system.</a:t>
            </a:r>
            <a:endParaRPr sz="2400" dirty="0"/>
          </a:p>
        </p:txBody>
      </p:sp>
      <p:sp>
        <p:nvSpPr>
          <p:cNvPr id="2" name="Google Shape;1068;p20">
            <a:extLst>
              <a:ext uri="{FF2B5EF4-FFF2-40B4-BE49-F238E27FC236}">
                <a16:creationId xmlns:a16="http://schemas.microsoft.com/office/drawing/2014/main" id="{C9776FA0-A23B-F7D7-697A-15A8B93081C4}"/>
              </a:ext>
            </a:extLst>
          </p:cNvPr>
          <p:cNvSpPr txBox="1"/>
          <p:nvPr/>
        </p:nvSpPr>
        <p:spPr>
          <a:xfrm>
            <a:off x="434163" y="54251"/>
            <a:ext cx="868634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Automation</a:t>
            </a:r>
            <a:endParaRPr sz="2800" b="1" dirty="0">
              <a:solidFill>
                <a:srgbClr val="A5A5A5"/>
              </a:solidFill>
              <a:latin typeface="Federo"/>
              <a:ea typeface="Federo"/>
              <a:cs typeface="Federo"/>
              <a:sym typeface="Federo"/>
            </a:endParaRPr>
          </a:p>
          <a:p>
            <a:pPr marL="0" marR="0" lvl="0" indent="0" algn="l" rtl="0">
              <a:spcBef>
                <a:spcPts val="0"/>
              </a:spcBef>
              <a:spcAft>
                <a:spcPts val="0"/>
              </a:spcAft>
              <a:buNone/>
            </a:pPr>
            <a:endParaRPr sz="2800" b="1" dirty="0">
              <a:solidFill>
                <a:srgbClr val="A5A5A5"/>
              </a:solidFill>
              <a:latin typeface="Times New Roman"/>
              <a:ea typeface="Times New Roman"/>
              <a:cs typeface="Times New Roman"/>
              <a:sym typeface="Times New Roman"/>
            </a:endParaRP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24"/>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30" name="Google Shape;1130;p24"/>
          <p:cNvCxnSpPr>
            <a:stCxn id="113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32" name="Google Shape;1132;p24"/>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1" name="Google Shape;1131;p24"/>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33" name="Google Shape;1133;p24"/>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134" name="Google Shape;1134;p24"/>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5" name="Google Shape;1135;p24"/>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36" name="Google Shape;1136;p24"/>
          <p:cNvSpPr txBox="1"/>
          <p:nvPr/>
        </p:nvSpPr>
        <p:spPr>
          <a:xfrm>
            <a:off x="381000" y="0"/>
            <a:ext cx="8763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dirty="0">
                <a:solidFill>
                  <a:schemeClr val="lt1"/>
                </a:solidFill>
                <a:latin typeface="Federo"/>
                <a:ea typeface="Federo"/>
                <a:cs typeface="Federo"/>
                <a:sym typeface="Federo"/>
              </a:rPr>
              <a:t> Employment chances</a:t>
            </a:r>
            <a:endParaRPr sz="2800" b="1" dirty="0">
              <a:solidFill>
                <a:srgbClr val="A5A5A5"/>
              </a:solidFill>
              <a:latin typeface="Times New Roman"/>
              <a:ea typeface="Times New Roman"/>
              <a:cs typeface="Times New Roman"/>
              <a:sym typeface="Times New Roman"/>
            </a:endParaRPr>
          </a:p>
        </p:txBody>
      </p:sp>
      <p:sp>
        <p:nvSpPr>
          <p:cNvPr id="1137" name="Google Shape;1137;p24"/>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8" name="Google Shape;1138;p24"/>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31</a:t>
            </a:r>
            <a:endParaRPr sz="1300">
              <a:solidFill>
                <a:schemeClr val="dk1"/>
              </a:solidFill>
              <a:latin typeface="Calibri"/>
              <a:ea typeface="Calibri"/>
              <a:cs typeface="Calibri"/>
              <a:sym typeface="Calibri"/>
            </a:endParaRPr>
          </a:p>
        </p:txBody>
      </p:sp>
      <p:sp>
        <p:nvSpPr>
          <p:cNvPr id="1139" name="Google Shape;1139;p24"/>
          <p:cNvSpPr txBox="1"/>
          <p:nvPr/>
        </p:nvSpPr>
        <p:spPr>
          <a:xfrm>
            <a:off x="1087118" y="609600"/>
            <a:ext cx="7599681" cy="5444054"/>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ON semiconductor</a:t>
            </a:r>
            <a:endParaRPr dirty="0"/>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err="1">
                <a:solidFill>
                  <a:srgbClr val="2108B8"/>
                </a:solidFill>
                <a:latin typeface="Times New Roman"/>
                <a:ea typeface="Times New Roman"/>
                <a:cs typeface="Times New Roman"/>
                <a:sym typeface="Times New Roman"/>
              </a:rPr>
              <a:t>Renasas</a:t>
            </a:r>
            <a:endParaRPr sz="1800" b="1" dirty="0">
              <a:solidFill>
                <a:srgbClr val="2108B8"/>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FPT</a:t>
            </a:r>
            <a:endParaRPr dirty="0"/>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err="1">
                <a:solidFill>
                  <a:srgbClr val="2108B8"/>
                </a:solidFill>
                <a:latin typeface="Times New Roman"/>
                <a:ea typeface="Times New Roman"/>
                <a:cs typeface="Times New Roman"/>
                <a:sym typeface="Times New Roman"/>
              </a:rPr>
              <a:t>Mishuba</a:t>
            </a:r>
            <a:endParaRPr sz="1800" b="1" dirty="0">
              <a:solidFill>
                <a:srgbClr val="2108B8"/>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E-silicon</a:t>
            </a:r>
            <a:endParaRPr dirty="0"/>
          </a:p>
          <a:p>
            <a:pPr marL="285750" marR="0" lvl="0" indent="-285750" algn="l"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Sansei</a:t>
            </a:r>
            <a:endParaRPr dirty="0"/>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err="1">
                <a:solidFill>
                  <a:srgbClr val="2108B8"/>
                </a:solidFill>
                <a:latin typeface="Times New Roman"/>
                <a:ea typeface="Times New Roman"/>
                <a:cs typeface="Times New Roman"/>
                <a:sym typeface="Times New Roman"/>
              </a:rPr>
              <a:t>Ii</a:t>
            </a:r>
            <a:r>
              <a:rPr lang="en-US" sz="1800" b="1" dirty="0">
                <a:solidFill>
                  <a:srgbClr val="2108B8"/>
                </a:solidFill>
                <a:latin typeface="Times New Roman"/>
                <a:ea typeface="Times New Roman"/>
                <a:cs typeface="Times New Roman"/>
                <a:sym typeface="Times New Roman"/>
              </a:rPr>
              <a:t>-iv</a:t>
            </a:r>
            <a:endParaRPr sz="1800" b="1" dirty="0">
              <a:solidFill>
                <a:srgbClr val="2108B8"/>
              </a:solidFill>
              <a:latin typeface="Calibri"/>
              <a:ea typeface="Calibri"/>
              <a:cs typeface="Calibri"/>
              <a:sym typeface="Calibri"/>
            </a:endParaRPr>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First solar</a:t>
            </a:r>
            <a:endParaRPr sz="1800" b="1" dirty="0">
              <a:solidFill>
                <a:srgbClr val="2108B8"/>
              </a:solidFill>
              <a:latin typeface="Calibri"/>
              <a:ea typeface="Calibri"/>
              <a:cs typeface="Calibri"/>
              <a:sym typeface="Calibri"/>
            </a:endParaRPr>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Intel marvel</a:t>
            </a:r>
            <a:endParaRPr dirty="0"/>
          </a:p>
          <a:p>
            <a:pPr marL="342900" marR="0" lvl="0" indent="-342900" algn="just" rtl="0">
              <a:lnSpc>
                <a:spcPct val="150000"/>
              </a:lnSpc>
              <a:spcBef>
                <a:spcPts val="0"/>
              </a:spcBef>
              <a:spcAft>
                <a:spcPts val="0"/>
              </a:spcAft>
              <a:buClr>
                <a:srgbClr val="2108B8"/>
              </a:buClr>
              <a:buSzPts val="1800"/>
              <a:buFont typeface="Noto Sans Symbols"/>
              <a:buChar char="⮚"/>
            </a:pPr>
            <a:r>
              <a:rPr lang="en-US" sz="1800" b="1" dirty="0">
                <a:solidFill>
                  <a:srgbClr val="2108B8"/>
                </a:solidFill>
                <a:latin typeface="Times New Roman"/>
                <a:ea typeface="Times New Roman"/>
                <a:cs typeface="Times New Roman"/>
                <a:sym typeface="Times New Roman"/>
              </a:rPr>
              <a:t>Olympus</a:t>
            </a:r>
            <a:endParaRPr sz="1800" b="1" dirty="0">
              <a:solidFill>
                <a:srgbClr val="2108B8"/>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C00000"/>
              </a:buClr>
              <a:buSzPts val="1800"/>
              <a:buFont typeface="Noto Sans Symbols"/>
              <a:buChar char="⮚"/>
            </a:pPr>
            <a:r>
              <a:rPr lang="en-US" sz="1800" b="1" dirty="0">
                <a:solidFill>
                  <a:srgbClr val="C00000"/>
                </a:solidFill>
                <a:latin typeface="Times New Roman"/>
                <a:ea typeface="Times New Roman"/>
                <a:cs typeface="Times New Roman"/>
                <a:sym typeface="Times New Roman"/>
              </a:rPr>
              <a:t>Studying abroad in South Korea, Japan, Canada, </a:t>
            </a:r>
            <a:r>
              <a:rPr lang="en-US" sz="1800" b="1" dirty="0" err="1">
                <a:solidFill>
                  <a:srgbClr val="C00000"/>
                </a:solidFill>
                <a:latin typeface="Times New Roman"/>
                <a:ea typeface="Times New Roman"/>
                <a:cs typeface="Times New Roman"/>
                <a:sym typeface="Times New Roman"/>
              </a:rPr>
              <a:t>etc</a:t>
            </a:r>
            <a:endParaRPr lang="vi-VN" dirty="0"/>
          </a:p>
          <a:p>
            <a:pPr marL="285750" marR="0" lvl="0" indent="-285750" algn="l" rtl="0">
              <a:lnSpc>
                <a:spcPct val="150000"/>
              </a:lnSpc>
              <a:spcBef>
                <a:spcPts val="0"/>
              </a:spcBef>
              <a:spcAft>
                <a:spcPts val="0"/>
              </a:spcAft>
              <a:buClr>
                <a:srgbClr val="669900"/>
              </a:buClr>
              <a:buSzPts val="1800"/>
              <a:buFont typeface="Noto Sans Symbols"/>
              <a:buChar char="⮚"/>
            </a:pPr>
            <a:r>
              <a:rPr lang="en-US" sz="1800" b="1" dirty="0">
                <a:solidFill>
                  <a:srgbClr val="669900"/>
                </a:solidFill>
                <a:latin typeface="Times New Roman"/>
                <a:ea typeface="Times New Roman"/>
                <a:cs typeface="Times New Roman"/>
                <a:sym typeface="Times New Roman"/>
              </a:rPr>
              <a:t>Teaching Physics at high schools and universities.</a:t>
            </a:r>
            <a:endParaRPr lang="vi-VN" sz="1800" b="1" dirty="0">
              <a:solidFill>
                <a:srgbClr val="669900"/>
              </a:solidFill>
              <a:latin typeface="Times New Roman"/>
              <a:ea typeface="Times New Roman"/>
              <a:cs typeface="Times New Roman"/>
              <a:sym typeface="Times New Roman"/>
            </a:endParaRPr>
          </a:p>
          <a:p>
            <a:pPr marL="285750" marR="0" lvl="0" indent="-285750" algn="l" rtl="0">
              <a:lnSpc>
                <a:spcPct val="150000"/>
              </a:lnSpc>
              <a:spcBef>
                <a:spcPts val="0"/>
              </a:spcBef>
              <a:spcAft>
                <a:spcPts val="0"/>
              </a:spcAft>
              <a:buClr>
                <a:srgbClr val="669900"/>
              </a:buClr>
              <a:buSzPts val="1800"/>
              <a:buFont typeface="Noto Sans Symbols"/>
              <a:buChar char="⮚"/>
            </a:pPr>
            <a:r>
              <a:rPr lang="en-US" sz="1800" b="1" dirty="0">
                <a:solidFill>
                  <a:srgbClr val="669900"/>
                </a:solidFill>
                <a:latin typeface="Times New Roman"/>
                <a:ea typeface="Times New Roman"/>
                <a:cs typeface="Times New Roman"/>
                <a:sym typeface="Times New Roman"/>
              </a:rPr>
              <a:t>Working at research institutes.</a:t>
            </a:r>
            <a:endParaRPr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25"/>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EXTRA ACTIVITIES</a:t>
            </a:r>
            <a:endParaRPr/>
          </a:p>
        </p:txBody>
      </p:sp>
      <p:cxnSp>
        <p:nvCxnSpPr>
          <p:cNvPr id="1146" name="Google Shape;1146;p25"/>
          <p:cNvCxnSpPr>
            <a:stCxn id="1147"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48" name="Google Shape;1148;p25"/>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7" name="Google Shape;1147;p25"/>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49" name="Google Shape;1149;p25"/>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150" name="Google Shape;1150;p25"/>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1" name="Google Shape;1151;p25"/>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52" name="Google Shape;1152;p25"/>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53" name="Google Shape;1153;p25" descr="Image may contain: 34 people, including MyHoa HuynhTran, Thanh Giang, Nguyễn Hoàng Hưng and Ha Pham, people smiling, people sitting and indoor"/>
          <p:cNvPicPr preferRelativeResize="0"/>
          <p:nvPr/>
        </p:nvPicPr>
        <p:blipFill rotWithShape="1">
          <a:blip r:embed="rId4">
            <a:alphaModFix/>
          </a:blip>
          <a:srcRect/>
          <a:stretch/>
        </p:blipFill>
        <p:spPr>
          <a:xfrm>
            <a:off x="381000" y="857256"/>
            <a:ext cx="3559382" cy="2372342"/>
          </a:xfrm>
          <a:prstGeom prst="rect">
            <a:avLst/>
          </a:prstGeom>
          <a:noFill/>
          <a:ln>
            <a:noFill/>
          </a:ln>
        </p:spPr>
      </p:pic>
      <p:pic>
        <p:nvPicPr>
          <p:cNvPr id="1154" name="Google Shape;1154;p25"/>
          <p:cNvPicPr preferRelativeResize="0"/>
          <p:nvPr/>
        </p:nvPicPr>
        <p:blipFill rotWithShape="1">
          <a:blip r:embed="rId5">
            <a:alphaModFix/>
          </a:blip>
          <a:srcRect/>
          <a:stretch/>
        </p:blipFill>
        <p:spPr>
          <a:xfrm>
            <a:off x="4776925" y="856630"/>
            <a:ext cx="3559382" cy="2372342"/>
          </a:xfrm>
          <a:prstGeom prst="rect">
            <a:avLst/>
          </a:prstGeom>
          <a:noFill/>
          <a:ln>
            <a:noFill/>
          </a:ln>
        </p:spPr>
      </p:pic>
      <p:pic>
        <p:nvPicPr>
          <p:cNvPr id="1155" name="Google Shape;1155;p25"/>
          <p:cNvPicPr preferRelativeResize="0"/>
          <p:nvPr/>
        </p:nvPicPr>
        <p:blipFill rotWithShape="1">
          <a:blip r:embed="rId6">
            <a:alphaModFix/>
          </a:blip>
          <a:srcRect r="10085"/>
          <a:stretch/>
        </p:blipFill>
        <p:spPr>
          <a:xfrm>
            <a:off x="381000" y="3617459"/>
            <a:ext cx="3559382" cy="2416940"/>
          </a:xfrm>
          <a:prstGeom prst="rect">
            <a:avLst/>
          </a:prstGeom>
          <a:noFill/>
          <a:ln>
            <a:noFill/>
          </a:ln>
        </p:spPr>
      </p:pic>
      <p:pic>
        <p:nvPicPr>
          <p:cNvPr id="1156" name="Google Shape;1156;p25"/>
          <p:cNvPicPr preferRelativeResize="0"/>
          <p:nvPr/>
        </p:nvPicPr>
        <p:blipFill rotWithShape="1">
          <a:blip r:embed="rId7">
            <a:alphaModFix/>
          </a:blip>
          <a:srcRect/>
          <a:stretch/>
        </p:blipFill>
        <p:spPr>
          <a:xfrm>
            <a:off x="4776925" y="3595688"/>
            <a:ext cx="3559382" cy="2479452"/>
          </a:xfrm>
          <a:prstGeom prst="rect">
            <a:avLst/>
          </a:prstGeom>
          <a:noFill/>
          <a:ln>
            <a:noFill/>
          </a:ln>
        </p:spPr>
      </p:pic>
      <p:sp>
        <p:nvSpPr>
          <p:cNvPr id="1157" name="Google Shape;1157;p25"/>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32</a:t>
            </a:r>
            <a:endParaRPr sz="1300">
              <a:solidFill>
                <a:schemeClr val="dk1"/>
              </a:solidFill>
              <a:latin typeface="Calibri"/>
              <a:ea typeface="Calibri"/>
              <a:cs typeface="Calibri"/>
              <a:sym typeface="Calibri"/>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26"/>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EXTRA ACTIVITIES</a:t>
            </a:r>
            <a:endParaRPr/>
          </a:p>
        </p:txBody>
      </p:sp>
      <p:cxnSp>
        <p:nvCxnSpPr>
          <p:cNvPr id="1164" name="Google Shape;1164;p26"/>
          <p:cNvCxnSpPr>
            <a:stCxn id="1165"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66" name="Google Shape;1166;p26"/>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5" name="Google Shape;1165;p26"/>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67" name="Google Shape;1167;p26"/>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168" name="Google Shape;1168;p26"/>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9" name="Google Shape;1169;p26"/>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70" name="Google Shape;1170;p26"/>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1" name="Google Shape;1171;p26"/>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33</a:t>
            </a:r>
            <a:endParaRPr sz="1300">
              <a:solidFill>
                <a:schemeClr val="dk1"/>
              </a:solidFill>
              <a:latin typeface="Calibri"/>
              <a:ea typeface="Calibri"/>
              <a:cs typeface="Calibri"/>
              <a:sym typeface="Calibri"/>
            </a:endParaRPr>
          </a:p>
        </p:txBody>
      </p:sp>
      <p:pic>
        <p:nvPicPr>
          <p:cNvPr id="1172" name="Google Shape;1172;p26" descr="A person speaking into a microphone&#10;&#10;Description automatically generated with medium confidence"/>
          <p:cNvPicPr preferRelativeResize="0"/>
          <p:nvPr/>
        </p:nvPicPr>
        <p:blipFill rotWithShape="1">
          <a:blip r:embed="rId4">
            <a:alphaModFix/>
          </a:blip>
          <a:srcRect l="1662" t="12490"/>
          <a:stretch/>
        </p:blipFill>
        <p:spPr>
          <a:xfrm>
            <a:off x="376473" y="685800"/>
            <a:ext cx="3218688" cy="2148178"/>
          </a:xfrm>
          <a:prstGeom prst="rect">
            <a:avLst/>
          </a:prstGeom>
          <a:noFill/>
          <a:ln>
            <a:noFill/>
          </a:ln>
        </p:spPr>
      </p:pic>
      <p:pic>
        <p:nvPicPr>
          <p:cNvPr id="1173" name="Google Shape;1173;p26" descr="A group of people standing in front of a projector screen&#10;&#10;Description automatically generated"/>
          <p:cNvPicPr preferRelativeResize="0"/>
          <p:nvPr/>
        </p:nvPicPr>
        <p:blipFill rotWithShape="1">
          <a:blip r:embed="rId5">
            <a:alphaModFix/>
          </a:blip>
          <a:srcRect t="11399"/>
          <a:stretch/>
        </p:blipFill>
        <p:spPr>
          <a:xfrm>
            <a:off x="5090423" y="685800"/>
            <a:ext cx="3215377" cy="2136633"/>
          </a:xfrm>
          <a:prstGeom prst="rect">
            <a:avLst/>
          </a:prstGeom>
          <a:noFill/>
          <a:ln>
            <a:noFill/>
          </a:ln>
        </p:spPr>
      </p:pic>
      <p:pic>
        <p:nvPicPr>
          <p:cNvPr id="1174" name="Google Shape;1174;p26" descr="A picture containing text, indoor, wall, floor&#10;&#10;Description automatically generated"/>
          <p:cNvPicPr preferRelativeResize="0"/>
          <p:nvPr/>
        </p:nvPicPr>
        <p:blipFill rotWithShape="1">
          <a:blip r:embed="rId6">
            <a:alphaModFix/>
          </a:blip>
          <a:srcRect/>
          <a:stretch/>
        </p:blipFill>
        <p:spPr>
          <a:xfrm>
            <a:off x="376473" y="3131682"/>
            <a:ext cx="3241224" cy="2430918"/>
          </a:xfrm>
          <a:prstGeom prst="rect">
            <a:avLst/>
          </a:prstGeom>
          <a:noFill/>
          <a:ln>
            <a:noFill/>
          </a:ln>
        </p:spPr>
      </p:pic>
      <p:pic>
        <p:nvPicPr>
          <p:cNvPr id="1175" name="Google Shape;1175;p26" descr="A group of people in graduation gowns posing for a photo&#10;&#10;Description automatically generated with medium confidence"/>
          <p:cNvPicPr preferRelativeResize="0"/>
          <p:nvPr/>
        </p:nvPicPr>
        <p:blipFill rotWithShape="1">
          <a:blip r:embed="rId7">
            <a:alphaModFix/>
          </a:blip>
          <a:srcRect/>
          <a:stretch/>
        </p:blipFill>
        <p:spPr>
          <a:xfrm>
            <a:off x="5081794" y="3131682"/>
            <a:ext cx="3241224" cy="2430918"/>
          </a:xfrm>
          <a:prstGeom prst="rect">
            <a:avLst/>
          </a:prstGeom>
          <a:noFill/>
          <a:ln>
            <a:noFill/>
          </a:ln>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27"/>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EXTRA ACTIVITIES</a:t>
            </a:r>
            <a:endParaRPr/>
          </a:p>
        </p:txBody>
      </p:sp>
      <p:cxnSp>
        <p:nvCxnSpPr>
          <p:cNvPr id="1182" name="Google Shape;1182;p27"/>
          <p:cNvCxnSpPr>
            <a:stCxn id="1183"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184" name="Google Shape;1184;p27"/>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3" name="Google Shape;1183;p27"/>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85" name="Google Shape;1185;p27"/>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186" name="Google Shape;1186;p27"/>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7" name="Google Shape;1187;p27"/>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188" name="Google Shape;1188;p27"/>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9" name="Google Shape;1189;p27"/>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34</a:t>
            </a:r>
            <a:endParaRPr sz="1300">
              <a:solidFill>
                <a:schemeClr val="dk1"/>
              </a:solidFill>
              <a:latin typeface="Calibri"/>
              <a:ea typeface="Calibri"/>
              <a:cs typeface="Calibri"/>
              <a:sym typeface="Calibri"/>
            </a:endParaRPr>
          </a:p>
        </p:txBody>
      </p:sp>
      <p:pic>
        <p:nvPicPr>
          <p:cNvPr id="1190" name="Google Shape;1190;p27" descr="A group of people in a room&#10;&#10;Description automatically generated with low confidence"/>
          <p:cNvPicPr preferRelativeResize="0"/>
          <p:nvPr/>
        </p:nvPicPr>
        <p:blipFill rotWithShape="1">
          <a:blip r:embed="rId4">
            <a:alphaModFix/>
          </a:blip>
          <a:srcRect/>
          <a:stretch/>
        </p:blipFill>
        <p:spPr>
          <a:xfrm>
            <a:off x="811067" y="3542529"/>
            <a:ext cx="2865120" cy="2148840"/>
          </a:xfrm>
          <a:prstGeom prst="rect">
            <a:avLst/>
          </a:prstGeom>
          <a:noFill/>
          <a:ln>
            <a:noFill/>
          </a:ln>
        </p:spPr>
      </p:pic>
      <p:pic>
        <p:nvPicPr>
          <p:cNvPr id="1191" name="Google Shape;1191;p27" descr="A group of people in a room&#10;&#10;Description automatically generated with medium confidence"/>
          <p:cNvPicPr preferRelativeResize="0"/>
          <p:nvPr/>
        </p:nvPicPr>
        <p:blipFill rotWithShape="1">
          <a:blip r:embed="rId5">
            <a:alphaModFix/>
          </a:blip>
          <a:srcRect/>
          <a:stretch/>
        </p:blipFill>
        <p:spPr>
          <a:xfrm>
            <a:off x="5140582" y="3530422"/>
            <a:ext cx="2865120" cy="2148840"/>
          </a:xfrm>
          <a:prstGeom prst="rect">
            <a:avLst/>
          </a:prstGeom>
          <a:noFill/>
          <a:ln>
            <a:noFill/>
          </a:ln>
        </p:spPr>
      </p:pic>
      <p:pic>
        <p:nvPicPr>
          <p:cNvPr id="1192" name="Google Shape;1192;p27" descr="A picture containing person, way, group, people&#10;&#10;Description automatically generated"/>
          <p:cNvPicPr preferRelativeResize="0"/>
          <p:nvPr/>
        </p:nvPicPr>
        <p:blipFill rotWithShape="1">
          <a:blip r:embed="rId6">
            <a:alphaModFix/>
          </a:blip>
          <a:srcRect/>
          <a:stretch/>
        </p:blipFill>
        <p:spPr>
          <a:xfrm>
            <a:off x="811067" y="857256"/>
            <a:ext cx="2865120" cy="2148840"/>
          </a:xfrm>
          <a:prstGeom prst="rect">
            <a:avLst/>
          </a:prstGeom>
          <a:noFill/>
          <a:ln>
            <a:noFill/>
          </a:ln>
        </p:spPr>
      </p:pic>
      <p:pic>
        <p:nvPicPr>
          <p:cNvPr id="1193" name="Google Shape;1193;p27"/>
          <p:cNvPicPr preferRelativeResize="0"/>
          <p:nvPr/>
        </p:nvPicPr>
        <p:blipFill rotWithShape="1">
          <a:blip r:embed="rId7">
            <a:alphaModFix/>
          </a:blip>
          <a:srcRect/>
          <a:stretch/>
        </p:blipFill>
        <p:spPr>
          <a:xfrm>
            <a:off x="4919341" y="817635"/>
            <a:ext cx="3281302" cy="2460977"/>
          </a:xfrm>
          <a:prstGeom prst="rect">
            <a:avLst/>
          </a:prstGeom>
          <a:noFill/>
          <a:ln>
            <a:noFill/>
          </a:ln>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28"/>
          <p:cNvSpPr/>
          <p:nvPr/>
        </p:nvSpPr>
        <p:spPr>
          <a:xfrm>
            <a:off x="0" y="0"/>
            <a:ext cx="9144000" cy="533400"/>
          </a:xfrm>
          <a:prstGeom prst="rect">
            <a:avLst/>
          </a:prstGeom>
          <a:gradFill>
            <a:gsLst>
              <a:gs pos="0">
                <a:srgbClr val="770000"/>
              </a:gs>
              <a:gs pos="50000">
                <a:srgbClr val="AC0000"/>
              </a:gs>
              <a:gs pos="100000">
                <a:srgbClr val="CE0000"/>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a:solidFill>
                  <a:schemeClr val="lt1"/>
                </a:solidFill>
                <a:latin typeface="Federo"/>
                <a:ea typeface="Federo"/>
                <a:cs typeface="Federo"/>
                <a:sym typeface="Federo"/>
              </a:rPr>
              <a:t>    </a:t>
            </a:r>
            <a:r>
              <a:rPr lang="en-US" sz="2800" b="1">
                <a:solidFill>
                  <a:srgbClr val="B7CCE4"/>
                </a:solidFill>
                <a:latin typeface="Federo"/>
                <a:ea typeface="Federo"/>
                <a:cs typeface="Federo"/>
                <a:sym typeface="Federo"/>
              </a:rPr>
              <a:t>your decision </a:t>
            </a:r>
            <a:r>
              <a:rPr lang="en-US" sz="2800" b="1">
                <a:solidFill>
                  <a:schemeClr val="lt1"/>
                </a:solidFill>
                <a:latin typeface="Federo"/>
                <a:ea typeface="Federo"/>
                <a:cs typeface="Federo"/>
                <a:sym typeface="Federo"/>
              </a:rPr>
              <a:t>= ???</a:t>
            </a:r>
            <a:endParaRPr/>
          </a:p>
        </p:txBody>
      </p:sp>
      <p:cxnSp>
        <p:nvCxnSpPr>
          <p:cNvPr id="1200" name="Google Shape;1200;p28"/>
          <p:cNvCxnSpPr>
            <a:stCxn id="1201" idx="4"/>
          </p:cNvCxnSpPr>
          <p:nvPr/>
        </p:nvCxnSpPr>
        <p:spPr>
          <a:xfrm flipH="1">
            <a:off x="3745816" y="6755920"/>
            <a:ext cx="4870800" cy="5400"/>
          </a:xfrm>
          <a:prstGeom prst="straightConnector1">
            <a:avLst/>
          </a:prstGeom>
          <a:noFill/>
          <a:ln w="28575" cap="flat" cmpd="sng">
            <a:solidFill>
              <a:srgbClr val="366092"/>
            </a:solidFill>
            <a:prstDash val="solid"/>
            <a:round/>
            <a:headEnd type="none" w="sm" len="sm"/>
            <a:tailEnd type="none" w="sm" len="sm"/>
          </a:ln>
        </p:spPr>
      </p:cxnSp>
      <p:sp>
        <p:nvSpPr>
          <p:cNvPr id="1202" name="Google Shape;1202;p28"/>
          <p:cNvSpPr/>
          <p:nvPr/>
        </p:nvSpPr>
        <p:spPr>
          <a:xfrm>
            <a:off x="0" y="6248400"/>
            <a:ext cx="9144000" cy="480350"/>
          </a:xfrm>
          <a:prstGeom prst="rect">
            <a:avLst/>
          </a:prstGeom>
          <a:gradFill>
            <a:gsLst>
              <a:gs pos="0">
                <a:srgbClr val="A9A9A9"/>
              </a:gs>
              <a:gs pos="50000">
                <a:srgbClr val="CACACA"/>
              </a:gs>
              <a:gs pos="100000">
                <a:srgbClr val="E5E5E5"/>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1" name="Google Shape;1201;p28"/>
          <p:cNvSpPr/>
          <p:nvPr/>
        </p:nvSpPr>
        <p:spPr>
          <a:xfrm>
            <a:off x="8165432" y="5853552"/>
            <a:ext cx="902368" cy="902368"/>
          </a:xfrm>
          <a:prstGeom prst="ellipse">
            <a:avLst/>
          </a:prstGeom>
          <a:solidFill>
            <a:schemeClr val="lt1"/>
          </a:solidFill>
          <a:ln w="254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03" name="Google Shape;1203;p28"/>
          <p:cNvPicPr preferRelativeResize="0"/>
          <p:nvPr/>
        </p:nvPicPr>
        <p:blipFill rotWithShape="1">
          <a:blip r:embed="rId3">
            <a:alphaModFix/>
          </a:blip>
          <a:srcRect/>
          <a:stretch/>
        </p:blipFill>
        <p:spPr>
          <a:xfrm>
            <a:off x="8218026" y="5924544"/>
            <a:ext cx="774032" cy="608058"/>
          </a:xfrm>
          <a:prstGeom prst="rect">
            <a:avLst/>
          </a:prstGeom>
          <a:noFill/>
          <a:ln>
            <a:noFill/>
          </a:ln>
        </p:spPr>
      </p:pic>
      <p:sp>
        <p:nvSpPr>
          <p:cNvPr id="1204" name="Google Shape;1204;p28"/>
          <p:cNvSpPr/>
          <p:nvPr/>
        </p:nvSpPr>
        <p:spPr>
          <a:xfrm>
            <a:off x="8164975" y="5849075"/>
            <a:ext cx="902368" cy="902368"/>
          </a:xfrm>
          <a:prstGeom prst="ellipse">
            <a:avLst/>
          </a:prstGeom>
          <a:noFill/>
          <a:ln w="38100" cap="flat" cmpd="sng">
            <a:solidFill>
              <a:srgbClr val="36609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5" name="Google Shape;1205;p28"/>
          <p:cNvSpPr txBox="1"/>
          <p:nvPr/>
        </p:nvSpPr>
        <p:spPr>
          <a:xfrm>
            <a:off x="2092582" y="6227802"/>
            <a:ext cx="6096000" cy="55399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1">
                <a:solidFill>
                  <a:srgbClr val="366092"/>
                </a:solidFill>
                <a:latin typeface="Arial Narrow"/>
                <a:ea typeface="Arial Narrow"/>
                <a:cs typeface="Arial Narrow"/>
                <a:sym typeface="Arial Narrow"/>
              </a:rPr>
              <a:t>Truong DAI HOC KHOA HOC TU NHIEN TPHCM</a:t>
            </a:r>
            <a:endParaRPr/>
          </a:p>
          <a:p>
            <a:pPr marL="0" marR="0" lvl="0" indent="0" algn="r" rtl="0">
              <a:spcBef>
                <a:spcPts val="0"/>
              </a:spcBef>
              <a:spcAft>
                <a:spcPts val="0"/>
              </a:spcAft>
              <a:buNone/>
            </a:pPr>
            <a:r>
              <a:rPr lang="en-US" sz="1600" b="1">
                <a:solidFill>
                  <a:srgbClr val="366092"/>
                </a:solidFill>
                <a:latin typeface="Federo"/>
                <a:ea typeface="Federo"/>
                <a:cs typeface="Federo"/>
                <a:sym typeface="Federo"/>
              </a:rPr>
              <a:t>  UNIVERSITY OF SCIENCE – VNUHCM</a:t>
            </a:r>
            <a:endParaRPr/>
          </a:p>
        </p:txBody>
      </p:sp>
      <p:sp>
        <p:nvSpPr>
          <p:cNvPr id="1206" name="Google Shape;1206;p28"/>
          <p:cNvSpPr/>
          <p:nvPr/>
        </p:nvSpPr>
        <p:spPr>
          <a:xfrm>
            <a:off x="152400" y="182300"/>
            <a:ext cx="228600" cy="228600"/>
          </a:xfrm>
          <a:prstGeom prst="ellipse">
            <a:avLst/>
          </a:prstGeom>
          <a:solidFill>
            <a:srgbClr val="FFC000"/>
          </a:solidFill>
          <a:ln>
            <a:noFill/>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07" name="Google Shape;1207;p28"/>
          <p:cNvPicPr preferRelativeResize="0"/>
          <p:nvPr/>
        </p:nvPicPr>
        <p:blipFill rotWithShape="1">
          <a:blip r:embed="rId4">
            <a:alphaModFix/>
          </a:blip>
          <a:srcRect/>
          <a:stretch/>
        </p:blipFill>
        <p:spPr>
          <a:xfrm>
            <a:off x="0" y="1145453"/>
            <a:ext cx="6400800" cy="5096021"/>
          </a:xfrm>
          <a:prstGeom prst="rect">
            <a:avLst/>
          </a:prstGeom>
          <a:noFill/>
          <a:ln>
            <a:noFill/>
          </a:ln>
        </p:spPr>
      </p:pic>
      <p:sp>
        <p:nvSpPr>
          <p:cNvPr id="1208" name="Google Shape;1208;p28"/>
          <p:cNvSpPr txBox="1"/>
          <p:nvPr/>
        </p:nvSpPr>
        <p:spPr>
          <a:xfrm rot="-2563198">
            <a:off x="4116378" y="1309385"/>
            <a:ext cx="3467368" cy="55399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b="1" i="1" dirty="0">
                <a:solidFill>
                  <a:srgbClr val="538CD5"/>
                </a:solidFill>
                <a:latin typeface="Times New Roman"/>
                <a:ea typeface="Times New Roman"/>
                <a:cs typeface="Times New Roman"/>
                <a:sym typeface="Times New Roman"/>
              </a:rPr>
              <a:t>Solid State Physics</a:t>
            </a:r>
            <a:endParaRPr sz="3000" b="1" i="1" dirty="0">
              <a:solidFill>
                <a:srgbClr val="538CD5"/>
              </a:solidFill>
              <a:latin typeface="Times New Roman"/>
              <a:ea typeface="Times New Roman"/>
              <a:cs typeface="Times New Roman"/>
              <a:sym typeface="Times New Roman"/>
            </a:endParaRPr>
          </a:p>
        </p:txBody>
      </p:sp>
      <p:sp>
        <p:nvSpPr>
          <p:cNvPr id="1209" name="Google Shape;1209;p28"/>
          <p:cNvSpPr txBox="1"/>
          <p:nvPr/>
        </p:nvSpPr>
        <p:spPr>
          <a:xfrm>
            <a:off x="32654" y="6357256"/>
            <a:ext cx="803018" cy="2923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a:solidFill>
                  <a:schemeClr val="dk1"/>
                </a:solidFill>
                <a:latin typeface="Calibri"/>
                <a:ea typeface="Calibri"/>
                <a:cs typeface="Calibri"/>
                <a:sym typeface="Calibri"/>
              </a:rPr>
              <a:t>Slide 35</a:t>
            </a:r>
            <a:endParaRPr sz="1300">
              <a:solidFill>
                <a:schemeClr val="dk1"/>
              </a:solidFill>
              <a:latin typeface="Calibri"/>
              <a:ea typeface="Calibri"/>
              <a:cs typeface="Calibri"/>
              <a:sym typeface="Calibri"/>
            </a:endParaRP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2277</Words>
  <Application>Microsoft Macintosh PowerPoint</Application>
  <PresentationFormat>On-screen Show (4:3)</PresentationFormat>
  <Paragraphs>398</Paragraphs>
  <Slides>28</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Lustria</vt:lpstr>
      <vt:lpstr>Noto Sans Symbols</vt:lpstr>
      <vt:lpstr>Cambria Math</vt:lpstr>
      <vt:lpstr>Calibri</vt:lpstr>
      <vt:lpstr>Arial Narrow</vt:lpstr>
      <vt:lpstr>Cambria</vt:lpstr>
      <vt:lpstr>Federo</vt:lpstr>
      <vt:lpstr>Times New Roman</vt:lpstr>
      <vt:lpstr>Roboto</vt:lpstr>
      <vt:lpstr>Arial</vt:lpstr>
      <vt:lpstr>Britannic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Khanh</dc:creator>
  <cp:lastModifiedBy>Microsoft Office User</cp:lastModifiedBy>
  <cp:revision>7</cp:revision>
  <dcterms:created xsi:type="dcterms:W3CDTF">2006-08-16T00:00:00Z</dcterms:created>
  <dcterms:modified xsi:type="dcterms:W3CDTF">2026-05-14T08:18:21Z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4BFC428A86EB459C9F84DF0CC6A7A3AF_13</vt:lpwstr>
  </property>
  <property fmtid="{D5CDD505-2E9C-101B-9397-08002B2CF9AE}" pid="3" name="KSOProductBuildVer">
    <vt:lpwstr>1033-12.2.0.21546</vt:lpwstr>
  </property>
</Properties>
</file>